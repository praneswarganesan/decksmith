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rawings/vmlDrawing1.vml" ContentType="application/vnd.openxmlformats-officedocument.vmlDrawing"/>
  <Override PartName="/ppt/drawings/vmlDrawing2.vml" ContentType="application/vnd.openxmlformats-officedocument.vmlDrawing"/>
  <Override PartName="/ppt/drawings/vmlDrawing3.vml" ContentType="application/vnd.openxmlformats-officedocument.vmlDrawing"/>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media/image11.svg" ContentType="image/svg+xml"/>
  <Override PartName="/ppt/media/image3.svg" ContentType="image/svg+xml"/>
  <Override PartName="/ppt/media/image7.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5" r:id="rId1"/>
  </p:sldMasterIdLst>
  <p:notesMasterIdLst>
    <p:notesMasterId r:id="rId7"/>
  </p:notesMasterIdLst>
  <p:sldIdLst>
    <p:sldId id="285" r:id="rId2"/>
    <p:sldId id="286" r:id="rId3"/>
    <p:sldId id="287" r:id="rId4"/>
    <p:sldId id="288" r:id="rId5"/>
    <p:sldId id="289" r:id="rId6"/>
    <p:sldId id="290" r:id="rId14"/>
    <p:sldId id="291" r:id="rId15"/>
    <p:sldId id="292" r:id="rId16"/>
    <p:sldId id="293" r:id="rId17"/>
    <p:sldId id="294" r:id="rId18"/>
    <p:sldId id="295" r:id="rId19"/>
    <p:sldId id="296" r:id="rId20"/>
    <p:sldId id="297" r:id="rId21"/>
    <p:sldId id="298" r:id="rId22"/>
    <p:sldId id="299" r:id="rId23"/>
  </p:sldIdLst>
  <p:sldSz cx="12192000" cy="6858000"/>
  <p:notesSz cx="6858000" cy="12192000"/>
  <p:custDataLst>
    <p:tags r:id="rId8"/>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ECEC"/>
    <a:srgbClr val="DCDEF3"/>
    <a:srgbClr val="2C2C2C"/>
    <a:srgbClr val="EF4444"/>
    <a:srgbClr val="16FFBB"/>
    <a:srgbClr val="0A081B"/>
    <a:srgbClr val="44546A"/>
    <a:srgbClr val="030617"/>
    <a:srgbClr val="000421"/>
    <a:srgbClr val="00021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705AC1-8605-48EA-92A3-FBF9C5EB6B26}" v="1017" dt="2026-03-30T13:44:57.378"/>
    <p1510:client id="{4B297813-077F-4AA1-810B-B2A30BCE4693}" v="1711" dt="2026-03-30T20:03:31.3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431" autoAdjust="0"/>
    <p:restoredTop sz="94610"/>
  </p:normalViewPr>
  <p:slideViewPr>
    <p:cSldViewPr snapToGrid="0" snapToObjects="1">
      <p:cViewPr varScale="1">
        <p:scale>
          <a:sx n="153" d="100"/>
          <a:sy n="153" d="100"/>
        </p:scale>
        <p:origin x="318" y="108"/>
      </p:cViewPr>
      <p:guideLst/>
    </p:cSldViewPr>
  </p:slideViewPr>
  <p:notesTextViewPr>
    <p:cViewPr>
      <p:scale>
        <a:sx n="1" d="1"/>
        <a:sy n="1" d="1"/>
      </p:scale>
      <p:origin x="0" y="0"/>
    </p:cViewPr>
  </p:notesTextViewPr>
  <p:sorterViewPr>
    <p:cViewPr>
      <p:scale>
        <a:sx n="200" d="100"/>
        <a:sy n="200" d="100"/>
      </p:scale>
      <p:origin x="0" y="-1239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tags" Target="tags/tag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microsoft.com/office/2015/10/relationships/revisionInfo" Target="revisionInfo.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66978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vmlDrawing" Target="../drawings/vmlDrawing2.vml"/><Relationship Id="rId2" Type="http://schemas.openxmlformats.org/officeDocument/2006/relationships/tags" Target="../tags/tag3.xml"/><Relationship Id="rId3" Type="http://schemas.openxmlformats.org/officeDocument/2006/relationships/slideMaster" Target="../slideMasters/slideMaster1.xml"/><Relationship Id="rId4" Type="http://schemas.openxmlformats.org/officeDocument/2006/relationships/oleObject" Target="../embeddings/oleObject2.bin"/><Relationship Id="rId5" Type="http://schemas.openxmlformats.org/officeDocument/2006/relationships/image" Target="../media/image4.emf"/><Relationship Id="rId6" Type="http://schemas.openxmlformats.org/officeDocument/2006/relationships/image" Target="../media/image5.png"/><Relationship Id="rId7" Type="http://schemas.openxmlformats.org/officeDocument/2006/relationships/image" Target="../media/image2.png"/><Relationship Id="rId8" Type="http://schemas.openxmlformats.org/officeDocument/2006/relationships/image" Target="../media/image3.svg"/><Relationship Id="rId9" Type="http://schemas.openxmlformats.org/officeDocument/2006/relationships/image" Target="../media/image6.png"/><Relationship Id="rId10" Type="http://schemas.openxmlformats.org/officeDocument/2006/relationships/image" Target="../media/image7.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image" Target="../media/image2.png"/><Relationship Id="rId5"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vmlDrawing" Target="../drawings/vmlDrawing3.vml"/><Relationship Id="rId2" Type="http://schemas.openxmlformats.org/officeDocument/2006/relationships/tags" Target="../tags/tag4.xml"/><Relationship Id="rId3" Type="http://schemas.openxmlformats.org/officeDocument/2006/relationships/slideMaster" Target="../slideMasters/slideMaster1.xml"/><Relationship Id="rId4" Type="http://schemas.openxmlformats.org/officeDocument/2006/relationships/oleObject" Target="../embeddings/oleObject3.bin"/><Relationship Id="rId5" Type="http://schemas.openxmlformats.org/officeDocument/2006/relationships/image" Target="../media/image8.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svg"/><Relationship Id="rId5" Type="http://schemas.openxmlformats.org/officeDocument/2006/relationships/image" Target="../media/image2.png"/><Relationship Id="rId6"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Ref idx="1001">
        <a:schemeClr val="bg1"/>
      </p:bgRef>
    </p:bg>
    <p:spTree>
      <p:nvGrpSpPr>
        <p:cNvPr id="1" name=""/>
        <p:cNvGrpSpPr/>
        <p:nvPr/>
      </p:nvGrpSpPr>
      <p:grpSpPr>
        <a:xfrm>
          <a:off x="0" y="0"/>
          <a:ext cx="0" cy="0"/>
          <a:chOff x="0" y="0"/>
          <a:chExt cx="0" cy="0"/>
        </a:xfrm>
      </p:grpSpPr>
      <p:graphicFrame>
        <p:nvGraphicFramePr>
          <p:cNvPr id="21" name="think-cell data - do not delete" hidden="1">
            <a:extLst>
              <a:ext uri="{FF2B5EF4-FFF2-40B4-BE49-F238E27FC236}">
                <a16:creationId xmlns:a16="http://schemas.microsoft.com/office/drawing/2014/main" id="{02BA39D9-9B0B-7AF0-AF99-16EC8B5711BE}"/>
              </a:ext>
            </a:extLst>
          </p:cNvPr>
          <p:cNvGraphicFramePr>
            <a:graphicFrameLocks/>
          </p:cNvGraphicFramePr>
          <p:nvPr userDrawn="1">
            <p:custDataLst>
              <p:tags r:id="rId2"/>
            </p:custDataLst>
            <p:extLst>
              <p:ext uri="{D42A27DB-BD31-4B8C-83A1-F6EECF244321}">
                <p14:modId xmlns:p14="http://schemas.microsoft.com/office/powerpoint/2010/main" val="29097497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52" name="think-cell Slide" r:id="rId4" imgW="425" imgH="426" progId="TCLayout.ActiveDocument.1">
                  <p:embed/>
                </p:oleObj>
              </mc:Choice>
              <mc:Fallback>
                <p:oleObj name="think-cell Slide" r:id="rId4" imgW="425" imgH="426" progId="TCLayout.ActiveDocument.1">
                  <p:embed/>
                  <p:pic>
                    <p:nvPicPr>
                      <p:cNvPr id="21" name="think-cell data - do not delete" hidden="1">
                        <a:extLst>
                          <a:ext uri="{FF2B5EF4-FFF2-40B4-BE49-F238E27FC236}">
                            <a16:creationId xmlns:a16="http://schemas.microsoft.com/office/drawing/2014/main" id="{02BA39D9-9B0B-7AF0-AF99-16EC8B5711B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0" name="Freeform: Shape 19">
            <a:extLst>
              <a:ext uri="{FF2B5EF4-FFF2-40B4-BE49-F238E27FC236}">
                <a16:creationId xmlns:a16="http://schemas.microsoft.com/office/drawing/2014/main" id="{FE41534B-B857-A6CB-44A0-4522CDD51055}"/>
              </a:ext>
            </a:extLst>
          </p:cNvPr>
          <p:cNvSpPr/>
          <p:nvPr userDrawn="1"/>
        </p:nvSpPr>
        <p:spPr>
          <a:xfrm>
            <a:off x="0" y="0"/>
            <a:ext cx="12192000" cy="6858000"/>
          </a:xfrm>
          <a:custGeom>
            <a:avLst/>
            <a:gdLst>
              <a:gd name="csX0" fmla="*/ 0 w 12192000"/>
              <a:gd name="csY0" fmla="*/ 0 h 6858000"/>
              <a:gd name="csX1" fmla="*/ 12192000 w 12192000"/>
              <a:gd name="csY1" fmla="*/ 0 h 6858000"/>
              <a:gd name="csX2" fmla="*/ 12192000 w 12192000"/>
              <a:gd name="csY2" fmla="*/ 6858000 h 6858000"/>
              <a:gd name="csX3" fmla="*/ 0 w 12192000"/>
              <a:gd name="csY3" fmla="*/ 6858000 h 6858000"/>
            </a:gdLst>
            <a:ahLst/>
            <a:cxnLst>
              <a:cxn ang="0">
                <a:pos x="csX0" y="csY0"/>
              </a:cxn>
              <a:cxn ang="0">
                <a:pos x="csX1" y="csY1"/>
              </a:cxn>
              <a:cxn ang="0">
                <a:pos x="csX2" y="csY2"/>
              </a:cxn>
              <a:cxn ang="0">
                <a:pos x="csX3" y="csY3"/>
              </a:cxn>
            </a:cxnLst>
            <a:rect l="l" t="t" r="r" b="b"/>
            <a:pathLst>
              <a:path w="12192000" h="6858000">
                <a:moveTo>
                  <a:pt x="0" y="0"/>
                </a:moveTo>
                <a:lnTo>
                  <a:pt x="12192000" y="0"/>
                </a:lnTo>
                <a:lnTo>
                  <a:pt x="12192000" y="6858000"/>
                </a:lnTo>
                <a:lnTo>
                  <a:pt x="0" y="685800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ar-SA"/>
          </a:p>
        </p:txBody>
      </p:sp>
      <p:sp>
        <p:nvSpPr>
          <p:cNvPr id="2" name="Freeform: Shape 1">
            <a:extLst>
              <a:ext uri="{FF2B5EF4-FFF2-40B4-BE49-F238E27FC236}">
                <a16:creationId xmlns:a16="http://schemas.microsoft.com/office/drawing/2014/main" id="{88811805-79F0-6721-B001-EF2CE825CC2F}"/>
              </a:ext>
            </a:extLst>
          </p:cNvPr>
          <p:cNvSpPr/>
          <p:nvPr userDrawn="1"/>
        </p:nvSpPr>
        <p:spPr>
          <a:xfrm>
            <a:off x="-1" y="1141541"/>
            <a:ext cx="8529061" cy="4574918"/>
          </a:xfrm>
          <a:custGeom>
            <a:avLst/>
            <a:gdLst>
              <a:gd name="csX0" fmla="*/ 0 w 8529061"/>
              <a:gd name="csY0" fmla="*/ 0 h 4574918"/>
              <a:gd name="csX1" fmla="*/ 8529061 w 8529061"/>
              <a:gd name="csY1" fmla="*/ 0 h 4574918"/>
              <a:gd name="csX2" fmla="*/ 6865345 w 8529061"/>
              <a:gd name="csY2" fmla="*/ 1663717 h 4574918"/>
              <a:gd name="csX3" fmla="*/ 6865345 w 8529061"/>
              <a:gd name="csY3" fmla="*/ 2917584 h 4574918"/>
              <a:gd name="csX4" fmla="*/ 8522679 w 8529061"/>
              <a:gd name="csY4" fmla="*/ 4574918 h 4574918"/>
              <a:gd name="csX5" fmla="*/ 0 w 8529061"/>
              <a:gd name="csY5" fmla="*/ 4574918 h 4574918"/>
            </a:gdLst>
            <a:ahLst/>
            <a:cxnLst>
              <a:cxn ang="0">
                <a:pos x="csX0" y="csY0"/>
              </a:cxn>
              <a:cxn ang="0">
                <a:pos x="csX1" y="csY1"/>
              </a:cxn>
              <a:cxn ang="0">
                <a:pos x="csX2" y="csY2"/>
              </a:cxn>
              <a:cxn ang="0">
                <a:pos x="csX3" y="csY3"/>
              </a:cxn>
              <a:cxn ang="0">
                <a:pos x="csX4" y="csY4"/>
              </a:cxn>
              <a:cxn ang="0">
                <a:pos x="csX5" y="csY5"/>
              </a:cxn>
            </a:cxnLst>
            <a:rect l="l" t="t" r="r" b="b"/>
            <a:pathLst>
              <a:path w="8529061" h="4574918">
                <a:moveTo>
                  <a:pt x="0" y="0"/>
                </a:moveTo>
                <a:lnTo>
                  <a:pt x="8529061" y="0"/>
                </a:lnTo>
                <a:lnTo>
                  <a:pt x="6865345" y="1663717"/>
                </a:lnTo>
                <a:cubicBezTo>
                  <a:pt x="6519099" y="2009963"/>
                  <a:pt x="6519099" y="2571338"/>
                  <a:pt x="6865345" y="2917584"/>
                </a:cubicBezTo>
                <a:lnTo>
                  <a:pt x="8522679" y="4574918"/>
                </a:lnTo>
                <a:lnTo>
                  <a:pt x="0" y="4574918"/>
                </a:lnTo>
                <a:close/>
              </a:path>
            </a:pathLst>
          </a:cu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ar-SA"/>
          </a:p>
        </p:txBody>
      </p:sp>
      <p:sp>
        <p:nvSpPr>
          <p:cNvPr id="3" name="Freeform: Shape 2">
            <a:extLst>
              <a:ext uri="{FF2B5EF4-FFF2-40B4-BE49-F238E27FC236}">
                <a16:creationId xmlns:a16="http://schemas.microsoft.com/office/drawing/2014/main" id="{28D67FE6-64AA-0564-EFB6-88C4C95A1971}"/>
              </a:ext>
            </a:extLst>
          </p:cNvPr>
          <p:cNvSpPr/>
          <p:nvPr userDrawn="1"/>
        </p:nvSpPr>
        <p:spPr>
          <a:xfrm rot="2700000">
            <a:off x="7263674" y="956986"/>
            <a:ext cx="4950410" cy="4950410"/>
          </a:xfrm>
          <a:custGeom>
            <a:avLst/>
            <a:gdLst>
              <a:gd name="csX0" fmla="*/ 259684 w 4950410"/>
              <a:gd name="csY0" fmla="*/ 259684 h 4950410"/>
              <a:gd name="csX1" fmla="*/ 886618 w 4950410"/>
              <a:gd name="csY1" fmla="*/ 0 h 4950410"/>
              <a:gd name="csX2" fmla="*/ 3469237 w 4950410"/>
              <a:gd name="csY2" fmla="*/ 0 h 4950410"/>
              <a:gd name="csX3" fmla="*/ 4950410 w 4950410"/>
              <a:gd name="csY3" fmla="*/ 1481173 h 4950410"/>
              <a:gd name="csX4" fmla="*/ 4950410 w 4950410"/>
              <a:gd name="csY4" fmla="*/ 4063792 h 4950410"/>
              <a:gd name="csX5" fmla="*/ 4063792 w 4950410"/>
              <a:gd name="csY5" fmla="*/ 4950410 h 4950410"/>
              <a:gd name="csX6" fmla="*/ 886618 w 4950410"/>
              <a:gd name="csY6" fmla="*/ 4950410 h 4950410"/>
              <a:gd name="csX7" fmla="*/ 0 w 4950410"/>
              <a:gd name="csY7" fmla="*/ 4063792 h 4950410"/>
              <a:gd name="csX8" fmla="*/ 0 w 4950410"/>
              <a:gd name="csY8" fmla="*/ 886618 h 4950410"/>
              <a:gd name="csX9" fmla="*/ 259684 w 4950410"/>
              <a:gd name="csY9" fmla="*/ 259684 h 49504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950410" h="4950410">
                <a:moveTo>
                  <a:pt x="259684" y="259684"/>
                </a:moveTo>
                <a:cubicBezTo>
                  <a:pt x="420130" y="99238"/>
                  <a:pt x="641785" y="0"/>
                  <a:pt x="886618" y="0"/>
                </a:cubicBezTo>
                <a:lnTo>
                  <a:pt x="3469237" y="0"/>
                </a:lnTo>
                <a:lnTo>
                  <a:pt x="4950410" y="1481173"/>
                </a:lnTo>
                <a:lnTo>
                  <a:pt x="4950410" y="4063792"/>
                </a:lnTo>
                <a:cubicBezTo>
                  <a:pt x="4950410" y="4553458"/>
                  <a:pt x="4553458" y="4950410"/>
                  <a:pt x="4063792" y="4950410"/>
                </a:cubicBezTo>
                <a:lnTo>
                  <a:pt x="886618" y="4950410"/>
                </a:lnTo>
                <a:cubicBezTo>
                  <a:pt x="396952" y="4950410"/>
                  <a:pt x="0" y="4553458"/>
                  <a:pt x="0" y="4063792"/>
                </a:cubicBezTo>
                <a:lnTo>
                  <a:pt x="0" y="886618"/>
                </a:lnTo>
                <a:cubicBezTo>
                  <a:pt x="0" y="641785"/>
                  <a:pt x="99238" y="420130"/>
                  <a:pt x="259684" y="259684"/>
                </a:cubicBezTo>
                <a:close/>
              </a:path>
            </a:pathLst>
          </a:custGeom>
          <a:no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ar-SA"/>
          </a:p>
        </p:txBody>
      </p:sp>
      <p:pic>
        <p:nvPicPr>
          <p:cNvPr id="4" name="Picture 3">
            <a:extLst>
              <a:ext uri="{FF2B5EF4-FFF2-40B4-BE49-F238E27FC236}">
                <a16:creationId xmlns:a16="http://schemas.microsoft.com/office/drawing/2014/main" id="{417234FB-B25D-3BEE-BF02-F70E6DF028B8}"/>
              </a:ext>
            </a:extLst>
          </p:cNvPr>
          <p:cNvPicPr>
            <a:picLocks noChangeAspect="1"/>
          </p:cNvPicPr>
          <p:nvPr userDrawn="1"/>
        </p:nvPicPr>
        <p:blipFill rotWithShape="1">
          <a:blip r:embed="rId6"/>
          <a:srcRect l="286" r="17210"/>
          <a:stretch>
            <a:fillRect/>
          </a:stretch>
        </p:blipFill>
        <p:spPr>
          <a:xfrm>
            <a:off x="6924598" y="236277"/>
            <a:ext cx="5268235" cy="6385450"/>
          </a:xfrm>
          <a:custGeom>
            <a:avLst/>
            <a:gdLst>
              <a:gd name="csX0" fmla="*/ 3192725 w 5268235"/>
              <a:gd name="csY0" fmla="*/ 1 h 6385450"/>
              <a:gd name="csX1" fmla="*/ 3718076 w 5268235"/>
              <a:gd name="csY1" fmla="*/ 217607 h 6385450"/>
              <a:gd name="csX2" fmla="*/ 5268235 w 5268235"/>
              <a:gd name="csY2" fmla="*/ 1767766 h 6385450"/>
              <a:gd name="csX3" fmla="*/ 5268235 w 5268235"/>
              <a:gd name="csY3" fmla="*/ 4617684 h 6385450"/>
              <a:gd name="csX4" fmla="*/ 3718076 w 5268235"/>
              <a:gd name="csY4" fmla="*/ 6167843 h 6385450"/>
              <a:gd name="csX5" fmla="*/ 2667375 w 5268235"/>
              <a:gd name="csY5" fmla="*/ 6167843 h 6385450"/>
              <a:gd name="csX6" fmla="*/ 217607 w 5268235"/>
              <a:gd name="csY6" fmla="*/ 3718076 h 6385450"/>
              <a:gd name="csX7" fmla="*/ 217607 w 5268235"/>
              <a:gd name="csY7" fmla="*/ 2667375 h 6385450"/>
              <a:gd name="csX8" fmla="*/ 2667375 w 5268235"/>
              <a:gd name="csY8" fmla="*/ 217607 h 6385450"/>
              <a:gd name="csX9" fmla="*/ 3192725 w 5268235"/>
              <a:gd name="csY9" fmla="*/ 1 h 63854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5268235" h="6385450">
                <a:moveTo>
                  <a:pt x="3192725" y="1"/>
                </a:moveTo>
                <a:cubicBezTo>
                  <a:pt x="3382866" y="0"/>
                  <a:pt x="3573004" y="72536"/>
                  <a:pt x="3718076" y="217607"/>
                </a:cubicBezTo>
                <a:lnTo>
                  <a:pt x="5268235" y="1767766"/>
                </a:lnTo>
                <a:lnTo>
                  <a:pt x="5268235" y="4617684"/>
                </a:lnTo>
                <a:lnTo>
                  <a:pt x="3718076" y="6167843"/>
                </a:lnTo>
                <a:cubicBezTo>
                  <a:pt x="3427933" y="6457986"/>
                  <a:pt x="2957517" y="6457986"/>
                  <a:pt x="2667375" y="6167843"/>
                </a:cubicBezTo>
                <a:lnTo>
                  <a:pt x="217607" y="3718076"/>
                </a:lnTo>
                <a:cubicBezTo>
                  <a:pt x="-72535" y="3427933"/>
                  <a:pt x="-72535" y="2957518"/>
                  <a:pt x="217607" y="2667375"/>
                </a:cubicBezTo>
                <a:lnTo>
                  <a:pt x="2667375" y="217607"/>
                </a:lnTo>
                <a:cubicBezTo>
                  <a:pt x="2812446" y="72536"/>
                  <a:pt x="3002585" y="0"/>
                  <a:pt x="3192725" y="1"/>
                </a:cubicBezTo>
                <a:close/>
              </a:path>
            </a:pathLst>
          </a:custGeom>
        </p:spPr>
      </p:pic>
      <p:sp>
        <p:nvSpPr>
          <p:cNvPr id="16" name="Text Placeholder 15">
            <a:extLst>
              <a:ext uri="{FF2B5EF4-FFF2-40B4-BE49-F238E27FC236}">
                <a16:creationId xmlns:a16="http://schemas.microsoft.com/office/drawing/2014/main" id="{C8A11165-DE79-A282-6C57-655EFCB8EA47}"/>
              </a:ext>
            </a:extLst>
          </p:cNvPr>
          <p:cNvSpPr>
            <a:spLocks noGrp="1"/>
          </p:cNvSpPr>
          <p:nvPr>
            <p:ph type="body" sz="quarter" idx="10"/>
          </p:nvPr>
        </p:nvSpPr>
        <p:spPr>
          <a:xfrm>
            <a:off x="342900" y="2837616"/>
            <a:ext cx="6045200" cy="615553"/>
          </a:xfr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b">
            <a:spAutoFit/>
          </a:bodyPr>
          <a:lstStyle>
            <a:lvl1pPr marL="0" indent="0">
              <a:buNone/>
              <a:defRPr lang="ar-SA" sz="4000" b="1" dirty="0">
                <a:solidFill>
                  <a:schemeClr val="accent1"/>
                </a:solidFill>
                <a:latin typeface="+mj-lt"/>
              </a:defRPr>
            </a:lvl1pPr>
          </a:lstStyle>
          <a:p>
            <a:pPr marL="0" lvl="0"/>
            <a:endParaRPr lang="ar-SA" dirty="0"/>
          </a:p>
        </p:txBody>
      </p:sp>
      <p:sp>
        <p:nvSpPr>
          <p:cNvPr id="17" name="Text Placeholder 15">
            <a:extLst>
              <a:ext uri="{FF2B5EF4-FFF2-40B4-BE49-F238E27FC236}">
                <a16:creationId xmlns:a16="http://schemas.microsoft.com/office/drawing/2014/main" id="{0967C7F2-CFB4-8EB5-B9F3-1B8A209785A9}"/>
              </a:ext>
            </a:extLst>
          </p:cNvPr>
          <p:cNvSpPr>
            <a:spLocks noGrp="1"/>
          </p:cNvSpPr>
          <p:nvPr>
            <p:ph type="body" sz="quarter" idx="11"/>
          </p:nvPr>
        </p:nvSpPr>
        <p:spPr>
          <a:xfrm>
            <a:off x="342900" y="3958828"/>
            <a:ext cx="6045200" cy="738664"/>
          </a:xfr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spAutoFit/>
          </a:bodyPr>
          <a:lstStyle>
            <a:lvl1pPr marL="0" indent="0">
              <a:buNone/>
              <a:defRPr lang="ar-SA" dirty="0">
                <a:solidFill>
                  <a:schemeClr val="tx1"/>
                </a:solidFill>
              </a:defRPr>
            </a:lvl1pPr>
          </a:lstStyle>
          <a:p>
            <a:pPr marL="0" lvl="0"/>
            <a:endParaRPr lang="ar-SA" dirty="0"/>
          </a:p>
        </p:txBody>
      </p:sp>
      <p:cxnSp>
        <p:nvCxnSpPr>
          <p:cNvPr id="8" name="Straight Connector 7">
            <a:extLst>
              <a:ext uri="{FF2B5EF4-FFF2-40B4-BE49-F238E27FC236}">
                <a16:creationId xmlns:a16="http://schemas.microsoft.com/office/drawing/2014/main" id="{A64B21D0-40AC-C383-2CBE-166C5CD0B6F8}"/>
              </a:ext>
            </a:extLst>
          </p:cNvPr>
          <p:cNvCxnSpPr>
            <a:cxnSpLocks/>
          </p:cNvCxnSpPr>
          <p:nvPr userDrawn="1"/>
        </p:nvCxnSpPr>
        <p:spPr>
          <a:xfrm>
            <a:off x="342901" y="3705999"/>
            <a:ext cx="825224" cy="0"/>
          </a:xfrm>
          <a:prstGeom prst="line">
            <a:avLst/>
          </a:prstGeom>
          <a:ln w="44450" cap="rnd">
            <a:solidFill>
              <a:schemeClr val="accent1"/>
            </a:solidFill>
            <a:round/>
          </a:ln>
        </p:spPr>
        <p:style>
          <a:lnRef idx="1">
            <a:schemeClr val="accent1"/>
          </a:lnRef>
          <a:fillRef idx="0">
            <a:schemeClr val="accent1"/>
          </a:fillRef>
          <a:effectRef idx="0">
            <a:schemeClr val="accent1"/>
          </a:effectRef>
          <a:fontRef idx="minor">
            <a:schemeClr val="tx1"/>
          </a:fontRef>
        </p:style>
      </p:cxnSp>
      <p:pic>
        <p:nvPicPr>
          <p:cNvPr id="10" name="Graphic 9">
            <a:extLst>
              <a:ext uri="{FF2B5EF4-FFF2-40B4-BE49-F238E27FC236}">
                <a16:creationId xmlns:a16="http://schemas.microsoft.com/office/drawing/2014/main" id="{BB1C474A-C2DC-B9E2-24CC-DA7B4BD433D5}"/>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342901" y="396664"/>
            <a:ext cx="919603" cy="432754"/>
          </a:xfrm>
          <a:prstGeom prst="rect">
            <a:avLst/>
          </a:prstGeom>
        </p:spPr>
      </p:pic>
      <p:pic>
        <p:nvPicPr>
          <p:cNvPr id="11" name="Graphic 10">
            <a:extLst>
              <a:ext uri="{FF2B5EF4-FFF2-40B4-BE49-F238E27FC236}">
                <a16:creationId xmlns:a16="http://schemas.microsoft.com/office/drawing/2014/main" id="{6E169891-FEC1-6FE4-A5C4-2BFDBD58A154}"/>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163535" y="1268265"/>
            <a:ext cx="928665" cy="928665"/>
          </a:xfrm>
          <a:prstGeom prst="rect">
            <a:avLst/>
          </a:prstGeom>
        </p:spPr>
      </p:pic>
      <p:sp>
        <p:nvSpPr>
          <p:cNvPr id="12" name="Freeform: Shape 11">
            <a:extLst>
              <a:ext uri="{FF2B5EF4-FFF2-40B4-BE49-F238E27FC236}">
                <a16:creationId xmlns:a16="http://schemas.microsoft.com/office/drawing/2014/main" id="{3E3762E4-9678-FAF6-1527-183048133FDD}"/>
              </a:ext>
            </a:extLst>
          </p:cNvPr>
          <p:cNvSpPr/>
          <p:nvPr userDrawn="1"/>
        </p:nvSpPr>
        <p:spPr>
          <a:xfrm rot="2700000">
            <a:off x="7642802" y="953795"/>
            <a:ext cx="4950410" cy="4950410"/>
          </a:xfrm>
          <a:custGeom>
            <a:avLst/>
            <a:gdLst>
              <a:gd name="csX0" fmla="*/ 217608 w 4950410"/>
              <a:gd name="csY0" fmla="*/ 217608 h 4950410"/>
              <a:gd name="csX1" fmla="*/ 742958 w 4950410"/>
              <a:gd name="csY1" fmla="*/ 0 h 4950410"/>
              <a:gd name="csX2" fmla="*/ 2935214 w 4950410"/>
              <a:gd name="csY2" fmla="*/ 0 h 4950410"/>
              <a:gd name="csX3" fmla="*/ 4950410 w 4950410"/>
              <a:gd name="csY3" fmla="*/ 2015196 h 4950410"/>
              <a:gd name="csX4" fmla="*/ 4950410 w 4950410"/>
              <a:gd name="csY4" fmla="*/ 4207452 h 4950410"/>
              <a:gd name="csX5" fmla="*/ 4207452 w 4950410"/>
              <a:gd name="csY5" fmla="*/ 4950410 h 4950410"/>
              <a:gd name="csX6" fmla="*/ 742958 w 4950410"/>
              <a:gd name="csY6" fmla="*/ 4950410 h 4950410"/>
              <a:gd name="csX7" fmla="*/ 0 w 4950410"/>
              <a:gd name="csY7" fmla="*/ 4207452 h 4950410"/>
              <a:gd name="csX8" fmla="*/ 0 w 4950410"/>
              <a:gd name="csY8" fmla="*/ 742958 h 4950410"/>
              <a:gd name="csX9" fmla="*/ 217608 w 4950410"/>
              <a:gd name="csY9" fmla="*/ 217608 h 49504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950410" h="4950410">
                <a:moveTo>
                  <a:pt x="217608" y="217608"/>
                </a:moveTo>
                <a:cubicBezTo>
                  <a:pt x="352057" y="83158"/>
                  <a:pt x="537796" y="0"/>
                  <a:pt x="742958" y="0"/>
                </a:cubicBezTo>
                <a:lnTo>
                  <a:pt x="2935214" y="0"/>
                </a:lnTo>
                <a:lnTo>
                  <a:pt x="4950410" y="2015196"/>
                </a:lnTo>
                <a:lnTo>
                  <a:pt x="4950410" y="4207452"/>
                </a:lnTo>
                <a:cubicBezTo>
                  <a:pt x="4950410" y="4617776"/>
                  <a:pt x="4617776" y="4950410"/>
                  <a:pt x="4207452" y="4950410"/>
                </a:cubicBezTo>
                <a:lnTo>
                  <a:pt x="742958" y="4950410"/>
                </a:lnTo>
                <a:cubicBezTo>
                  <a:pt x="332634" y="4950410"/>
                  <a:pt x="0" y="4617776"/>
                  <a:pt x="0" y="4207452"/>
                </a:cubicBezTo>
                <a:lnTo>
                  <a:pt x="0" y="742958"/>
                </a:lnTo>
                <a:cubicBezTo>
                  <a:pt x="0" y="537796"/>
                  <a:pt x="83158" y="352057"/>
                  <a:pt x="217608" y="217608"/>
                </a:cubicBezTo>
                <a:close/>
              </a:path>
            </a:pathLst>
          </a:custGeom>
          <a:solidFill>
            <a:schemeClr val="tx2">
              <a:alpha val="7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ar-SA"/>
          </a:p>
        </p:txBody>
      </p:sp>
    </p:spTree>
    <p:extLst>
      <p:ext uri="{BB962C8B-B14F-4D97-AF65-F5344CB8AC3E}">
        <p14:creationId xmlns:p14="http://schemas.microsoft.com/office/powerpoint/2010/main" val="191985670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Ref idx="1001">
        <a:schemeClr val="bg1"/>
      </p:bgRef>
    </p:bg>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E9CE00EA-A638-ABC0-4955-F36108BF3627}"/>
              </a:ext>
            </a:extLst>
          </p:cNvPr>
          <p:cNvSpPr/>
          <p:nvPr userDrawn="1"/>
        </p:nvSpPr>
        <p:spPr>
          <a:xfrm>
            <a:off x="0" y="0"/>
            <a:ext cx="12192000" cy="6858000"/>
          </a:xfrm>
          <a:custGeom>
            <a:avLst/>
            <a:gdLst>
              <a:gd name="csX0" fmla="*/ 0 w 12192000"/>
              <a:gd name="csY0" fmla="*/ 0 h 6858000"/>
              <a:gd name="csX1" fmla="*/ 12192000 w 12192000"/>
              <a:gd name="csY1" fmla="*/ 0 h 6858000"/>
              <a:gd name="csX2" fmla="*/ 12192000 w 12192000"/>
              <a:gd name="csY2" fmla="*/ 6858000 h 6858000"/>
              <a:gd name="csX3" fmla="*/ 0 w 12192000"/>
              <a:gd name="csY3" fmla="*/ 6858000 h 6858000"/>
            </a:gdLst>
            <a:ahLst/>
            <a:cxnLst>
              <a:cxn ang="0">
                <a:pos x="csX0" y="csY0"/>
              </a:cxn>
              <a:cxn ang="0">
                <a:pos x="csX1" y="csY1"/>
              </a:cxn>
              <a:cxn ang="0">
                <a:pos x="csX2" y="csY2"/>
              </a:cxn>
              <a:cxn ang="0">
                <a:pos x="csX3" y="csY3"/>
              </a:cxn>
            </a:cxnLst>
            <a:rect l="l" t="t" r="r" b="b"/>
            <a:pathLst>
              <a:path w="12192000" h="6858000">
                <a:moveTo>
                  <a:pt x="0" y="0"/>
                </a:moveTo>
                <a:lnTo>
                  <a:pt x="12192000" y="0"/>
                </a:lnTo>
                <a:lnTo>
                  <a:pt x="12192000" y="6858000"/>
                </a:lnTo>
                <a:lnTo>
                  <a:pt x="0" y="685800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ar-SA"/>
          </a:p>
        </p:txBody>
      </p:sp>
      <p:pic>
        <p:nvPicPr>
          <p:cNvPr id="4" name="Graphic 3">
            <a:extLst>
              <a:ext uri="{FF2B5EF4-FFF2-40B4-BE49-F238E27FC236}">
                <a16:creationId xmlns:a16="http://schemas.microsoft.com/office/drawing/2014/main" id="{71A9CC46-644D-42EF-C78B-2CFD27C75B0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42900" y="696686"/>
            <a:ext cx="2299745" cy="2299745"/>
          </a:xfrm>
          <a:prstGeom prst="rect">
            <a:avLst/>
          </a:prstGeom>
        </p:spPr>
      </p:pic>
      <p:sp>
        <p:nvSpPr>
          <p:cNvPr id="5" name="Freeform: Shape 4">
            <a:extLst>
              <a:ext uri="{FF2B5EF4-FFF2-40B4-BE49-F238E27FC236}">
                <a16:creationId xmlns:a16="http://schemas.microsoft.com/office/drawing/2014/main" id="{A021A933-1DC6-DFD8-617A-8B132ABE9479}"/>
              </a:ext>
            </a:extLst>
          </p:cNvPr>
          <p:cNvSpPr/>
          <p:nvPr userDrawn="1"/>
        </p:nvSpPr>
        <p:spPr>
          <a:xfrm>
            <a:off x="0" y="2603330"/>
            <a:ext cx="11145015" cy="1871130"/>
          </a:xfrm>
          <a:custGeom>
            <a:avLst/>
            <a:gdLst>
              <a:gd name="csX0" fmla="*/ 0 w 11145015"/>
              <a:gd name="csY0" fmla="*/ 0 h 1871130"/>
              <a:gd name="csX1" fmla="*/ 406939 w 11145015"/>
              <a:gd name="csY1" fmla="*/ 0 h 1871130"/>
              <a:gd name="csX2" fmla="*/ 893740 w 11145015"/>
              <a:gd name="csY2" fmla="*/ 0 h 1871130"/>
              <a:gd name="csX3" fmla="*/ 8332111 w 11145015"/>
              <a:gd name="csY3" fmla="*/ 0 h 1871130"/>
              <a:gd name="csX4" fmla="*/ 9328990 w 11145015"/>
              <a:gd name="csY4" fmla="*/ 0 h 1871130"/>
              <a:gd name="csX5" fmla="*/ 9931176 w 11145015"/>
              <a:gd name="csY5" fmla="*/ 0 h 1871130"/>
              <a:gd name="csX6" fmla="*/ 10928055 w 11145015"/>
              <a:gd name="csY6" fmla="*/ 0 h 1871130"/>
              <a:gd name="csX7" fmla="*/ 11135022 w 11145015"/>
              <a:gd name="csY7" fmla="*/ 281569 h 1871130"/>
              <a:gd name="csX8" fmla="*/ 10686794 w 11145015"/>
              <a:gd name="csY8" fmla="*/ 1718815 h 1871130"/>
              <a:gd name="csX9" fmla="*/ 10479850 w 11145015"/>
              <a:gd name="csY9" fmla="*/ 1871130 h 1871130"/>
              <a:gd name="csX10" fmla="*/ 9482971 w 11145015"/>
              <a:gd name="csY10" fmla="*/ 1871130 h 1871130"/>
              <a:gd name="csX11" fmla="*/ 8880785 w 11145015"/>
              <a:gd name="csY11" fmla="*/ 1871130 h 1871130"/>
              <a:gd name="csX12" fmla="*/ 7883906 w 11145015"/>
              <a:gd name="csY12" fmla="*/ 1871130 h 1871130"/>
              <a:gd name="csX13" fmla="*/ 893740 w 11145015"/>
              <a:gd name="csY13" fmla="*/ 1871130 h 1871130"/>
              <a:gd name="csX14" fmla="*/ 406939 w 11145015"/>
              <a:gd name="csY14" fmla="*/ 1871130 h 1871130"/>
              <a:gd name="csX15" fmla="*/ 0 w 11145015"/>
              <a:gd name="csY15" fmla="*/ 1871130 h 1871130"/>
              <a:gd name="csX0" fmla="*/ 14514 w 11159529"/>
              <a:gd name="csY0" fmla="*/ 0 h 1871130"/>
              <a:gd name="csX1" fmla="*/ 421453 w 11159529"/>
              <a:gd name="csY1" fmla="*/ 0 h 1871130"/>
              <a:gd name="csX2" fmla="*/ 908254 w 11159529"/>
              <a:gd name="csY2" fmla="*/ 0 h 1871130"/>
              <a:gd name="csX3" fmla="*/ 8346625 w 11159529"/>
              <a:gd name="csY3" fmla="*/ 0 h 1871130"/>
              <a:gd name="csX4" fmla="*/ 9343504 w 11159529"/>
              <a:gd name="csY4" fmla="*/ 0 h 1871130"/>
              <a:gd name="csX5" fmla="*/ 9945690 w 11159529"/>
              <a:gd name="csY5" fmla="*/ 0 h 1871130"/>
              <a:gd name="csX6" fmla="*/ 10942569 w 11159529"/>
              <a:gd name="csY6" fmla="*/ 0 h 1871130"/>
              <a:gd name="csX7" fmla="*/ 11149536 w 11159529"/>
              <a:gd name="csY7" fmla="*/ 281569 h 1871130"/>
              <a:gd name="csX8" fmla="*/ 10701308 w 11159529"/>
              <a:gd name="csY8" fmla="*/ 1718815 h 1871130"/>
              <a:gd name="csX9" fmla="*/ 10494364 w 11159529"/>
              <a:gd name="csY9" fmla="*/ 1871130 h 1871130"/>
              <a:gd name="csX10" fmla="*/ 9497485 w 11159529"/>
              <a:gd name="csY10" fmla="*/ 1871130 h 1871130"/>
              <a:gd name="csX11" fmla="*/ 8895299 w 11159529"/>
              <a:gd name="csY11" fmla="*/ 1871130 h 1871130"/>
              <a:gd name="csX12" fmla="*/ 7898420 w 11159529"/>
              <a:gd name="csY12" fmla="*/ 1871130 h 1871130"/>
              <a:gd name="csX13" fmla="*/ 908254 w 11159529"/>
              <a:gd name="csY13" fmla="*/ 1871130 h 1871130"/>
              <a:gd name="csX14" fmla="*/ 421453 w 11159529"/>
              <a:gd name="csY14" fmla="*/ 1871130 h 1871130"/>
              <a:gd name="csX15" fmla="*/ 14514 w 11159529"/>
              <a:gd name="csY15" fmla="*/ 1871130 h 1871130"/>
              <a:gd name="csX16" fmla="*/ 0 w 11159529"/>
              <a:gd name="csY16" fmla="*/ 589813 h 1871130"/>
              <a:gd name="csX17" fmla="*/ 14514 w 11159529"/>
              <a:gd name="csY17" fmla="*/ 0 h 1871130"/>
              <a:gd name="csX0" fmla="*/ 0 w 11159529"/>
              <a:gd name="csY0" fmla="*/ 589813 h 1871130"/>
              <a:gd name="csX1" fmla="*/ 14514 w 11159529"/>
              <a:gd name="csY1" fmla="*/ 0 h 1871130"/>
              <a:gd name="csX2" fmla="*/ 421453 w 11159529"/>
              <a:gd name="csY2" fmla="*/ 0 h 1871130"/>
              <a:gd name="csX3" fmla="*/ 908254 w 11159529"/>
              <a:gd name="csY3" fmla="*/ 0 h 1871130"/>
              <a:gd name="csX4" fmla="*/ 8346625 w 11159529"/>
              <a:gd name="csY4" fmla="*/ 0 h 1871130"/>
              <a:gd name="csX5" fmla="*/ 9343504 w 11159529"/>
              <a:gd name="csY5" fmla="*/ 0 h 1871130"/>
              <a:gd name="csX6" fmla="*/ 9945690 w 11159529"/>
              <a:gd name="csY6" fmla="*/ 0 h 1871130"/>
              <a:gd name="csX7" fmla="*/ 10942569 w 11159529"/>
              <a:gd name="csY7" fmla="*/ 0 h 1871130"/>
              <a:gd name="csX8" fmla="*/ 11149536 w 11159529"/>
              <a:gd name="csY8" fmla="*/ 281569 h 1871130"/>
              <a:gd name="csX9" fmla="*/ 10701308 w 11159529"/>
              <a:gd name="csY9" fmla="*/ 1718815 h 1871130"/>
              <a:gd name="csX10" fmla="*/ 10494364 w 11159529"/>
              <a:gd name="csY10" fmla="*/ 1871130 h 1871130"/>
              <a:gd name="csX11" fmla="*/ 9497485 w 11159529"/>
              <a:gd name="csY11" fmla="*/ 1871130 h 1871130"/>
              <a:gd name="csX12" fmla="*/ 8895299 w 11159529"/>
              <a:gd name="csY12" fmla="*/ 1871130 h 1871130"/>
              <a:gd name="csX13" fmla="*/ 7898420 w 11159529"/>
              <a:gd name="csY13" fmla="*/ 1871130 h 1871130"/>
              <a:gd name="csX14" fmla="*/ 908254 w 11159529"/>
              <a:gd name="csY14" fmla="*/ 1871130 h 1871130"/>
              <a:gd name="csX15" fmla="*/ 421453 w 11159529"/>
              <a:gd name="csY15" fmla="*/ 1871130 h 1871130"/>
              <a:gd name="csX16" fmla="*/ 14514 w 11159529"/>
              <a:gd name="csY16" fmla="*/ 1871130 h 1871130"/>
              <a:gd name="csX17" fmla="*/ 91440 w 11159529"/>
              <a:gd name="csY17" fmla="*/ 681253 h 1871130"/>
              <a:gd name="csX0" fmla="*/ 0 w 11159529"/>
              <a:gd name="csY0" fmla="*/ 589813 h 1871130"/>
              <a:gd name="csX1" fmla="*/ 14514 w 11159529"/>
              <a:gd name="csY1" fmla="*/ 0 h 1871130"/>
              <a:gd name="csX2" fmla="*/ 421453 w 11159529"/>
              <a:gd name="csY2" fmla="*/ 0 h 1871130"/>
              <a:gd name="csX3" fmla="*/ 908254 w 11159529"/>
              <a:gd name="csY3" fmla="*/ 0 h 1871130"/>
              <a:gd name="csX4" fmla="*/ 8346625 w 11159529"/>
              <a:gd name="csY4" fmla="*/ 0 h 1871130"/>
              <a:gd name="csX5" fmla="*/ 9343504 w 11159529"/>
              <a:gd name="csY5" fmla="*/ 0 h 1871130"/>
              <a:gd name="csX6" fmla="*/ 9945690 w 11159529"/>
              <a:gd name="csY6" fmla="*/ 0 h 1871130"/>
              <a:gd name="csX7" fmla="*/ 10942569 w 11159529"/>
              <a:gd name="csY7" fmla="*/ 0 h 1871130"/>
              <a:gd name="csX8" fmla="*/ 11149536 w 11159529"/>
              <a:gd name="csY8" fmla="*/ 281569 h 1871130"/>
              <a:gd name="csX9" fmla="*/ 10701308 w 11159529"/>
              <a:gd name="csY9" fmla="*/ 1718815 h 1871130"/>
              <a:gd name="csX10" fmla="*/ 10494364 w 11159529"/>
              <a:gd name="csY10" fmla="*/ 1871130 h 1871130"/>
              <a:gd name="csX11" fmla="*/ 9497485 w 11159529"/>
              <a:gd name="csY11" fmla="*/ 1871130 h 1871130"/>
              <a:gd name="csX12" fmla="*/ 8895299 w 11159529"/>
              <a:gd name="csY12" fmla="*/ 1871130 h 1871130"/>
              <a:gd name="csX13" fmla="*/ 7898420 w 11159529"/>
              <a:gd name="csY13" fmla="*/ 1871130 h 1871130"/>
              <a:gd name="csX14" fmla="*/ 908254 w 11159529"/>
              <a:gd name="csY14" fmla="*/ 1871130 h 1871130"/>
              <a:gd name="csX15" fmla="*/ 421453 w 11159529"/>
              <a:gd name="csY15" fmla="*/ 1871130 h 1871130"/>
              <a:gd name="csX16" fmla="*/ 14514 w 11159529"/>
              <a:gd name="csY16" fmla="*/ 1871130 h 1871130"/>
              <a:gd name="csX0" fmla="*/ 0 w 11145015"/>
              <a:gd name="csY0" fmla="*/ 0 h 1871130"/>
              <a:gd name="csX1" fmla="*/ 406939 w 11145015"/>
              <a:gd name="csY1" fmla="*/ 0 h 1871130"/>
              <a:gd name="csX2" fmla="*/ 893740 w 11145015"/>
              <a:gd name="csY2" fmla="*/ 0 h 1871130"/>
              <a:gd name="csX3" fmla="*/ 8332111 w 11145015"/>
              <a:gd name="csY3" fmla="*/ 0 h 1871130"/>
              <a:gd name="csX4" fmla="*/ 9328990 w 11145015"/>
              <a:gd name="csY4" fmla="*/ 0 h 1871130"/>
              <a:gd name="csX5" fmla="*/ 9931176 w 11145015"/>
              <a:gd name="csY5" fmla="*/ 0 h 1871130"/>
              <a:gd name="csX6" fmla="*/ 10928055 w 11145015"/>
              <a:gd name="csY6" fmla="*/ 0 h 1871130"/>
              <a:gd name="csX7" fmla="*/ 11135022 w 11145015"/>
              <a:gd name="csY7" fmla="*/ 281569 h 1871130"/>
              <a:gd name="csX8" fmla="*/ 10686794 w 11145015"/>
              <a:gd name="csY8" fmla="*/ 1718815 h 1871130"/>
              <a:gd name="csX9" fmla="*/ 10479850 w 11145015"/>
              <a:gd name="csY9" fmla="*/ 1871130 h 1871130"/>
              <a:gd name="csX10" fmla="*/ 9482971 w 11145015"/>
              <a:gd name="csY10" fmla="*/ 1871130 h 1871130"/>
              <a:gd name="csX11" fmla="*/ 8880785 w 11145015"/>
              <a:gd name="csY11" fmla="*/ 1871130 h 1871130"/>
              <a:gd name="csX12" fmla="*/ 7883906 w 11145015"/>
              <a:gd name="csY12" fmla="*/ 1871130 h 1871130"/>
              <a:gd name="csX13" fmla="*/ 893740 w 11145015"/>
              <a:gd name="csY13" fmla="*/ 1871130 h 1871130"/>
              <a:gd name="csX14" fmla="*/ 406939 w 11145015"/>
              <a:gd name="csY14" fmla="*/ 1871130 h 1871130"/>
              <a:gd name="csX15" fmla="*/ 0 w 11145015"/>
              <a:gd name="csY15" fmla="*/ 1871130 h 18711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1145015" h="1871130">
                <a:moveTo>
                  <a:pt x="0" y="0"/>
                </a:moveTo>
                <a:lnTo>
                  <a:pt x="406939" y="0"/>
                </a:lnTo>
                <a:lnTo>
                  <a:pt x="893740" y="0"/>
                </a:lnTo>
                <a:lnTo>
                  <a:pt x="8332111" y="0"/>
                </a:lnTo>
                <a:lnTo>
                  <a:pt x="9328990" y="0"/>
                </a:lnTo>
                <a:lnTo>
                  <a:pt x="9931176" y="0"/>
                </a:lnTo>
                <a:lnTo>
                  <a:pt x="10928055" y="0"/>
                </a:lnTo>
                <a:cubicBezTo>
                  <a:pt x="11074294" y="0"/>
                  <a:pt x="11178579" y="141891"/>
                  <a:pt x="11135022" y="281569"/>
                </a:cubicBezTo>
                <a:lnTo>
                  <a:pt x="10686794" y="1718815"/>
                </a:lnTo>
                <a:cubicBezTo>
                  <a:pt x="10658537" y="1809425"/>
                  <a:pt x="10574700" y="1871130"/>
                  <a:pt x="10479850" y="1871130"/>
                </a:cubicBezTo>
                <a:lnTo>
                  <a:pt x="9482971" y="1871130"/>
                </a:lnTo>
                <a:lnTo>
                  <a:pt x="8880785" y="1871130"/>
                </a:lnTo>
                <a:lnTo>
                  <a:pt x="7883906" y="1871130"/>
                </a:lnTo>
                <a:lnTo>
                  <a:pt x="893740" y="1871130"/>
                </a:lnTo>
                <a:lnTo>
                  <a:pt x="406939" y="1871130"/>
                </a:lnTo>
                <a:lnTo>
                  <a:pt x="0" y="1871130"/>
                </a:lnTo>
              </a:path>
            </a:pathLst>
          </a:custGeom>
          <a:noFill/>
          <a:ln w="2522" cap="flat">
            <a:solidFill>
              <a:schemeClr val="accent1"/>
            </a:solidFill>
            <a:prstDash val="solid"/>
            <a:miter/>
          </a:ln>
        </p:spPr>
        <p:txBody>
          <a:bodyPr wrap="square">
            <a:noAutofit/>
          </a:bodyPr>
          <a:lstStyle/>
          <a:p>
            <a:endParaRPr lang="ar-SA"/>
          </a:p>
        </p:txBody>
      </p:sp>
      <p:sp>
        <p:nvSpPr>
          <p:cNvPr id="6" name="Freeform: Shape 5">
            <a:extLst>
              <a:ext uri="{FF2B5EF4-FFF2-40B4-BE49-F238E27FC236}">
                <a16:creationId xmlns:a16="http://schemas.microsoft.com/office/drawing/2014/main" id="{7D26994B-CCCD-4417-2F1F-1667759F2D48}"/>
              </a:ext>
            </a:extLst>
          </p:cNvPr>
          <p:cNvSpPr/>
          <p:nvPr userDrawn="1"/>
        </p:nvSpPr>
        <p:spPr>
          <a:xfrm>
            <a:off x="0" y="2383540"/>
            <a:ext cx="10999874" cy="1916749"/>
          </a:xfrm>
          <a:custGeom>
            <a:avLst/>
            <a:gdLst>
              <a:gd name="csX0" fmla="*/ 0 w 10999874"/>
              <a:gd name="csY0" fmla="*/ 0 h 1916749"/>
              <a:gd name="csX1" fmla="*/ 498669 w 10999874"/>
              <a:gd name="csY1" fmla="*/ 0 h 1916749"/>
              <a:gd name="csX2" fmla="*/ 9756442 w 10999874"/>
              <a:gd name="csY2" fmla="*/ 0 h 1916749"/>
              <a:gd name="csX3" fmla="*/ 10777625 w 10999874"/>
              <a:gd name="csY3" fmla="*/ 0 h 1916749"/>
              <a:gd name="csX4" fmla="*/ 10989638 w 10999874"/>
              <a:gd name="csY4" fmla="*/ 288434 h 1916749"/>
              <a:gd name="csX5" fmla="*/ 10530482 w 10999874"/>
              <a:gd name="csY5" fmla="*/ 1760720 h 1916749"/>
              <a:gd name="csX6" fmla="*/ 10318493 w 10999874"/>
              <a:gd name="csY6" fmla="*/ 1916749 h 1916749"/>
              <a:gd name="csX7" fmla="*/ 9297310 w 10999874"/>
              <a:gd name="csY7" fmla="*/ 1916749 h 1916749"/>
              <a:gd name="csX8" fmla="*/ 498669 w 10999874"/>
              <a:gd name="csY8" fmla="*/ 1916749 h 1916749"/>
              <a:gd name="csX9" fmla="*/ 0 w 10999874"/>
              <a:gd name="csY9" fmla="*/ 1916749 h 19167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999874" h="1916749">
                <a:moveTo>
                  <a:pt x="0" y="0"/>
                </a:moveTo>
                <a:lnTo>
                  <a:pt x="498669" y="0"/>
                </a:lnTo>
                <a:lnTo>
                  <a:pt x="9756442" y="0"/>
                </a:lnTo>
                <a:lnTo>
                  <a:pt x="10777625" y="0"/>
                </a:lnTo>
                <a:cubicBezTo>
                  <a:pt x="10927430" y="0"/>
                  <a:pt x="11034257" y="145350"/>
                  <a:pt x="10989638" y="288434"/>
                </a:cubicBezTo>
                <a:lnTo>
                  <a:pt x="10530482" y="1760720"/>
                </a:lnTo>
                <a:cubicBezTo>
                  <a:pt x="10501536" y="1853539"/>
                  <a:pt x="10415655" y="1916749"/>
                  <a:pt x="10318493" y="1916749"/>
                </a:cubicBezTo>
                <a:lnTo>
                  <a:pt x="9297310" y="1916749"/>
                </a:lnTo>
                <a:lnTo>
                  <a:pt x="498669" y="1916749"/>
                </a:lnTo>
                <a:lnTo>
                  <a:pt x="0" y="1916749"/>
                </a:lnTo>
                <a:close/>
              </a:path>
            </a:pathLst>
          </a:custGeom>
          <a:solidFill>
            <a:schemeClr val="bg1"/>
          </a:solidFill>
          <a:ln w="2522" cap="flat">
            <a:noFill/>
            <a:prstDash val="solid"/>
            <a:miter/>
          </a:ln>
        </p:spPr>
        <p:txBody>
          <a:bodyPr wrap="square">
            <a:noAutofit/>
          </a:bodyPr>
          <a:lstStyle/>
          <a:p>
            <a:endParaRPr lang="ar-SA"/>
          </a:p>
        </p:txBody>
      </p:sp>
      <p:sp>
        <p:nvSpPr>
          <p:cNvPr id="8" name="Text Placeholder 15">
            <a:extLst>
              <a:ext uri="{FF2B5EF4-FFF2-40B4-BE49-F238E27FC236}">
                <a16:creationId xmlns:a16="http://schemas.microsoft.com/office/drawing/2014/main" id="{4F36BF91-139F-4F93-EA7E-50208B84BCFC}"/>
              </a:ext>
            </a:extLst>
          </p:cNvPr>
          <p:cNvSpPr>
            <a:spLocks noGrp="1"/>
          </p:cNvSpPr>
          <p:nvPr>
            <p:ph type="body" sz="quarter" idx="10"/>
          </p:nvPr>
        </p:nvSpPr>
        <p:spPr>
          <a:xfrm>
            <a:off x="342900" y="3064915"/>
            <a:ext cx="10063843" cy="553998"/>
          </a:xfr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lvl1pPr marL="0" indent="0">
              <a:buNone/>
              <a:defRPr lang="ar-SA" sz="3600" b="1" dirty="0">
                <a:solidFill>
                  <a:schemeClr val="tx1"/>
                </a:solidFill>
                <a:latin typeface="+mj-lt"/>
              </a:defRPr>
            </a:lvl1pPr>
          </a:lstStyle>
          <a:p>
            <a:pPr marL="0" lvl="0"/>
            <a:endParaRPr lang="ar-SA" dirty="0"/>
          </a:p>
        </p:txBody>
      </p:sp>
      <p:pic>
        <p:nvPicPr>
          <p:cNvPr id="9" name="Graphic 8">
            <a:extLst>
              <a:ext uri="{FF2B5EF4-FFF2-40B4-BE49-F238E27FC236}">
                <a16:creationId xmlns:a16="http://schemas.microsoft.com/office/drawing/2014/main" id="{C4C47E15-8038-4915-EA5A-25F9E87584B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203616" y="396664"/>
            <a:ext cx="637547" cy="300022"/>
          </a:xfrm>
          <a:prstGeom prst="rect">
            <a:avLst/>
          </a:prstGeom>
        </p:spPr>
      </p:pic>
    </p:spTree>
    <p:extLst>
      <p:ext uri="{BB962C8B-B14F-4D97-AF65-F5344CB8AC3E}">
        <p14:creationId xmlns:p14="http://schemas.microsoft.com/office/powerpoint/2010/main" val="936302544"/>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lank">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761835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bg>
      <p:bgRef idx="1001">
        <a:schemeClr val="bg1"/>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9635DE9-A22D-2BD0-5D29-81A0AA32E8E1}"/>
              </a:ext>
            </a:extLst>
          </p:cNvPr>
          <p:cNvGraphicFramePr>
            <a:graphicFrameLocks/>
          </p:cNvGraphicFramePr>
          <p:nvPr userDrawn="1">
            <p:custDataLst>
              <p:tags r:id="rId2"/>
            </p:custDataLst>
            <p:extLst>
              <p:ext uri="{D42A27DB-BD31-4B8C-83A1-F6EECF244321}">
                <p14:modId xmlns:p14="http://schemas.microsoft.com/office/powerpoint/2010/main" val="30426502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076"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id="{E9635DE9-A22D-2BD0-5D29-81A0AA32E8E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284AD1F-0171-0EFA-307C-58A0BDF9A522}"/>
              </a:ext>
            </a:extLst>
          </p:cNvPr>
          <p:cNvSpPr>
            <a:spLocks noGrp="1"/>
          </p:cNvSpPr>
          <p:nvPr>
            <p:ph type="title"/>
          </p:nvPr>
        </p:nvSpPr>
        <p:spPr>
          <a:xfrm>
            <a:off x="342901" y="600075"/>
            <a:ext cx="10648949" cy="530225"/>
          </a:xfrm>
          <a:prstGeom prst="rect">
            <a:avLst/>
          </a:prstGeom>
        </p:spPr>
        <p:txBody>
          <a:bodyPr vert="horz" lIns="0" tIns="0" rIns="0" bIns="0" anchor="b"/>
          <a:lstStyle>
            <a:lvl1pPr algn="l" rtl="0">
              <a:defRPr sz="2800" b="1">
                <a:solidFill>
                  <a:schemeClr val="tx1"/>
                </a:solidFill>
              </a:defRPr>
            </a:lvl1pPr>
          </a:lstStyle>
          <a:p>
            <a:r>
              <a:rPr lang="en-US" dirty="0"/>
              <a:t>Click to edit Master title style</a:t>
            </a:r>
            <a:endParaRPr lang="en-IN" dirty="0"/>
          </a:p>
        </p:txBody>
      </p:sp>
      <p:sp>
        <p:nvSpPr>
          <p:cNvPr id="9" name="Content Placeholder 8">
            <a:extLst>
              <a:ext uri="{FF2B5EF4-FFF2-40B4-BE49-F238E27FC236}">
                <a16:creationId xmlns:a16="http://schemas.microsoft.com/office/drawing/2014/main" id="{64759056-09DA-CCF0-C950-3C94E3433EDF}"/>
              </a:ext>
            </a:extLst>
          </p:cNvPr>
          <p:cNvSpPr>
            <a:spLocks noGrp="1"/>
          </p:cNvSpPr>
          <p:nvPr>
            <p:ph sz="quarter" idx="11" hasCustomPrompt="1"/>
          </p:nvPr>
        </p:nvSpPr>
        <p:spPr>
          <a:xfrm>
            <a:off x="342900" y="6610350"/>
            <a:ext cx="2954338" cy="123111"/>
          </a:xfrm>
        </p:spPr>
        <p:txBody>
          <a:bodyPr lIns="0" tIns="0" rIns="0" bIns="0" anchor="b"/>
          <a:lstStyle>
            <a:lvl1pPr>
              <a:buFontTx/>
              <a:buNone/>
              <a:defRPr sz="800"/>
            </a:lvl1pPr>
          </a:lstStyle>
          <a:p>
            <a:pPr lvl="0"/>
            <a:r>
              <a:rPr lang="en-GB" dirty="0"/>
              <a:t>Source</a:t>
            </a:r>
            <a:endParaRPr lang="en-US" dirty="0"/>
          </a:p>
        </p:txBody>
      </p:sp>
      <p:sp>
        <p:nvSpPr>
          <p:cNvPr id="12" name="Slide Number Placeholder 3">
            <a:extLst>
              <a:ext uri="{FF2B5EF4-FFF2-40B4-BE49-F238E27FC236}">
                <a16:creationId xmlns:a16="http://schemas.microsoft.com/office/drawing/2014/main" id="{88BB76FD-4F69-F286-3758-7A29F013E35A}"/>
              </a:ext>
            </a:extLst>
          </p:cNvPr>
          <p:cNvSpPr>
            <a:spLocks noGrp="1"/>
          </p:cNvSpPr>
          <p:nvPr>
            <p:ph type="sldNum" sz="quarter" idx="4"/>
          </p:nvPr>
        </p:nvSpPr>
        <p:spPr>
          <a:xfrm>
            <a:off x="9086850" y="6610350"/>
            <a:ext cx="2743200" cy="123111"/>
          </a:xfrm>
          <a:prstGeom prst="rect">
            <a:avLst/>
          </a:prstGeom>
        </p:spPr>
        <p:txBody>
          <a:bodyPr vert="horz" lIns="0" tIns="0" rIns="0" bIns="0" rtlCol="0" anchor="ctr">
            <a:spAutoFit/>
          </a:bodyPr>
          <a:lstStyle>
            <a:lvl1pPr algn="r">
              <a:defRPr sz="800">
                <a:solidFill>
                  <a:schemeClr val="tx1"/>
                </a:solidFill>
              </a:defRPr>
            </a:lvl1pPr>
          </a:lstStyle>
          <a:p>
            <a:fld id="{8EB2A6CC-2F0B-9D4F-B83B-61C609445FA1}" type="slidenum">
              <a:rPr lang="en-US" smtClean="0"/>
              <a:pPr/>
              <a:t>‹#›</a:t>
            </a:fld>
            <a:endParaRPr lang="en-US" sz="800" dirty="0"/>
          </a:p>
        </p:txBody>
      </p:sp>
    </p:spTree>
    <p:extLst>
      <p:ext uri="{BB962C8B-B14F-4D97-AF65-F5344CB8AC3E}">
        <p14:creationId xmlns:p14="http://schemas.microsoft.com/office/powerpoint/2010/main" val="1069841133"/>
      </p:ext>
    </p:extLst>
  </p:cSld>
  <p:clrMapOvr>
    <a:masterClrMapping/>
  </p:clrMapOvr>
  <p:extLst mod="1">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Thank you">
    <p:bg>
      <p:bgRef idx="1001">
        <a:schemeClr val="bg1"/>
      </p:bgRef>
    </p:bg>
    <p:spTree>
      <p:nvGrpSpPr>
        <p:cNvPr id="1" name=""/>
        <p:cNvGrpSpPr/>
        <p:nvPr/>
      </p:nvGrpSpPr>
      <p:grpSpPr>
        <a:xfrm>
          <a:off x="0" y="0"/>
          <a:ext cx="0" cy="0"/>
          <a:chOff x="0" y="0"/>
          <a:chExt cx="0" cy="0"/>
        </a:xfrm>
      </p:grpSpPr>
      <p:sp>
        <p:nvSpPr>
          <p:cNvPr id="42" name="Freeform: Shape 41">
            <a:extLst>
              <a:ext uri="{FF2B5EF4-FFF2-40B4-BE49-F238E27FC236}">
                <a16:creationId xmlns:a16="http://schemas.microsoft.com/office/drawing/2014/main" id="{0EEFB5B2-5369-75D0-3154-6B7A697FC402}"/>
              </a:ext>
            </a:extLst>
          </p:cNvPr>
          <p:cNvSpPr/>
          <p:nvPr userDrawn="1"/>
        </p:nvSpPr>
        <p:spPr>
          <a:xfrm>
            <a:off x="0" y="0"/>
            <a:ext cx="12192000" cy="6858000"/>
          </a:xfrm>
          <a:custGeom>
            <a:avLst/>
            <a:gdLst>
              <a:gd name="csX0" fmla="*/ 0 w 12192000"/>
              <a:gd name="csY0" fmla="*/ 0 h 6858000"/>
              <a:gd name="csX1" fmla="*/ 12192000 w 12192000"/>
              <a:gd name="csY1" fmla="*/ 0 h 6858000"/>
              <a:gd name="csX2" fmla="*/ 12192000 w 12192000"/>
              <a:gd name="csY2" fmla="*/ 6858000 h 6858000"/>
              <a:gd name="csX3" fmla="*/ 0 w 12192000"/>
              <a:gd name="csY3" fmla="*/ 6858000 h 6858000"/>
            </a:gdLst>
            <a:ahLst/>
            <a:cxnLst>
              <a:cxn ang="0">
                <a:pos x="csX0" y="csY0"/>
              </a:cxn>
              <a:cxn ang="0">
                <a:pos x="csX1" y="csY1"/>
              </a:cxn>
              <a:cxn ang="0">
                <a:pos x="csX2" y="csY2"/>
              </a:cxn>
              <a:cxn ang="0">
                <a:pos x="csX3" y="csY3"/>
              </a:cxn>
            </a:cxnLst>
            <a:rect l="l" t="t" r="r" b="b"/>
            <a:pathLst>
              <a:path w="12192000" h="6858000">
                <a:moveTo>
                  <a:pt x="0" y="0"/>
                </a:moveTo>
                <a:lnTo>
                  <a:pt x="12192000" y="0"/>
                </a:lnTo>
                <a:lnTo>
                  <a:pt x="12192000" y="6858000"/>
                </a:lnTo>
                <a:lnTo>
                  <a:pt x="0" y="6858000"/>
                </a:lnTo>
                <a:close/>
              </a:path>
            </a:pathLst>
          </a:custGeom>
          <a:solidFill>
            <a:srgbClr val="FDECE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ar-SA"/>
          </a:p>
        </p:txBody>
      </p:sp>
      <p:pic>
        <p:nvPicPr>
          <p:cNvPr id="39" name="Picture 38">
            <a:extLst>
              <a:ext uri="{FF2B5EF4-FFF2-40B4-BE49-F238E27FC236}">
                <a16:creationId xmlns:a16="http://schemas.microsoft.com/office/drawing/2014/main" id="{4CD94E8F-123A-729B-EDCE-B9370E52954E}"/>
              </a:ext>
            </a:extLst>
          </p:cNvPr>
          <p:cNvPicPr>
            <a:picLocks/>
          </p:cNvPicPr>
          <p:nvPr userDrawn="1"/>
        </p:nvPicPr>
        <p:blipFill rotWithShape="1">
          <a:blip r:embed="rId2"/>
          <a:srcRect l="19247" r="19247"/>
          <a:stretch>
            <a:fillRect/>
          </a:stretch>
        </p:blipFill>
        <p:spPr>
          <a:xfrm>
            <a:off x="0" y="0"/>
            <a:ext cx="4218039" cy="6858000"/>
          </a:xfrm>
          <a:custGeom>
            <a:avLst/>
            <a:gdLst>
              <a:gd name="csX0" fmla="*/ 0 w 4218039"/>
              <a:gd name="csY0" fmla="*/ 0 h 6858000"/>
              <a:gd name="csX1" fmla="*/ 4218039 w 4218039"/>
              <a:gd name="csY1" fmla="*/ 0 h 6858000"/>
              <a:gd name="csX2" fmla="*/ 4218039 w 4218039"/>
              <a:gd name="csY2" fmla="*/ 6858000 h 6858000"/>
              <a:gd name="csX3" fmla="*/ 0 w 4218039"/>
              <a:gd name="csY3" fmla="*/ 6858000 h 6858000"/>
            </a:gdLst>
            <a:ahLst/>
            <a:cxnLst>
              <a:cxn ang="0">
                <a:pos x="csX0" y="csY0"/>
              </a:cxn>
              <a:cxn ang="0">
                <a:pos x="csX1" y="csY1"/>
              </a:cxn>
              <a:cxn ang="0">
                <a:pos x="csX2" y="csY2"/>
              </a:cxn>
              <a:cxn ang="0">
                <a:pos x="csX3" y="csY3"/>
              </a:cxn>
            </a:cxnLst>
            <a:rect l="l" t="t" r="r" b="b"/>
            <a:pathLst>
              <a:path w="4218039" h="6858000">
                <a:moveTo>
                  <a:pt x="0" y="0"/>
                </a:moveTo>
                <a:lnTo>
                  <a:pt x="4218039" y="0"/>
                </a:lnTo>
                <a:lnTo>
                  <a:pt x="4218039" y="6858000"/>
                </a:lnTo>
                <a:lnTo>
                  <a:pt x="0" y="6858000"/>
                </a:lnTo>
                <a:close/>
              </a:path>
            </a:pathLst>
          </a:custGeom>
        </p:spPr>
      </p:pic>
      <p:pic>
        <p:nvPicPr>
          <p:cNvPr id="15" name="Graphic 14">
            <a:extLst>
              <a:ext uri="{FF2B5EF4-FFF2-40B4-BE49-F238E27FC236}">
                <a16:creationId xmlns:a16="http://schemas.microsoft.com/office/drawing/2014/main" id="{E9852FFA-214F-BF20-9112-76359651326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025512" y="2789556"/>
            <a:ext cx="5166488" cy="5708650"/>
          </a:xfrm>
          <a:prstGeom prst="rect">
            <a:avLst/>
          </a:prstGeom>
        </p:spPr>
      </p:pic>
      <p:grpSp>
        <p:nvGrpSpPr>
          <p:cNvPr id="49" name="Group 48">
            <a:extLst>
              <a:ext uri="{FF2B5EF4-FFF2-40B4-BE49-F238E27FC236}">
                <a16:creationId xmlns:a16="http://schemas.microsoft.com/office/drawing/2014/main" id="{DBEE5632-0C83-0154-FBF5-23ED53896343}"/>
              </a:ext>
            </a:extLst>
          </p:cNvPr>
          <p:cNvGrpSpPr/>
          <p:nvPr userDrawn="1"/>
        </p:nvGrpSpPr>
        <p:grpSpPr>
          <a:xfrm>
            <a:off x="4789772" y="1951672"/>
            <a:ext cx="5059078" cy="2416574"/>
            <a:chOff x="4789772" y="1663700"/>
            <a:chExt cx="5059078" cy="2416574"/>
          </a:xfrm>
        </p:grpSpPr>
        <p:sp>
          <p:nvSpPr>
            <p:cNvPr id="13" name="Rectangle 12">
              <a:extLst>
                <a:ext uri="{FF2B5EF4-FFF2-40B4-BE49-F238E27FC236}">
                  <a16:creationId xmlns:a16="http://schemas.microsoft.com/office/drawing/2014/main" id="{3B46E73A-3538-DC6D-4509-67A1D4FAC1FC}"/>
                </a:ext>
              </a:extLst>
            </p:cNvPr>
            <p:cNvSpPr>
              <a:spLocks/>
            </p:cNvSpPr>
            <p:nvPr/>
          </p:nvSpPr>
          <p:spPr>
            <a:xfrm>
              <a:off x="4789772" y="2602946"/>
              <a:ext cx="5059078" cy="1477328"/>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ctr">
                <a:spcBef>
                  <a:spcPts val="300"/>
                </a:spcBef>
                <a:spcAft>
                  <a:spcPts val="300"/>
                </a:spcAft>
              </a:pPr>
              <a:r>
                <a:rPr lang="en-US" sz="9600" b="1" dirty="0">
                  <a:solidFill>
                    <a:schemeClr val="accent1"/>
                  </a:solidFill>
                  <a:latin typeface="+mj-lt"/>
                </a:rPr>
                <a:t>Thank You</a:t>
              </a:r>
            </a:p>
          </p:txBody>
        </p:sp>
        <p:pic>
          <p:nvPicPr>
            <p:cNvPr id="3" name="Graphic 2">
              <a:extLst>
                <a:ext uri="{FF2B5EF4-FFF2-40B4-BE49-F238E27FC236}">
                  <a16:creationId xmlns:a16="http://schemas.microsoft.com/office/drawing/2014/main" id="{AD680AEB-1E22-7BEC-F0F2-60D8DD51827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89772" y="1663700"/>
              <a:ext cx="1356464" cy="638336"/>
            </a:xfrm>
            <a:prstGeom prst="rect">
              <a:avLst/>
            </a:prstGeom>
          </p:spPr>
        </p:pic>
      </p:grpSp>
      <p:sp>
        <p:nvSpPr>
          <p:cNvPr id="36" name="Freeform: Shape 35">
            <a:extLst>
              <a:ext uri="{FF2B5EF4-FFF2-40B4-BE49-F238E27FC236}">
                <a16:creationId xmlns:a16="http://schemas.microsoft.com/office/drawing/2014/main" id="{3CAA2A24-8E9B-F9CF-8B25-522F6EA80A8E}"/>
              </a:ext>
            </a:extLst>
          </p:cNvPr>
          <p:cNvSpPr/>
          <p:nvPr userDrawn="1"/>
        </p:nvSpPr>
        <p:spPr>
          <a:xfrm>
            <a:off x="0" y="0"/>
            <a:ext cx="4218039" cy="6858000"/>
          </a:xfrm>
          <a:custGeom>
            <a:avLst/>
            <a:gdLst>
              <a:gd name="csX0" fmla="*/ 0 w 4218039"/>
              <a:gd name="csY0" fmla="*/ 0 h 6858000"/>
              <a:gd name="csX1" fmla="*/ 4218039 w 4218039"/>
              <a:gd name="csY1" fmla="*/ 0 h 6858000"/>
              <a:gd name="csX2" fmla="*/ 4218039 w 4218039"/>
              <a:gd name="csY2" fmla="*/ 6858000 h 6858000"/>
              <a:gd name="csX3" fmla="*/ 0 w 4218039"/>
              <a:gd name="csY3" fmla="*/ 6858000 h 6858000"/>
            </a:gdLst>
            <a:ahLst/>
            <a:cxnLst>
              <a:cxn ang="0">
                <a:pos x="csX0" y="csY0"/>
              </a:cxn>
              <a:cxn ang="0">
                <a:pos x="csX1" y="csY1"/>
              </a:cxn>
              <a:cxn ang="0">
                <a:pos x="csX2" y="csY2"/>
              </a:cxn>
              <a:cxn ang="0">
                <a:pos x="csX3" y="csY3"/>
              </a:cxn>
            </a:cxnLst>
            <a:rect l="l" t="t" r="r" b="b"/>
            <a:pathLst>
              <a:path w="4218039" h="6858000">
                <a:moveTo>
                  <a:pt x="0" y="0"/>
                </a:moveTo>
                <a:lnTo>
                  <a:pt x="4218039" y="0"/>
                </a:lnTo>
                <a:lnTo>
                  <a:pt x="4218039" y="6858000"/>
                </a:lnTo>
                <a:lnTo>
                  <a:pt x="0" y="6858000"/>
                </a:lnTo>
                <a:close/>
              </a:path>
            </a:pathLst>
          </a:custGeom>
          <a:solidFill>
            <a:schemeClr val="tx2">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ar-SA"/>
          </a:p>
        </p:txBody>
      </p:sp>
      <p:sp>
        <p:nvSpPr>
          <p:cNvPr id="43" name="Freeform: Shape 42">
            <a:extLst>
              <a:ext uri="{FF2B5EF4-FFF2-40B4-BE49-F238E27FC236}">
                <a16:creationId xmlns:a16="http://schemas.microsoft.com/office/drawing/2014/main" id="{1A418E80-8018-8988-2BF1-42B8F470E109}"/>
              </a:ext>
            </a:extLst>
          </p:cNvPr>
          <p:cNvSpPr/>
          <p:nvPr userDrawn="1"/>
        </p:nvSpPr>
        <p:spPr>
          <a:xfrm>
            <a:off x="4069081" y="0"/>
            <a:ext cx="148958" cy="6858000"/>
          </a:xfrm>
          <a:custGeom>
            <a:avLst/>
            <a:gdLst>
              <a:gd name="csX0" fmla="*/ 0 w 12192000"/>
              <a:gd name="csY0" fmla="*/ 0 h 6858000"/>
              <a:gd name="csX1" fmla="*/ 12192000 w 12192000"/>
              <a:gd name="csY1" fmla="*/ 0 h 6858000"/>
              <a:gd name="csX2" fmla="*/ 12192000 w 12192000"/>
              <a:gd name="csY2" fmla="*/ 6858000 h 6858000"/>
              <a:gd name="csX3" fmla="*/ 0 w 12192000"/>
              <a:gd name="csY3" fmla="*/ 6858000 h 6858000"/>
            </a:gdLst>
            <a:ahLst/>
            <a:cxnLst>
              <a:cxn ang="0">
                <a:pos x="csX0" y="csY0"/>
              </a:cxn>
              <a:cxn ang="0">
                <a:pos x="csX1" y="csY1"/>
              </a:cxn>
              <a:cxn ang="0">
                <a:pos x="csX2" y="csY2"/>
              </a:cxn>
              <a:cxn ang="0">
                <a:pos x="csX3" y="csY3"/>
              </a:cxn>
            </a:cxnLst>
            <a:rect l="l" t="t" r="r" b="b"/>
            <a:pathLst>
              <a:path w="12192000" h="6858000">
                <a:moveTo>
                  <a:pt x="0" y="0"/>
                </a:moveTo>
                <a:lnTo>
                  <a:pt x="12192000" y="0"/>
                </a:lnTo>
                <a:lnTo>
                  <a:pt x="12192000" y="6858000"/>
                </a:lnTo>
                <a:lnTo>
                  <a:pt x="0" y="6858000"/>
                </a:ln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ar-SA"/>
          </a:p>
        </p:txBody>
      </p:sp>
      <p:sp>
        <p:nvSpPr>
          <p:cNvPr id="48" name="Freeform: Shape 47">
            <a:extLst>
              <a:ext uri="{FF2B5EF4-FFF2-40B4-BE49-F238E27FC236}">
                <a16:creationId xmlns:a16="http://schemas.microsoft.com/office/drawing/2014/main" id="{A1AEBA63-31A8-D514-1DA2-2EBCF337481B}"/>
              </a:ext>
            </a:extLst>
          </p:cNvPr>
          <p:cNvSpPr/>
          <p:nvPr userDrawn="1"/>
        </p:nvSpPr>
        <p:spPr>
          <a:xfrm rot="20784708">
            <a:off x="10602755" y="-181462"/>
            <a:ext cx="1672082" cy="1539590"/>
          </a:xfrm>
          <a:custGeom>
            <a:avLst/>
            <a:gdLst>
              <a:gd name="csX0" fmla="*/ 740759 w 1672082"/>
              <a:gd name="csY0" fmla="*/ 141489 h 1539590"/>
              <a:gd name="csX1" fmla="*/ 753608 w 1672082"/>
              <a:gd name="csY1" fmla="*/ 144595 h 1539590"/>
              <a:gd name="csX2" fmla="*/ 735553 w 1672082"/>
              <a:gd name="csY2" fmla="*/ 178906 h 1539590"/>
              <a:gd name="csX3" fmla="*/ 840936 w 1672082"/>
              <a:gd name="csY3" fmla="*/ 698652 h 1539590"/>
              <a:gd name="csX4" fmla="*/ 1519382 w 1672082"/>
              <a:gd name="csY4" fmla="*/ 698652 h 1539590"/>
              <a:gd name="csX5" fmla="*/ 1651111 w 1672082"/>
              <a:gd name="csY5" fmla="*/ 451056 h 1539590"/>
              <a:gd name="csX6" fmla="*/ 1659498 w 1672082"/>
              <a:gd name="csY6" fmla="*/ 363555 h 1539590"/>
              <a:gd name="csX7" fmla="*/ 1672082 w 1672082"/>
              <a:gd name="csY7" fmla="*/ 366597 h 1539590"/>
              <a:gd name="csX8" fmla="*/ 1663751 w 1672082"/>
              <a:gd name="csY8" fmla="*/ 453515 h 1539590"/>
              <a:gd name="csX9" fmla="*/ 1528487 w 1672082"/>
              <a:gd name="csY9" fmla="*/ 707757 h 1539590"/>
              <a:gd name="csX10" fmla="*/ 831831 w 1672082"/>
              <a:gd name="csY10" fmla="*/ 707757 h 1539590"/>
              <a:gd name="csX11" fmla="*/ 723620 w 1672082"/>
              <a:gd name="csY11" fmla="*/ 174060 h 1539590"/>
              <a:gd name="csX12" fmla="*/ 155384 w 1672082"/>
              <a:gd name="csY12" fmla="*/ 0 h 1539590"/>
              <a:gd name="csX13" fmla="*/ 170048 w 1672082"/>
              <a:gd name="csY13" fmla="*/ 3544 h 1539590"/>
              <a:gd name="csX14" fmla="*/ 153385 w 1672082"/>
              <a:gd name="csY14" fmla="*/ 20207 h 1539590"/>
              <a:gd name="csX15" fmla="*/ 153385 w 1672082"/>
              <a:gd name="csY15" fmla="*/ 698652 h 1539590"/>
              <a:gd name="csX16" fmla="*/ 840936 w 1672082"/>
              <a:gd name="csY16" fmla="*/ 1386203 h 1539590"/>
              <a:gd name="csX17" fmla="*/ 1444125 w 1672082"/>
              <a:gd name="csY17" fmla="*/ 1447677 h 1539590"/>
              <a:gd name="csX18" fmla="*/ 1447814 w 1672082"/>
              <a:gd name="csY18" fmla="*/ 1444663 h 1539590"/>
              <a:gd name="csX19" fmla="*/ 1443506 w 1672082"/>
              <a:gd name="csY19" fmla="*/ 1462485 h 1539590"/>
              <a:gd name="csX20" fmla="*/ 1365529 w 1672082"/>
              <a:gd name="csY20" fmla="*/ 1503520 h 1539590"/>
              <a:gd name="csX21" fmla="*/ 831831 w 1672082"/>
              <a:gd name="csY21" fmla="*/ 1395308 h 1539590"/>
              <a:gd name="csX22" fmla="*/ 144282 w 1672082"/>
              <a:gd name="csY22" fmla="*/ 707757 h 1539590"/>
              <a:gd name="csX23" fmla="*/ 144282 w 1672082"/>
              <a:gd name="csY23" fmla="*/ 11102 h 15395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1672082" h="1539590">
                <a:moveTo>
                  <a:pt x="740759" y="141489"/>
                </a:moveTo>
                <a:lnTo>
                  <a:pt x="753608" y="144595"/>
                </a:lnTo>
                <a:lnTo>
                  <a:pt x="735553" y="178906"/>
                </a:lnTo>
                <a:cubicBezTo>
                  <a:pt x="665297" y="352154"/>
                  <a:pt x="700425" y="558141"/>
                  <a:pt x="840936" y="698652"/>
                </a:cubicBezTo>
                <a:cubicBezTo>
                  <a:pt x="1028285" y="886001"/>
                  <a:pt x="1332033" y="886001"/>
                  <a:pt x="1519382" y="698652"/>
                </a:cubicBezTo>
                <a:cubicBezTo>
                  <a:pt x="1589638" y="628397"/>
                  <a:pt x="1633548" y="541772"/>
                  <a:pt x="1651111" y="451056"/>
                </a:cubicBezTo>
                <a:lnTo>
                  <a:pt x="1659498" y="363555"/>
                </a:lnTo>
                <a:lnTo>
                  <a:pt x="1672082" y="366597"/>
                </a:lnTo>
                <a:lnTo>
                  <a:pt x="1663751" y="453515"/>
                </a:lnTo>
                <a:cubicBezTo>
                  <a:pt x="1645716" y="546667"/>
                  <a:pt x="1600628" y="635616"/>
                  <a:pt x="1528487" y="707757"/>
                </a:cubicBezTo>
                <a:cubicBezTo>
                  <a:pt x="1336111" y="900133"/>
                  <a:pt x="1024207" y="900133"/>
                  <a:pt x="831831" y="707757"/>
                </a:cubicBezTo>
                <a:cubicBezTo>
                  <a:pt x="687550" y="563475"/>
                  <a:pt x="651479" y="351959"/>
                  <a:pt x="723620" y="174060"/>
                </a:cubicBezTo>
                <a:close/>
                <a:moveTo>
                  <a:pt x="155384" y="0"/>
                </a:moveTo>
                <a:lnTo>
                  <a:pt x="170048" y="3544"/>
                </a:lnTo>
                <a:lnTo>
                  <a:pt x="153385" y="20207"/>
                </a:lnTo>
                <a:cubicBezTo>
                  <a:pt x="-33963" y="207555"/>
                  <a:pt x="-33963" y="511304"/>
                  <a:pt x="153385" y="698652"/>
                </a:cubicBezTo>
                <a:lnTo>
                  <a:pt x="840936" y="1386203"/>
                </a:lnTo>
                <a:cubicBezTo>
                  <a:pt x="1004866" y="1550133"/>
                  <a:pt x="1257915" y="1570624"/>
                  <a:pt x="1444125" y="1447677"/>
                </a:cubicBezTo>
                <a:lnTo>
                  <a:pt x="1447814" y="1444663"/>
                </a:lnTo>
                <a:lnTo>
                  <a:pt x="1443506" y="1462485"/>
                </a:lnTo>
                <a:lnTo>
                  <a:pt x="1365529" y="1503520"/>
                </a:lnTo>
                <a:cubicBezTo>
                  <a:pt x="1187629" y="1575661"/>
                  <a:pt x="976113" y="1539590"/>
                  <a:pt x="831831" y="1395308"/>
                </a:cubicBezTo>
                <a:lnTo>
                  <a:pt x="144282" y="707757"/>
                </a:lnTo>
                <a:cubicBezTo>
                  <a:pt x="-48094" y="515381"/>
                  <a:pt x="-48094" y="203477"/>
                  <a:pt x="144282" y="11102"/>
                </a:cubicBezTo>
                <a:close/>
              </a:path>
            </a:pathLst>
          </a:custGeom>
          <a:solidFill>
            <a:schemeClr val="accent1">
              <a:alpha val="22000"/>
            </a:schemeClr>
          </a:solidFill>
          <a:ln w="3210" cap="flat">
            <a:noFill/>
            <a:prstDash val="solid"/>
            <a:miter/>
          </a:ln>
        </p:spPr>
        <p:txBody>
          <a:bodyPr wrap="square">
            <a:noAutofit/>
          </a:bodyPr>
          <a:lstStyle/>
          <a:p>
            <a:endParaRPr lang="ar-SA"/>
          </a:p>
        </p:txBody>
      </p:sp>
    </p:spTree>
    <p:extLst>
      <p:ext uri="{BB962C8B-B14F-4D97-AF65-F5344CB8AC3E}">
        <p14:creationId xmlns:p14="http://schemas.microsoft.com/office/powerpoint/2010/main" val="612970390"/>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vmlDrawing" Target="../drawings/vmlDrawing1.vml"/><Relationship Id="rId8" Type="http://schemas.openxmlformats.org/officeDocument/2006/relationships/tags" Target="../tags/tag2.xml"/><Relationship Id="rId9" Type="http://schemas.openxmlformats.org/officeDocument/2006/relationships/oleObject" Target="../embeddings/oleObject1.bin"/><Relationship Id="rId10" Type="http://schemas.openxmlformats.org/officeDocument/2006/relationships/image" Target="../media/image1.emf"/><Relationship Id="rId11" Type="http://schemas.openxmlformats.org/officeDocument/2006/relationships/image" Target="../media/image2.png"/><Relationship Id="rId12"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A64720A-BB5B-9CF4-E7D4-2352C1A5BCC9}"/>
              </a:ext>
            </a:extLst>
          </p:cNvPr>
          <p:cNvGraphicFramePr>
            <a:graphicFrameLocks/>
          </p:cNvGraphicFramePr>
          <p:nvPr userDrawn="1">
            <p:custDataLst>
              <p:tags r:id="rId8"/>
            </p:custDataLst>
            <p:extLst>
              <p:ext uri="{D42A27DB-BD31-4B8C-83A1-F6EECF244321}">
                <p14:modId xmlns:p14="http://schemas.microsoft.com/office/powerpoint/2010/main" val="40107712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28" name="think-cell Slide" r:id="rId9" imgW="7772400" imgH="10058400" progId="TCLayout.ActiveDocument.1">
                  <p:embed/>
                </p:oleObj>
              </mc:Choice>
              <mc:Fallback>
                <p:oleObj name="think-cell Slide" r:id="rId9" imgW="7772400" imgH="10058400" progId="TCLayout.ActiveDocument.1">
                  <p:embed/>
                  <p:pic>
                    <p:nvPicPr>
                      <p:cNvPr id="3" name="think-cell data - do not delete" hidden="1">
                        <a:extLst>
                          <a:ext uri="{FF2B5EF4-FFF2-40B4-BE49-F238E27FC236}">
                            <a16:creationId xmlns:a16="http://schemas.microsoft.com/office/drawing/2014/main" id="{4A64720A-BB5B-9CF4-E7D4-2352C1A5BCC9}"/>
                          </a:ext>
                        </a:extLst>
                      </p:cNvPr>
                      <p:cNvPicPr/>
                      <p:nvPr/>
                    </p:nvPicPr>
                    <p:blipFill>
                      <a:blip r:embed="rId10"/>
                      <a:stretch>
                        <a:fillRect/>
                      </a:stretch>
                    </p:blipFill>
                    <p:spPr>
                      <a:xfrm>
                        <a:off x="1588" y="1588"/>
                        <a:ext cx="1227"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F6AB6FB7-7193-D0E6-CFB4-B746CB9281C1}"/>
              </a:ext>
            </a:extLst>
          </p:cNvPr>
          <p:cNvSpPr>
            <a:spLocks noGrp="1"/>
          </p:cNvSpPr>
          <p:nvPr>
            <p:ph type="body" idx="1"/>
          </p:nvPr>
        </p:nvSpPr>
        <p:spPr>
          <a:xfrm>
            <a:off x="342900" y="1825625"/>
            <a:ext cx="11487150" cy="1520416"/>
          </a:xfrm>
          <a:prstGeom prst="rect">
            <a:avLst/>
          </a:prstGeom>
        </p:spPr>
        <p:txBody>
          <a:bodyPr vert="horz" wrap="square" lIns="91440" tIns="45720" rIns="9144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hu-HU" dirty="0"/>
          </a:p>
        </p:txBody>
      </p:sp>
      <p:sp>
        <p:nvSpPr>
          <p:cNvPr id="4" name="Slide Number Placeholder 3">
            <a:extLst>
              <a:ext uri="{FF2B5EF4-FFF2-40B4-BE49-F238E27FC236}">
                <a16:creationId xmlns:a16="http://schemas.microsoft.com/office/drawing/2014/main" id="{468C632D-2E77-34EA-298C-0B926142729D}"/>
              </a:ext>
            </a:extLst>
          </p:cNvPr>
          <p:cNvSpPr>
            <a:spLocks noGrp="1"/>
          </p:cNvSpPr>
          <p:nvPr>
            <p:ph type="sldNum" sz="quarter" idx="4"/>
          </p:nvPr>
        </p:nvSpPr>
        <p:spPr>
          <a:xfrm>
            <a:off x="9086850" y="6477357"/>
            <a:ext cx="2743200" cy="123111"/>
          </a:xfrm>
          <a:prstGeom prst="rect">
            <a:avLst/>
          </a:prstGeom>
        </p:spPr>
        <p:txBody>
          <a:bodyPr vert="horz" lIns="0" tIns="0" rIns="0" bIns="0" rtlCol="0" anchor="ctr">
            <a:spAutoFit/>
          </a:bodyPr>
          <a:lstStyle>
            <a:lvl1pPr algn="r">
              <a:defRPr sz="800">
                <a:solidFill>
                  <a:schemeClr val="tx1"/>
                </a:solidFill>
              </a:defRPr>
            </a:lvl1pPr>
          </a:lstStyle>
          <a:p>
            <a:fld id="{8EB2A6CC-2F0B-9D4F-B83B-61C609445FA1}" type="slidenum">
              <a:rPr lang="en-US" smtClean="0"/>
              <a:pPr/>
              <a:t>‹#›</a:t>
            </a:fld>
            <a:endParaRPr lang="en-US" sz="800" dirty="0"/>
          </a:p>
        </p:txBody>
      </p:sp>
      <p:pic>
        <p:nvPicPr>
          <p:cNvPr id="6" name="Graphic 5">
            <a:extLst>
              <a:ext uri="{FF2B5EF4-FFF2-40B4-BE49-F238E27FC236}">
                <a16:creationId xmlns:a16="http://schemas.microsoft.com/office/drawing/2014/main" id="{028F7B93-B10C-916B-F5F6-9D26456D869C}"/>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1203616" y="396664"/>
            <a:ext cx="637547" cy="300022"/>
          </a:xfrm>
          <a:prstGeom prst="rect">
            <a:avLst/>
          </a:prstGeom>
        </p:spPr>
      </p:pic>
    </p:spTree>
    <p:extLst>
      <p:ext uri="{BB962C8B-B14F-4D97-AF65-F5344CB8AC3E}">
        <p14:creationId xmlns:p14="http://schemas.microsoft.com/office/powerpoint/2010/main" val="431031064"/>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66" r:id="rId4"/>
    <p:sldLayoutId id="2147483670" r:id="rId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16">
          <p15:clr>
            <a:srgbClr val="F26B43"/>
          </p15:clr>
        </p15:guide>
        <p15:guide id="2" pos="7459">
          <p15:clr>
            <a:srgbClr val="F26B43"/>
          </p15:clr>
        </p15:guide>
        <p15:guide id="3" orient="horz" pos="228">
          <p15:clr>
            <a:srgbClr val="F26B43"/>
          </p15:clr>
        </p15:guide>
        <p15:guide id="4" orient="horz" pos="712">
          <p15:clr>
            <a:srgbClr val="F26B43"/>
          </p15:clr>
        </p15:guide>
        <p15:guide id="5" orient="horz" pos="4104">
          <p15:clr>
            <a:srgbClr val="F26B43"/>
          </p15:clr>
        </p15:guide>
        <p15:guide id="6" orient="horz" pos="81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5336C1E-602D-4FF8-8C63-CC3F9DBF7ADC}"/>
              </a:ext>
            </a:extLst>
          </p:cNvPr>
          <p:cNvSpPr>
            <a:spLocks noGrp="1"/>
          </p:cNvSpPr>
          <p:nvPr>
            <p:ph type="body" sz="quarter" idx="10"/>
          </p:nvPr>
        </p:nvSpPr>
        <p:spPr/>
        <p:txBody>
          <a:bodyPr/>
          <a:lstStyle/>
          <a:p>
            <a:endParaRPr lang="ar-SA"/>
          </a:p>
        </p:txBody>
      </p:sp>
      <p:sp>
        <p:nvSpPr>
          <p:cNvPr id="3" name="Text Placeholder 2">
            <a:extLst>
              <a:ext uri="{FF2B5EF4-FFF2-40B4-BE49-F238E27FC236}">
                <a16:creationId xmlns:a16="http://schemas.microsoft.com/office/drawing/2014/main" id="{C706294B-94AA-4C0F-89FF-7899AEE56107}"/>
              </a:ext>
            </a:extLst>
          </p:cNvPr>
          <p:cNvSpPr>
            <a:spLocks noGrp="1"/>
          </p:cNvSpPr>
          <p:nvPr>
            <p:ph type="body" sz="quarter" idx="11"/>
          </p:nvPr>
        </p:nvSpPr>
        <p:spPr/>
        <p:txBody>
          <a:bodyPr/>
          <a:lstStyle/>
          <a:p>
            <a:endParaRPr lang="ar-SA"/>
          </a:p>
        </p:txBody>
      </p:sp>
    </p:spTree>
    <p:extLst>
      <p:ext uri="{BB962C8B-B14F-4D97-AF65-F5344CB8AC3E}">
        <p14:creationId xmlns:p14="http://schemas.microsoft.com/office/powerpoint/2010/main" val="975230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E77DF31-DF41-492C-9167-731537FB8AF5}"/>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6314379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7315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87163-71D3-4DEA-8ABF-1F24D0C65D7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97ADD41-9748-4F5E-A729-71CD8A919615}"/>
              </a:ext>
            </a:extLst>
          </p:cNvPr>
          <p:cNvSpPr>
            <a:spLocks noGrp="1"/>
          </p:cNvSpPr>
          <p:nvPr>
            <p:ph sz="quarter" idx="11"/>
          </p:nvPr>
        </p:nvSpPr>
        <p:spPr/>
        <p:txBody>
          <a:bodyPr/>
          <a:lstStyle/>
          <a:p>
            <a:endParaRPr lang="en-US"/>
          </a:p>
        </p:txBody>
      </p:sp>
      <p:sp>
        <p:nvSpPr>
          <p:cNvPr id="4" name="Slide Number Placeholder 3">
            <a:extLst>
              <a:ext uri="{FF2B5EF4-FFF2-40B4-BE49-F238E27FC236}">
                <a16:creationId xmlns:a16="http://schemas.microsoft.com/office/drawing/2014/main" id="{BF3C2403-31D5-409B-BCFD-30BC7208177C}"/>
              </a:ext>
            </a:extLst>
          </p:cNvPr>
          <p:cNvSpPr>
            <a:spLocks noGrp="1"/>
          </p:cNvSpPr>
          <p:nvPr>
            <p:ph type="sldNum" sz="quarter" idx="4"/>
          </p:nvPr>
        </p:nvSpPr>
        <p:spPr/>
        <p:txBody>
          <a:bodyPr/>
          <a:lstStyle/>
          <a:p>
            <a:fld id="{8EB2A6CC-2F0B-9D4F-B83B-61C609445FA1}" type="slidenum">
              <a:rPr lang="en-US" smtClean="0"/>
              <a:pPr/>
              <a:t>4</a:t>
            </a:fld>
            <a:endParaRPr lang="en-US" sz="800" dirty="0"/>
          </a:p>
        </p:txBody>
      </p:sp>
    </p:spTree>
    <p:extLst>
      <p:ext uri="{BB962C8B-B14F-4D97-AF65-F5344CB8AC3E}">
        <p14:creationId xmlns:p14="http://schemas.microsoft.com/office/powerpoint/2010/main" val="25061579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8611333"/>
      </p:ext>
    </p:extLst>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
            <a:r>
              <a:t>[1. Introduction to the AI Bubble Concept](#1.-Introduction-to-the-AI-Bubble-Concept)</a:t>
            </a:r>
          </a:p>
          <a:p>
            <a:r>
              <a:t>[1.1. Economic bubble theory applied to AI investment dynamics](#1.1.-Economic-bubble-theory-applied-to-AI-investment-dynamics)</a:t>
            </a:r>
          </a:p>
          <a:p>
            <a:r>
              <a:t>[1.2. Historical tech bubble analogues and their modern relevance](#1.2.-Historical-tech-bubble-analogues-and-their-modern-relevance)</a:t>
            </a:r>
          </a:p>
          <a:p>
            <a:r>
              <a:t>[2. Global AI Investment Landscape Analysis](#2.-Global-AI-Investment-Landscape-Analysis)</a:t>
            </a:r>
          </a:p>
          <a:p>
            <a:r>
              <a:t>[2.1. Regional AI capital flows and sector-specific growth trends](#2.1.-Regional-AI-capital-flows-and-sector-specific-growth-trends)</a:t>
            </a:r>
          </a:p>
        </p:txBody>
      </p:sp>
      <p:pic>
        <p:nvPicPr>
          <p:cNvPr id="3" name="Picture 2" descr="image.png"/>
          <p:cNvPicPr>
            <a:picLocks noChangeAspect="1"/>
          </p:cNvPicPr>
          <p:nvPr/>
        </p:nvPicPr>
        <p:blipFill>
          <a:blip r:embed="rId2"/>
          <a:stretch>
            <a:fillRect/>
          </a:stretch>
        </p:blipFill>
        <p:spPr>
          <a:xfrm>
            <a:off x="4572000" y="1828800"/>
            <a:ext cx="3657600" cy="2765367"/>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
            <a:r>
              <a:t>Economic bubble theory describes a recurring pattern in which asset prices detach from fundamentals through reinforcing feedback loops, narrative driven expectations, and abundant liquidity, followed by repricing when cash flows, adoption, or financing conditions fail to validate the implied growth path.</a:t>
            </a:r>
          </a:p>
          <a:p>
            <a:r>
              <a:t>In the AI context, bubble like dynamics can emerge even when the underlying technology is genuinely transformative. The investable surface area spans chips, cloud infrastructure, model providers, and applications, while uncertainty around the timing and durability of monetization remains high. This combination can produce valuations that embed optimistic adoption curves and margin structures well before they are observable in unit economics.</a:t>
            </a:r>
          </a:p>
          <a:p>
            <a:r>
              <a:t>Key bubble mechanisms and how they map to AI.</a:t>
            </a:r>
          </a:p>
          <a:p>
            <a:r>
              <a:t>- Narrative dominance and extrapolation risk.</a:t>
            </a:r>
          </a:p>
          <a:p>
            <a:r>
              <a:t>- General purpose technology narratives can compress perceived risk and extend growth expectations far into the future.</a:t>
            </a:r>
          </a:p>
        </p:txBody>
      </p:sp>
      <p:pic>
        <p:nvPicPr>
          <p:cNvPr id="3" name="Picture 2" descr="image.png"/>
          <p:cNvPicPr>
            <a:picLocks noChangeAspect="1"/>
          </p:cNvPicPr>
          <p:nvPr/>
        </p:nvPicPr>
        <p:blipFill>
          <a:blip r:embed="rId2"/>
          <a:stretch>
            <a:fillRect/>
          </a:stretch>
        </p:blipFill>
        <p:spPr>
          <a:xfrm>
            <a:off x="4572000" y="1828800"/>
            <a:ext cx="3657600" cy="2765367"/>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
            <a:r>
              <a:t>Historical analogues help distinguish between two different outcomes.</a:t>
            </a:r>
          </a:p>
          <a:p>
            <a:r>
              <a:t>- A technology can be real and still experience a bubble in the financial claims written on top of it.</a:t>
            </a:r>
          </a:p>
          <a:p>
            <a:r>
              <a:t>- A bubble can burst and still leave behind durable infrastructure and long run productivity gains.</a:t>
            </a:r>
          </a:p>
          <a:p>
            <a:r>
              <a:t>Dot com era as the primary analogue.</a:t>
            </a:r>
          </a:p>
          <a:p>
            <a:r>
              <a:t>- Market peak and drawdown.</a:t>
            </a:r>
          </a:p>
        </p:txBody>
      </p:sp>
      <p:pic>
        <p:nvPicPr>
          <p:cNvPr id="3" name="Picture 2" descr="image.png"/>
          <p:cNvPicPr>
            <a:picLocks noChangeAspect="1"/>
          </p:cNvPicPr>
          <p:nvPr/>
        </p:nvPicPr>
        <p:blipFill>
          <a:blip r:embed="rId2"/>
          <a:stretch>
            <a:fillRect/>
          </a:stretch>
        </p:blipFill>
        <p:spPr>
          <a:xfrm>
            <a:off x="4572000" y="1828800"/>
            <a:ext cx="3657600" cy="2765367"/>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
            <a:r>
              <a:t>Regional capital flows show a persistent United States lead in private AI investment, with Europe attempting to close the gap through public private mobilization and China relying more heavily on state directed industrial policy and domestic substitution.</a:t>
            </a:r>
          </a:p>
          <a:p>
            <a:r>
              <a:t>Key regional patterns relevant to bubble risk.</a:t>
            </a:r>
          </a:p>
          <a:p>
            <a:r>
              <a:t>- United States funding remains structurally advantaged by deep venture markets and a dense cluster of frontier model and infrastructure firms, which has supported very large late stage rounds and sustained high valuations even as deal counts become more top heavy.</a:t>
            </a:r>
          </a:p>
          <a:p>
            <a:r>
              <a:t>- Europe is increasingly emphasizing strategic infrastructure and coordinated financing to address a perceived compute and scale gap, which may reduce dependency risk but can also create synchronized capex cycles across member states.</a:t>
            </a:r>
          </a:p>
          <a:p>
            <a:r>
              <a:t>- China continues to invest heavily in AI capability and infrastructure, but cross border capital flows and advanced chip access constraints can shift investment toward domestic supply chains and efficiency oriented approaches.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
            <a:r>
              <a:t>Public and private AI valuations are diverging in ways that can obscure risk, delay price discovery, and create abrupt repricing channels when benchmarks reset.</a:t>
            </a:r>
          </a:p>
          <a:p>
            <a:r>
              <a:t>Public market dynamics.</a:t>
            </a:r>
          </a:p>
          <a:p>
            <a:r>
              <a:t>- Public market AI exposure remains highly concentrated in a small set of mega cap infrastructure beneficiaries, particularly semiconductors and hyperscale adjacent suppliers. This concentration can lift index level valuations even when the median AI exposed company is not yet converting AI narratives into commensurate free cash flow.</a:t>
            </a:r>
          </a:p>
          <a:p>
            <a:r>
              <a:t>- Nvidia remains a key bellwether for AI infrastructure pricing and implied demand expectations for accelerated compute. As of January 2026, CompaniesMarketCap reports Nvidia market capitalization at 4,335,000,000,000.00 USD, while StatMuse daily market cap series shows values in the 4,458,909,826,140.16 USD to 4,604,261,424,163.84 USD range across early January 2026 trading days. These figures underscore how much AI narrative, capex expectations, and earnings durability are embedded in a single equity.</a:t>
            </a:r>
          </a:p>
          <a:p>
            <a:r>
              <a:t>- Concentration risk matters for bubble monitoring because index level resilience can mask fragility. A drawdown in a small number of infrastructure leaders can transmit quickly through passive flows, factor exposures, and capex sentiment, even if broader AI adoption continues.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
            <a:r>
              <a:t>Three investment themes are increasingly central to both upside potential and bubble risk mechanics because they determine whether AI growth is constrained by physical bottlenecks or by weak unit economics.</a:t>
            </a:r>
          </a:p>
          <a:p>
            <a:r>
              <a:t>Memory infrastructure as a constraint and opportunity.</a:t>
            </a:r>
          </a:p>
          <a:p>
            <a:r>
              <a:t>- The scaling of model training and inference is increasingly memory bound, making high bandwidth memory and related packaging and interconnect ecosystems strategically important.</a:t>
            </a:r>
          </a:p>
          <a:p>
            <a:r>
              <a:t>- This creates a second order capex cycle beyond GPUs, where supply chain tightness can inflate margins and valuations, but rapid capacity additions can later compress pricing.</a:t>
            </a:r>
          </a:p>
          <a:p>
            <a:r>
              <a:t>Inference economics and the shift from training to serving.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
            <a:r>
              <a:t>Quantitative warning indicators tend to cluster in three places: public market pricing, private market funding terms, and real economy spending commitments. The most reliable overheating signal is not any single extreme, but a synchronized pattern in which valuations detach from earnings and cash flow breadth, private financing terms shift risk to common equity, and multi year infrastructure commitments accelerate faster than demonstrable utilization and unit economics.</a:t>
            </a:r>
          </a:p>
          <a:p>
            <a:r>
              <a:t>Public market pricing signals.</a:t>
            </a:r>
          </a:p>
          <a:p>
            <a:r>
              <a:t>- Persistent valuation expansion without commensurate earnings breadth, where a small set of AI linked mega caps drives index level returns and masks weaker market breadth.</a:t>
            </a:r>
          </a:p>
          <a:p>
            <a:r>
              <a:t>- Elevated price to sales ratios in core AI infrastructure suppliers, which can be rational during hypergrowth but become a warning sign when growth expectations embed aggressive assumptions about sustained pricing power, sustained utilization, and limited competitive supply response.</a:t>
            </a:r>
          </a:p>
          <a:p>
            <a:r>
              <a:t>- Extremely high price to earnings ratios in AI adjacent software and analytics names, especially when earnings are small relative to market capitalization and the multiple is sensitive to minor forecast revisions.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
            <a:r>
              <a:t>Valuation multiples are most informative when anchored to historical regimes that share two features.</a:t>
            </a:r>
          </a:p>
          <a:p>
            <a:r>
              <a:t>- Narrative intensity that shifts investor focus from near term cash flow to long duration adoption stories.</a:t>
            </a:r>
          </a:p>
          <a:p>
            <a:r>
              <a:t>- Capital availability that lowers the penalty for uncertainty and extends the runway for unprofitable growth.</a:t>
            </a:r>
          </a:p>
          <a:p>
            <a:r>
              <a:t>The dot com era remains the closest analogue for a technology led equity boom in which expectations about adoption and network effects dominated near term cash flow discipline. However, the most decision relevant comparison is not whether valuations can reach dot com extremes, but whether today’s AI linked valuations are being underwritten by durable earnings power or by a financing regime that could tighten quickly.</a:t>
            </a:r>
          </a:p>
          <a:p>
            <a:r>
              <a:t>Key benchmark comparisons.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
            <a:r>
              <a:t>Structural risks are the mechanisms that can turn high valuations into systemic fragility. In AI markets, three structural patterns deserve special attention.</a:t>
            </a:r>
          </a:p>
          <a:p>
            <a:r>
              <a:t>Circular financing and related party style feedback loops.</a:t>
            </a:r>
          </a:p>
          <a:p>
            <a:r>
              <a:t>- Circularity risk arises when the same small set of large firms and investors provide capital, compute commitments, and distribution, creating a closed loop where valuations are supported by internal ecosystem transactions rather than diversified end customer demand.</a:t>
            </a:r>
          </a:p>
          <a:p>
            <a:r>
              <a:t>- A practical warning sign is when a model developer depends on a small number of infrastructure partners for compute and on the same partners for strategic investment, because a repricing or policy shock affecting one node can propagate quickly.</a:t>
            </a:r>
          </a:p>
          <a:p>
            <a:r>
              <a:t>- Reported examples of very large planned spending and financing linkages between major AI actors have increased market attention to circularity risk, including reports of large cash burn and large scale infrastructure ambitions for leading model developers[20](https://fortune.com/2025/11/12/openai-cash-burn-rate-annual-losses-2028-profitable-2030-financial-documents/) . and [21](https://www.barrons.com/articles/nvidia-stock-price-ai-chips-346dc649).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
            <a:r>
              <a:t>Current capabilities are strongest where tasks are language centric, pattern heavy, and tolerant of probabilistic outputs, and weakest where correctness, auditability, and stable behavior under distribution shift are mandatory.</a:t>
            </a:r>
          </a:p>
          <a:p>
            <a:r>
              <a:t>Where capabilities are genuinely strong today.</a:t>
            </a:r>
          </a:p>
          <a:p>
            <a:r>
              <a:t>- Natural language interfaces for search, summarization, drafting, translation, and customer support triage can reduce time to first draft and improve throughput when paired with human review.</a:t>
            </a:r>
          </a:p>
          <a:p>
            <a:r>
              <a:t>- Code assistance can accelerate routine development tasks, especially for well specified changes, test generation, and refactoring, but still requires rigorous review for security and correctness.</a:t>
            </a:r>
          </a:p>
          <a:p>
            <a:r>
              <a:t>- Multimodal understanding has improved for document extraction, image captioning, and basic visual question answering, enabling automation in back office workflows.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INKEDPICTURESLINKREMOVED" val="True"/>
  <p:tag name="ISLIDE.GUIDESSETTING" val="{&quot;Id&quot;:&quot;GuidesStyle_Normal&quot;,&quot;Name&quot;:&quot;GuidesStyle_Normal&quot;,&quot;Kind&quot;:0,&quot;OldGuidesSetting&quot;:{&quot;HeaderHeight&quot;:15.0,&quot;FooterHeight&quot;:9.0,&quot;SideMargin&quot;:5.5,&quot;TopMargin&quot;:0.0,&quot;BottomMargin&quot;:0.0,&quot;IntervalMargin&quot;:1.5}}"/>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fice Theme">
  <a:themeElements>
    <a:clrScheme name="Custom 26">
      <a:dk1>
        <a:sysClr val="windowText" lastClr="000000"/>
      </a:dk1>
      <a:lt1>
        <a:sysClr val="window" lastClr="FFFFFF"/>
      </a:lt1>
      <a:dk2>
        <a:srgbClr val="2C2C2C"/>
      </a:dk2>
      <a:lt2>
        <a:srgbClr val="E8E8E8"/>
      </a:lt2>
      <a:accent1>
        <a:srgbClr val="EF4444"/>
      </a:accent1>
      <a:accent2>
        <a:srgbClr val="DCDEF3"/>
      </a:accent2>
      <a:accent3>
        <a:srgbClr val="196B24"/>
      </a:accent3>
      <a:accent4>
        <a:srgbClr val="0F9ED5"/>
      </a:accent4>
      <a:accent5>
        <a:srgbClr val="A02B93"/>
      </a:accent5>
      <a:accent6>
        <a:srgbClr val="4EA72E"/>
      </a:accent6>
      <a:hlink>
        <a:srgbClr val="467886"/>
      </a:hlink>
      <a:folHlink>
        <a:srgbClr val="96607D"/>
      </a:folHlink>
    </a:clrScheme>
    <a:fontScheme name="Ghost Research">
      <a:majorFont>
        <a:latin typeface="Oranienbaum"/>
        <a:ea typeface="inter"/>
        <a:cs typeface="Oranienbaum"/>
      </a:majorFont>
      <a:minorFont>
        <a:latin typeface="Manrope"/>
        <a:ea typeface="inter"/>
        <a:cs typeface="Manrop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1013</TotalTime>
  <Words>1</Words>
  <Application>Microsoft Office PowerPoint</Application>
  <PresentationFormat>Widescreen</PresentationFormat>
  <Paragraphs>1</Paragraphs>
  <Slides>5</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5</vt:i4>
      </vt:variant>
    </vt:vector>
  </HeadingPairs>
  <TitlesOfParts>
    <vt:vector size="11" baseType="lpstr">
      <vt:lpstr>Arial</vt:lpstr>
      <vt:lpstr>inter</vt:lpstr>
      <vt:lpstr>Manrope</vt:lpstr>
      <vt:lpstr>Oranienbaum</vt:lpstr>
      <vt:lpstr>1_Office Theme</vt:lpstr>
      <vt:lpstr>think-cell Slide</vt:lpstr>
      <vt:lpstr>PowerPoint Presentation</vt:lpstr>
      <vt:lpstr>PowerPoint Presentation</vt:lpstr>
      <vt:lpstr>PowerPoint Presentation</vt:lpstr>
      <vt:lpstr>PowerPoint Presentation</vt:lpstr>
      <vt:lpstr>PowerPoint Presentation</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rohit</cp:lastModifiedBy>
  <cp:revision>19</cp:revision>
  <dcterms:created xsi:type="dcterms:W3CDTF">2026-03-25T00:46:51Z</dcterms:created>
  <dcterms:modified xsi:type="dcterms:W3CDTF">2026-03-31T19:15:00Z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3303d7c-e5a3-4cc8-90eb-69bfd7570ac4_Enabled">
    <vt:lpwstr>true</vt:lpwstr>
  </property>
  <property fmtid="{D5CDD505-2E9C-101B-9397-08002B2CF9AE}" pid="3" name="MSIP_Label_83303d7c-e5a3-4cc8-90eb-69bfd7570ac4_SetDate">
    <vt:lpwstr>2026-03-25T01:04:45Z</vt:lpwstr>
  </property>
  <property fmtid="{D5CDD505-2E9C-101B-9397-08002B2CF9AE}" pid="4" name="MSIP_Label_83303d7c-e5a3-4cc8-90eb-69bfd7570ac4_Method">
    <vt:lpwstr>Standard</vt:lpwstr>
  </property>
  <property fmtid="{D5CDD505-2E9C-101B-9397-08002B2CF9AE}" pid="5" name="MSIP_Label_83303d7c-e5a3-4cc8-90eb-69bfd7570ac4_Name">
    <vt:lpwstr>Client Confidential Information-SLV1</vt:lpwstr>
  </property>
  <property fmtid="{D5CDD505-2E9C-101B-9397-08002B2CF9AE}" pid="6" name="MSIP_Label_83303d7c-e5a3-4cc8-90eb-69bfd7570ac4_SiteId">
    <vt:lpwstr>cc8936bc-9382-4fff-87cb-6f55999549e7</vt:lpwstr>
  </property>
  <property fmtid="{D5CDD505-2E9C-101B-9397-08002B2CF9AE}" pid="7" name="MSIP_Label_83303d7c-e5a3-4cc8-90eb-69bfd7570ac4_ActionId">
    <vt:lpwstr>d47d3141-aa57-42b2-bb53-fece967408d3</vt:lpwstr>
  </property>
  <property fmtid="{D5CDD505-2E9C-101B-9397-08002B2CF9AE}" pid="8" name="MSIP_Label_83303d7c-e5a3-4cc8-90eb-69bfd7570ac4_ContentBits">
    <vt:lpwstr>0</vt:lpwstr>
  </property>
  <property fmtid="{D5CDD505-2E9C-101B-9397-08002B2CF9AE}" pid="9" name="MSIP_Label_83303d7c-e5a3-4cc8-90eb-69bfd7570ac4_Tag">
    <vt:lpwstr>10, 3, 0, 1</vt:lpwstr>
  </property>
</Properties>
</file>