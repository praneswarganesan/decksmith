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Transforming Our Future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Comprehensive executive analysis overview.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Identifying Challenges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Future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Current vs Target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Takeaways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High-level Q&amp;A session.</a:t>
            </a:r>
          </a:p>
          <a:p>
            <a:r>
              <a:t>Focus on executive analysis.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