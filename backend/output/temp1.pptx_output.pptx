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6"/>
    <p:sldId id="262" r:id="rId27"/>
    <p:sldId id="263" r:id="rId28"/>
    <p:sldId id="264" r:id="rId29"/>
    <p:sldId id="265" r:id="rId30"/>
    <p:sldId id="266" r:id="rId31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Transforming Our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Comprehensive executive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Comprehensive executive analysis agenda.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Comprehensive executive analysis summary.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High-level executive analysis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Identifying executive analysis challenges.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Strategic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Future roadmap for executive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Before vs After analysis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Comprehensive executive analysis completed.</a:t>
            </a:r>
          </a:p>
          <a:p>
            <a:r>
              <a:t>- Final Analysis Score: 92%</a:t>
            </a:r>
          </a:p>
          <a:p>
            <a:r>
              <a:t>- Axis: Executive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Comprehensive executive analysis completed.</a:t>
            </a:r>
          </a:p>
          <a:p>
            <a:r>
              <a:t>- Next Steps Count: 3</a:t>
            </a:r>
          </a:p>
          <a:p>
            <a:r>
              <a:t>- Axis: Next Steps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08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t>High-level executive analysis.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Questions and thank you.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