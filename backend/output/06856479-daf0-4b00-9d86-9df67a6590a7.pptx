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8"/>
  </p:notesMasterIdLst>
  <p:sldIdLst/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EF4444"/>
    <a:srgbClr val="16FFBB"/>
    <a:srgbClr val="0A081B"/>
    <a:srgbClr val="44546A"/>
    <a:srgbClr val="030617"/>
    <a:srgbClr val="000421"/>
    <a:srgbClr val="00021F"/>
    <a:srgbClr val="D14FBC"/>
    <a:srgbClr val="C24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F05FF-4F5B-7294-FE43-8E7178550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49686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3C7F35-2C78-0162-8365-11203BBC79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38AB0-CF9C-70A0-D359-7585CB0AED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1867" t="37200" r="11867" b="37200"/>
          <a:stretch>
            <a:fillRect/>
          </a:stretch>
        </p:blipFill>
        <p:spPr>
          <a:xfrm>
            <a:off x="342900" y="795193"/>
            <a:ext cx="1245323" cy="4180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3037671"/>
            <a:ext cx="8496300" cy="49244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ar-SA" sz="32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4035772"/>
            <a:ext cx="8394699" cy="276999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 rtl="0">
              <a:buNone/>
              <a:defRPr lang="ar-SA" sz="1800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A9DBAB-558D-8145-FF41-4810D6034053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82943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88A90-F3F6-B309-3F62-0F606CCE0AFA}"/>
              </a:ext>
            </a:extLst>
          </p:cNvPr>
          <p:cNvSpPr/>
          <p:nvPr userDrawn="1"/>
        </p:nvSpPr>
        <p:spPr>
          <a:xfrm>
            <a:off x="1" y="0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4DA85D-5BC8-0CD0-E393-A721448300E7}"/>
              </a:ext>
            </a:extLst>
          </p:cNvPr>
          <p:cNvSpPr/>
          <p:nvPr userDrawn="1"/>
        </p:nvSpPr>
        <p:spPr>
          <a:xfrm>
            <a:off x="1" y="3424843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E8AC29-1116-4CB5-3951-E0A46ADFB3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F6F9C-1C5A-6105-55C9-CB88CC830628}"/>
              </a:ext>
            </a:extLst>
          </p:cNvPr>
          <p:cNvSpPr/>
          <p:nvPr userDrawn="1"/>
        </p:nvSpPr>
        <p:spPr>
          <a:xfrm>
            <a:off x="6319962" y="2890695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BCD38-175B-BBC4-D4A2-A3DA7F054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795000" y="538609"/>
            <a:ext cx="1054100" cy="35382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012618-AF64-A84B-F7F8-F3F7A0DC89A4}"/>
              </a:ext>
            </a:extLst>
          </p:cNvPr>
          <p:cNvSpPr/>
          <p:nvPr userDrawn="1"/>
        </p:nvSpPr>
        <p:spPr>
          <a:xfrm flipH="1" flipV="1">
            <a:off x="0" y="0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881A4F-4C61-7914-FE33-A834C81EA477}"/>
              </a:ext>
            </a:extLst>
          </p:cNvPr>
          <p:cNvSpPr/>
          <p:nvPr userDrawn="1"/>
        </p:nvSpPr>
        <p:spPr>
          <a:xfrm>
            <a:off x="342901" y="1718222"/>
            <a:ext cx="11506199" cy="3347995"/>
          </a:xfrm>
          <a:prstGeom prst="roundRect">
            <a:avLst>
              <a:gd name="adj" fmla="val 7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26F25-BA94-7876-3BA5-BFDA3E3EE748}"/>
              </a:ext>
            </a:extLst>
          </p:cNvPr>
          <p:cNvSpPr/>
          <p:nvPr userDrawn="1"/>
        </p:nvSpPr>
        <p:spPr>
          <a:xfrm>
            <a:off x="342901" y="1791783"/>
            <a:ext cx="11506199" cy="3347995"/>
          </a:xfrm>
          <a:prstGeom prst="roundRect">
            <a:avLst>
              <a:gd name="adj" fmla="val 57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2916324"/>
            <a:ext cx="11163300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algn="ctr">
              <a:buNone/>
              <a:defRPr lang="ar-SA" sz="36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953681"/>
            <a:ext cx="111633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rtl="0">
              <a:buNone/>
              <a:defRPr lang="ar-SA" sz="2000" dirty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16A6D4-5F4F-407C-E119-890C130FB891}"/>
              </a:ext>
            </a:extLst>
          </p:cNvPr>
          <p:cNvCxnSpPr>
            <a:cxnSpLocks/>
          </p:cNvCxnSpPr>
          <p:nvPr userDrawn="1"/>
        </p:nvCxnSpPr>
        <p:spPr>
          <a:xfrm>
            <a:off x="1768475" y="3712001"/>
            <a:ext cx="86550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5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7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7844FB-0A5F-215B-0393-7F836F54A537}"/>
              </a:ext>
            </a:extLst>
          </p:cNvPr>
          <p:cNvSpPr/>
          <p:nvPr userDrawn="1"/>
        </p:nvSpPr>
        <p:spPr>
          <a:xfrm>
            <a:off x="3176" y="3176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D7566-487E-39C4-9258-18CF6637D650}"/>
              </a:ext>
            </a:extLst>
          </p:cNvPr>
          <p:cNvCxnSpPr>
            <a:cxnSpLocks/>
          </p:cNvCxnSpPr>
          <p:nvPr userDrawn="1"/>
        </p:nvCxnSpPr>
        <p:spPr>
          <a:xfrm>
            <a:off x="342900" y="3041650"/>
            <a:ext cx="0" cy="77470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E2802A0-B801-37B2-FB7A-980963FB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1" y="3213557"/>
            <a:ext cx="11137899" cy="430887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algn="l">
              <a:buNone/>
              <a:defRPr lang="ar-SA" sz="28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75772-7F72-DD97-10B9-D86E7FEA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60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59179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9DB82F-3915-0410-2784-66107760BA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C3E1E-F65E-6A95-DF82-F9551D2F1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624461" y="538609"/>
            <a:ext cx="1224639" cy="41106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BABDAE2-0AB7-D702-49F4-CE5E19AF8681}"/>
              </a:ext>
            </a:extLst>
          </p:cNvPr>
          <p:cNvSpPr/>
          <p:nvPr userDrawn="1"/>
        </p:nvSpPr>
        <p:spPr>
          <a:xfrm>
            <a:off x="3026210" y="1397000"/>
            <a:ext cx="4064000" cy="406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0506E0-9589-560C-554A-0A6DEDD7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3" t="17706" r="44534"/>
          <a:stretch>
            <a:fillRect/>
          </a:stretch>
        </p:blipFill>
        <p:spPr>
          <a:xfrm>
            <a:off x="3127810" y="1397000"/>
            <a:ext cx="4064000" cy="4064000"/>
          </a:xfrm>
          <a:custGeom>
            <a:avLst/>
            <a:gdLst>
              <a:gd name="csX0" fmla="*/ 2032000 w 4064000"/>
              <a:gd name="csY0" fmla="*/ 0 h 4064000"/>
              <a:gd name="csX1" fmla="*/ 4064000 w 4064000"/>
              <a:gd name="csY1" fmla="*/ 2032000 h 4064000"/>
              <a:gd name="csX2" fmla="*/ 2032000 w 4064000"/>
              <a:gd name="csY2" fmla="*/ 4064000 h 4064000"/>
              <a:gd name="csX3" fmla="*/ 0 w 4064000"/>
              <a:gd name="csY3" fmla="*/ 2032000 h 4064000"/>
              <a:gd name="csX4" fmla="*/ 2032000 w 4064000"/>
              <a:gd name="csY4" fmla="*/ 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4000" h="4064000">
                <a:moveTo>
                  <a:pt x="2032000" y="0"/>
                </a:moveTo>
                <a:cubicBezTo>
                  <a:pt x="3154243" y="0"/>
                  <a:pt x="4064000" y="909757"/>
                  <a:pt x="4064000" y="2032000"/>
                </a:cubicBezTo>
                <a:cubicBezTo>
                  <a:pt x="4064000" y="3154243"/>
                  <a:pt x="3154243" y="4064000"/>
                  <a:pt x="2032000" y="4064000"/>
                </a:cubicBezTo>
                <a:cubicBezTo>
                  <a:pt x="909757" y="4064000"/>
                  <a:pt x="0" y="3154243"/>
                  <a:pt x="0" y="2032000"/>
                </a:cubicBezTo>
                <a:cubicBezTo>
                  <a:pt x="0" y="909757"/>
                  <a:pt x="909757" y="0"/>
                  <a:pt x="2032000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506BDE-8D96-E0A7-796E-2DF3F241EC61}"/>
              </a:ext>
            </a:extLst>
          </p:cNvPr>
          <p:cNvSpPr/>
          <p:nvPr userDrawn="1"/>
        </p:nvSpPr>
        <p:spPr>
          <a:xfrm>
            <a:off x="3127810" y="1397000"/>
            <a:ext cx="4064000" cy="4064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2AC1FB-ED2F-A4C8-6914-8DAA83AA6991}"/>
              </a:ext>
            </a:extLst>
          </p:cNvPr>
          <p:cNvSpPr>
            <a:spLocks/>
          </p:cNvSpPr>
          <p:nvPr userDrawn="1"/>
        </p:nvSpPr>
        <p:spPr>
          <a:xfrm>
            <a:off x="3821378" y="2875002"/>
            <a:ext cx="5344412" cy="110799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</a:rPr>
              <a:t>Thank </a:t>
            </a:r>
            <a:r>
              <a:rPr lang="en-US" sz="7200" b="1" dirty="0">
                <a:solidFill>
                  <a:schemeClr val="accent1"/>
                </a:solidFill>
                <a:latin typeface="+mj-lt"/>
              </a:rPr>
              <a:t>You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17913F-DDB2-4DF7-0201-E1CB9537C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5247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74B8-8CEB-7583-BAB3-A30E27B0A8D4}"/>
              </a:ext>
            </a:extLst>
          </p:cNvPr>
          <p:cNvCxnSpPr>
            <a:cxnSpLocks/>
          </p:cNvCxnSpPr>
          <p:nvPr userDrawn="1"/>
        </p:nvCxnSpPr>
        <p:spPr>
          <a:xfrm>
            <a:off x="9375340" y="610552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46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A759D38-EDD7-F583-B5D8-5890008011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68" r:id="rId3"/>
    <p:sldLayoutId id="2147483670" r:id="rId4"/>
    <p:sldLayoutId id="2147483666" r:id="rId5"/>
    <p:sldLayoutId id="2147483671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pr ai">
      <a:majorFont>
        <a:latin typeface="Libre Baskerville"/>
        <a:ea typeface="inter"/>
        <a:cs typeface="Libre Baskerville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Inter</vt:lpstr>
      <vt:lpstr>Inter</vt:lpstr>
      <vt:lpstr>Libre Baskerville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