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rawings/vmlDrawing1.vml" ContentType="application/vnd.openxmlformats-officedocument.vmlDrawing"/>
  <Override PartName="/ppt/drawings/vmlDrawing2.vml" ContentType="application/vnd.openxmlformats-officedocument.vmlDrawing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5" r:id="rId1"/>
  </p:sldMasterIdLst>
  <p:notesMasterIdLst>
    <p:notesMasterId r:id="rId8"/>
  </p:notesMasterIdLst>
  <p:sldIdLst>
    <p:sldId id="256" r:id="rId7"/>
    <p:sldId id="257" r:id="rId6"/>
    <p:sldId id="258" r:id="rId5"/>
    <p:sldId id="259" r:id="rId4"/>
    <p:sldId id="260" r:id="rId3"/>
    <p:sldId id="261" r:id="rId2"/>
    <p:sldId id="262" r:id="rId14"/>
    <p:sldId id="263" r:id="rId15"/>
    <p:sldId id="264" r:id="rId16"/>
    <p:sldId id="265" r:id="rId17"/>
    <p:sldId id="266" r:id="rId18"/>
  </p:sldIdLst>
  <p:sldSz cx="12192000" cy="6858000"/>
  <p:notesSz cx="6858000" cy="12192000"/>
  <p:custDataLst>
    <p:tags r:id="rId9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C2C2C"/>
    <a:srgbClr val="EF4444"/>
    <a:srgbClr val="16FFBB"/>
    <a:srgbClr val="0A081B"/>
    <a:srgbClr val="44546A"/>
    <a:srgbClr val="030617"/>
    <a:srgbClr val="000421"/>
    <a:srgbClr val="00021F"/>
    <a:srgbClr val="D14FBC"/>
    <a:srgbClr val="C24E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431" autoAdjust="0"/>
    <p:restoredTop sz="94610"/>
  </p:normalViewPr>
  <p:slideViewPr>
    <p:cSldViewPr snapToGrid="0" snapToObjects="1">
      <p:cViewPr varScale="1">
        <p:scale>
          <a:sx n="153" d="100"/>
          <a:sy n="153" d="100"/>
        </p:scale>
        <p:origin x="318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-1239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6.xml"/><Relationship Id="rId3" Type="http://schemas.openxmlformats.org/officeDocument/2006/relationships/slide" Target="slides/slide5.xml"/><Relationship Id="rId4" Type="http://schemas.openxmlformats.org/officeDocument/2006/relationships/slide" Target="slides/slide4.xml"/><Relationship Id="rId5" Type="http://schemas.openxmlformats.org/officeDocument/2006/relationships/slide" Target="slides/slide3.xml"/><Relationship Id="rId6" Type="http://schemas.openxmlformats.org/officeDocument/2006/relationships/slide" Target="slides/slide2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tags" Target="tags/tag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drawings/_rels/vmlDrawing1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66978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2.vml"/><Relationship Id="rId2" Type="http://schemas.openxmlformats.org/officeDocument/2006/relationships/tags" Target="../tags/tag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2.bin"/><Relationship Id="rId5" Type="http://schemas.openxmlformats.org/officeDocument/2006/relationships/image" Target="../media/image4.emf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5.jp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v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97F05FF-4F5B-7294-FE43-8E717855032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flipH="1">
            <a:off x="0" y="0"/>
            <a:ext cx="12192000" cy="6849686"/>
          </a:xfrm>
          <a:prstGeom prst="rect">
            <a:avLst/>
          </a:prstGeom>
        </p:spPr>
      </p:pic>
      <p:sp>
        <p:nvSpPr>
          <p:cNvPr id="3" name="Freeform: Shape 2">
            <a:extLst>
              <a:ext uri="{FF2B5EF4-FFF2-40B4-BE49-F238E27FC236}">
                <a16:creationId xmlns:a16="http://schemas.microsoft.com/office/drawing/2014/main" id="{5B3C7F35-2C78-0162-8365-11203BBC799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sX0" fmla="*/ 0 w 12192000"/>
              <a:gd name="csY0" fmla="*/ 0 h 6858000"/>
              <a:gd name="csX1" fmla="*/ 12192000 w 12192000"/>
              <a:gd name="csY1" fmla="*/ 0 h 6858000"/>
              <a:gd name="csX2" fmla="*/ 12192000 w 12192000"/>
              <a:gd name="csY2" fmla="*/ 6858000 h 6858000"/>
              <a:gd name="csX3" fmla="*/ 0 w 12192000"/>
              <a:gd name="csY3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gradFill>
            <a:gsLst>
              <a:gs pos="33000">
                <a:schemeClr val="accent1">
                  <a:lumMod val="20000"/>
                  <a:lumOff val="80000"/>
                </a:schemeClr>
              </a:gs>
              <a:gs pos="100000">
                <a:schemeClr val="bg1">
                  <a:alpha val="73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ar-S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7838AB0-CF9C-70A0-D359-7585CB0AED4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11867" t="37200" r="11867" b="37200"/>
          <a:stretch>
            <a:fillRect/>
          </a:stretch>
        </p:blipFill>
        <p:spPr>
          <a:xfrm>
            <a:off x="342900" y="795193"/>
            <a:ext cx="1245323" cy="418011"/>
          </a:xfrm>
          <a:prstGeom prst="rect">
            <a:avLst/>
          </a:prstGeom>
        </p:spPr>
      </p:pic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7134D31D-A112-B3B7-645A-A5831BE5076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2899" y="3037671"/>
            <a:ext cx="8496300" cy="492443"/>
          </a:xfr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b">
            <a:spAutoFit/>
          </a:bodyPr>
          <a:lstStyle>
            <a:lvl1pPr marL="0" indent="0" algn="l">
              <a:buNone/>
              <a:defRPr lang="ar-SA" sz="3200" b="1" dirty="0">
                <a:solidFill>
                  <a:schemeClr val="tx1"/>
                </a:solidFill>
                <a:latin typeface="+mj-lt"/>
              </a:defRPr>
            </a:lvl1pPr>
          </a:lstStyle>
          <a:p>
            <a:pPr marL="0" lvl="0"/>
            <a:endParaRPr lang="ar-SA" dirty="0"/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01BD76F2-0AE6-676A-2068-6D6A4D64EB1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42900" y="4035772"/>
            <a:ext cx="8394699" cy="276999"/>
          </a:xfr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>
            <a:lvl1pPr marL="0" indent="0" rtl="0">
              <a:buNone/>
              <a:defRPr lang="ar-SA" sz="1800" dirty="0">
                <a:solidFill>
                  <a:schemeClr val="tx1"/>
                </a:solidFill>
              </a:defRPr>
            </a:lvl1pPr>
          </a:lstStyle>
          <a:p>
            <a:pPr marL="0" lvl="0"/>
            <a:endParaRPr lang="ar-SA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7A9DBAB-558D-8145-FF41-4810D6034053}"/>
              </a:ext>
            </a:extLst>
          </p:cNvPr>
          <p:cNvCxnSpPr>
            <a:cxnSpLocks/>
          </p:cNvCxnSpPr>
          <p:nvPr userDrawn="1"/>
        </p:nvCxnSpPr>
        <p:spPr>
          <a:xfrm>
            <a:off x="342901" y="3782943"/>
            <a:ext cx="825224" cy="0"/>
          </a:xfrm>
          <a:prstGeom prst="line">
            <a:avLst/>
          </a:prstGeom>
          <a:ln w="444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B988A90-F3F6-B309-3F62-0F606CCE0AFA}"/>
              </a:ext>
            </a:extLst>
          </p:cNvPr>
          <p:cNvSpPr/>
          <p:nvPr userDrawn="1"/>
        </p:nvSpPr>
        <p:spPr>
          <a:xfrm>
            <a:off x="1" y="0"/>
            <a:ext cx="101599" cy="3424843"/>
          </a:xfrm>
          <a:custGeom>
            <a:avLst/>
            <a:gdLst>
              <a:gd name="csX0" fmla="*/ 0 w 168729"/>
              <a:gd name="csY0" fmla="*/ 0 h 3424843"/>
              <a:gd name="csX1" fmla="*/ 168729 w 168729"/>
              <a:gd name="csY1" fmla="*/ 0 h 3424843"/>
              <a:gd name="csX2" fmla="*/ 168729 w 168729"/>
              <a:gd name="csY2" fmla="*/ 3424843 h 3424843"/>
              <a:gd name="csX3" fmla="*/ 0 w 168729"/>
              <a:gd name="csY3" fmla="*/ 3424843 h 34248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68729" h="3424843">
                <a:moveTo>
                  <a:pt x="0" y="0"/>
                </a:moveTo>
                <a:lnTo>
                  <a:pt x="168729" y="0"/>
                </a:lnTo>
                <a:lnTo>
                  <a:pt x="168729" y="3424843"/>
                </a:lnTo>
                <a:lnTo>
                  <a:pt x="0" y="3424843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ar-SA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04DA85D-5BC8-0CD0-E393-A721448300E7}"/>
              </a:ext>
            </a:extLst>
          </p:cNvPr>
          <p:cNvSpPr/>
          <p:nvPr userDrawn="1"/>
        </p:nvSpPr>
        <p:spPr>
          <a:xfrm>
            <a:off x="1" y="3424843"/>
            <a:ext cx="101599" cy="3424843"/>
          </a:xfrm>
          <a:custGeom>
            <a:avLst/>
            <a:gdLst>
              <a:gd name="csX0" fmla="*/ 0 w 168729"/>
              <a:gd name="csY0" fmla="*/ 0 h 3424843"/>
              <a:gd name="csX1" fmla="*/ 168729 w 168729"/>
              <a:gd name="csY1" fmla="*/ 0 h 3424843"/>
              <a:gd name="csX2" fmla="*/ 168729 w 168729"/>
              <a:gd name="csY2" fmla="*/ 3424843 h 3424843"/>
              <a:gd name="csX3" fmla="*/ 0 w 168729"/>
              <a:gd name="csY3" fmla="*/ 3424843 h 34248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68729" h="3424843">
                <a:moveTo>
                  <a:pt x="0" y="0"/>
                </a:moveTo>
                <a:lnTo>
                  <a:pt x="168729" y="0"/>
                </a:lnTo>
                <a:lnTo>
                  <a:pt x="168729" y="3424843"/>
                </a:lnTo>
                <a:lnTo>
                  <a:pt x="0" y="3424843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91985670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v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: Shape 4">
            <a:extLst>
              <a:ext uri="{FF2B5EF4-FFF2-40B4-BE49-F238E27FC236}">
                <a16:creationId xmlns:a16="http://schemas.microsoft.com/office/drawing/2014/main" id="{3CE8AC29-1116-4CB5-3951-E0A46ADFB31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sX0" fmla="*/ 0 w 12192000"/>
              <a:gd name="csY0" fmla="*/ 0 h 6858000"/>
              <a:gd name="csX1" fmla="*/ 12192000 w 12192000"/>
              <a:gd name="csY1" fmla="*/ 0 h 6858000"/>
              <a:gd name="csX2" fmla="*/ 12192000 w 12192000"/>
              <a:gd name="csY2" fmla="*/ 6858000 h 6858000"/>
              <a:gd name="csX3" fmla="*/ 0 w 12192000"/>
              <a:gd name="csY3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ar-SA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CC6F6F9C-1C5A-6105-55C9-CB88CC830628}"/>
              </a:ext>
            </a:extLst>
          </p:cNvPr>
          <p:cNvSpPr/>
          <p:nvPr userDrawn="1"/>
        </p:nvSpPr>
        <p:spPr>
          <a:xfrm>
            <a:off x="6319962" y="2890695"/>
            <a:ext cx="5872039" cy="3967305"/>
          </a:xfrm>
          <a:custGeom>
            <a:avLst/>
            <a:gdLst>
              <a:gd name="csX0" fmla="*/ 1630557 w 5872039"/>
              <a:gd name="csY0" fmla="*/ 3932433 h 3967305"/>
              <a:gd name="csX1" fmla="*/ 1926360 w 5872039"/>
              <a:gd name="csY1" fmla="*/ 3953610 h 3967305"/>
              <a:gd name="csX2" fmla="*/ 2063964 w 5872039"/>
              <a:gd name="csY2" fmla="*/ 3967305 h 3967305"/>
              <a:gd name="csX3" fmla="*/ 1912635 w 5872039"/>
              <a:gd name="csY3" fmla="*/ 3967305 h 3967305"/>
              <a:gd name="csX4" fmla="*/ 1728813 w 5872039"/>
              <a:gd name="csY4" fmla="*/ 3950310 h 3967305"/>
              <a:gd name="csX5" fmla="*/ 1534608 w 5872039"/>
              <a:gd name="csY5" fmla="*/ 3951794 h 3967305"/>
              <a:gd name="csX6" fmla="*/ 1445657 w 5872039"/>
              <a:gd name="csY6" fmla="*/ 3964845 h 3967305"/>
              <a:gd name="csX7" fmla="*/ 1436419 w 5872039"/>
              <a:gd name="csY7" fmla="*/ 3967305 h 3967305"/>
              <a:gd name="csX8" fmla="*/ 1378588 w 5872039"/>
              <a:gd name="csY8" fmla="*/ 3967305 h 3967305"/>
              <a:gd name="csX9" fmla="*/ 1442591 w 5872039"/>
              <a:gd name="csY9" fmla="*/ 3950250 h 3967305"/>
              <a:gd name="csX10" fmla="*/ 1533194 w 5872039"/>
              <a:gd name="csY10" fmla="*/ 3936952 h 3967305"/>
              <a:gd name="csX11" fmla="*/ 1630557 w 5872039"/>
              <a:gd name="csY11" fmla="*/ 3932433 h 3967305"/>
              <a:gd name="csX12" fmla="*/ 3127249 w 5872039"/>
              <a:gd name="csY12" fmla="*/ 3890621 h 3967305"/>
              <a:gd name="csX13" fmla="*/ 3052118 w 5872039"/>
              <a:gd name="csY13" fmla="*/ 3893909 h 3967305"/>
              <a:gd name="csX14" fmla="*/ 3040045 w 5872039"/>
              <a:gd name="csY14" fmla="*/ 3893138 h 3967305"/>
              <a:gd name="csX15" fmla="*/ 3033883 w 5872039"/>
              <a:gd name="csY15" fmla="*/ 3906456 h 3967305"/>
              <a:gd name="csX16" fmla="*/ 3052898 w 5872039"/>
              <a:gd name="csY16" fmla="*/ 3905986 h 3967305"/>
              <a:gd name="csX17" fmla="*/ 2938833 w 5872039"/>
              <a:gd name="csY17" fmla="*/ 3882768 h 3967305"/>
              <a:gd name="csX18" fmla="*/ 2935359 w 5872039"/>
              <a:gd name="csY18" fmla="*/ 3888554 h 3967305"/>
              <a:gd name="csX19" fmla="*/ 2916668 w 5872039"/>
              <a:gd name="csY19" fmla="*/ 3909353 h 3967305"/>
              <a:gd name="csX20" fmla="*/ 3017381 w 5872039"/>
              <a:gd name="csY20" fmla="*/ 3906864 h 3967305"/>
              <a:gd name="csX21" fmla="*/ 3024173 w 5872039"/>
              <a:gd name="csY21" fmla="*/ 3892124 h 3967305"/>
              <a:gd name="csX22" fmla="*/ 2976590 w 5872039"/>
              <a:gd name="csY22" fmla="*/ 3889084 h 3967305"/>
              <a:gd name="csX23" fmla="*/ 2832196 w 5872039"/>
              <a:gd name="csY23" fmla="*/ 3858204 h 3967305"/>
              <a:gd name="csX24" fmla="*/ 2801624 w 5872039"/>
              <a:gd name="csY24" fmla="*/ 3889633 h 3967305"/>
              <a:gd name="csX25" fmla="*/ 2899037 w 5872039"/>
              <a:gd name="csY25" fmla="*/ 3906747 h 3967305"/>
              <a:gd name="csX26" fmla="*/ 2923025 w 5872039"/>
              <a:gd name="csY26" fmla="*/ 3880123 h 3967305"/>
              <a:gd name="csX27" fmla="*/ 2899621 w 5872039"/>
              <a:gd name="csY27" fmla="*/ 3876207 h 3967305"/>
              <a:gd name="csX28" fmla="*/ 3238071 w 5872039"/>
              <a:gd name="csY28" fmla="*/ 3854954 h 3967305"/>
              <a:gd name="csX29" fmla="*/ 3200256 w 5872039"/>
              <a:gd name="csY29" fmla="*/ 3860524 h 3967305"/>
              <a:gd name="csX30" fmla="*/ 3119844 w 5872039"/>
              <a:gd name="csY30" fmla="*/ 3861354 h 3967305"/>
              <a:gd name="csX31" fmla="*/ 3057674 w 5872039"/>
              <a:gd name="csY31" fmla="*/ 3855036 h 3967305"/>
              <a:gd name="csX32" fmla="*/ 3047435 w 5872039"/>
              <a:gd name="csY32" fmla="*/ 3877165 h 3967305"/>
              <a:gd name="csX33" fmla="*/ 3126017 w 5872039"/>
              <a:gd name="csY33" fmla="*/ 3875820 h 3967305"/>
              <a:gd name="csX34" fmla="*/ 3230734 w 5872039"/>
              <a:gd name="csY34" fmla="*/ 3857387 h 3967305"/>
              <a:gd name="csX35" fmla="*/ 2964629 w 5872039"/>
              <a:gd name="csY35" fmla="*/ 3837842 h 3967305"/>
              <a:gd name="csX36" fmla="*/ 2962375 w 5872039"/>
              <a:gd name="csY36" fmla="*/ 3843545 h 3967305"/>
              <a:gd name="csX37" fmla="*/ 2947674 w 5872039"/>
              <a:gd name="csY37" fmla="*/ 3868037 h 3967305"/>
              <a:gd name="csX38" fmla="*/ 3016153 w 5872039"/>
              <a:gd name="csY38" fmla="*/ 3877701 h 3967305"/>
              <a:gd name="csX39" fmla="*/ 3030937 w 5872039"/>
              <a:gd name="csY39" fmla="*/ 3877448 h 3967305"/>
              <a:gd name="csX40" fmla="*/ 3041999 w 5872039"/>
              <a:gd name="csY40" fmla="*/ 3853442 h 3967305"/>
              <a:gd name="csX41" fmla="*/ 3041092 w 5872039"/>
              <a:gd name="csY41" fmla="*/ 3853350 h 3967305"/>
              <a:gd name="csX42" fmla="*/ 2732451 w 5872039"/>
              <a:gd name="csY42" fmla="*/ 3822201 h 3967305"/>
              <a:gd name="csX43" fmla="*/ 2697710 w 5872039"/>
              <a:gd name="csY43" fmla="*/ 3855589 h 3967305"/>
              <a:gd name="csX44" fmla="*/ 2693539 w 5872039"/>
              <a:gd name="csY44" fmla="*/ 3858180 h 3967305"/>
              <a:gd name="csX45" fmla="*/ 2771758 w 5872039"/>
              <a:gd name="csY45" fmla="*/ 3884386 h 3967305"/>
              <a:gd name="csX46" fmla="*/ 2783967 w 5872039"/>
              <a:gd name="csY46" fmla="*/ 3886531 h 3967305"/>
              <a:gd name="csX47" fmla="*/ 2816201 w 5872039"/>
              <a:gd name="csY47" fmla="*/ 3853467 h 3967305"/>
              <a:gd name="csX48" fmla="*/ 2740819 w 5872039"/>
              <a:gd name="csY48" fmla="*/ 3826125 h 3967305"/>
              <a:gd name="csX49" fmla="*/ 2871292 w 5872039"/>
              <a:gd name="csY49" fmla="*/ 3808603 h 3967305"/>
              <a:gd name="csX50" fmla="*/ 2851830 w 5872039"/>
              <a:gd name="csY50" fmla="*/ 3838019 h 3967305"/>
              <a:gd name="csX51" fmla="*/ 2844063 w 5872039"/>
              <a:gd name="csY51" fmla="*/ 3846005 h 3967305"/>
              <a:gd name="csX52" fmla="*/ 2903153 w 5872039"/>
              <a:gd name="csY52" fmla="*/ 3861755 h 3967305"/>
              <a:gd name="csX53" fmla="*/ 2931649 w 5872039"/>
              <a:gd name="csY53" fmla="*/ 3865776 h 3967305"/>
              <a:gd name="csX54" fmla="*/ 2949134 w 5872039"/>
              <a:gd name="csY54" fmla="*/ 3836658 h 3967305"/>
              <a:gd name="csX55" fmla="*/ 2950319 w 5872039"/>
              <a:gd name="csY55" fmla="*/ 3833649 h 3967305"/>
              <a:gd name="csX56" fmla="*/ 2890346 w 5872039"/>
              <a:gd name="csY56" fmla="*/ 3816008 h 3967305"/>
              <a:gd name="csX57" fmla="*/ 3072729 w 5872039"/>
              <a:gd name="csY57" fmla="*/ 3807675 h 3967305"/>
              <a:gd name="csX58" fmla="*/ 3066588 w 5872039"/>
              <a:gd name="csY58" fmla="*/ 3835769 h 3967305"/>
              <a:gd name="csX59" fmla="*/ 3064298 w 5872039"/>
              <a:gd name="csY59" fmla="*/ 3840720 h 3967305"/>
              <a:gd name="csX60" fmla="*/ 3120087 w 5872039"/>
              <a:gd name="csY60" fmla="*/ 3846435 h 3967305"/>
              <a:gd name="csX61" fmla="*/ 3199188 w 5872039"/>
              <a:gd name="csY61" fmla="*/ 3845654 h 3967305"/>
              <a:gd name="csX62" fmla="*/ 3283247 w 5872039"/>
              <a:gd name="csY62" fmla="*/ 3833467 h 3967305"/>
              <a:gd name="csX63" fmla="*/ 3292593 w 5872039"/>
              <a:gd name="csY63" fmla="*/ 3828251 h 3967305"/>
              <a:gd name="csX64" fmla="*/ 3273001 w 5872039"/>
              <a:gd name="csY64" fmla="*/ 3830465 h 3967305"/>
              <a:gd name="csX65" fmla="*/ 3122586 w 5872039"/>
              <a:gd name="csY65" fmla="*/ 3820448 h 3967305"/>
              <a:gd name="csX66" fmla="*/ 3386652 w 5872039"/>
              <a:gd name="csY66" fmla="*/ 3796937 h 3967305"/>
              <a:gd name="csX67" fmla="*/ 3378327 w 5872039"/>
              <a:gd name="csY67" fmla="*/ 3797613 h 3967305"/>
              <a:gd name="csX68" fmla="*/ 3367680 w 5872039"/>
              <a:gd name="csY68" fmla="*/ 3804745 h 3967305"/>
              <a:gd name="csX69" fmla="*/ 3371355 w 5872039"/>
              <a:gd name="csY69" fmla="*/ 3804328 h 3967305"/>
              <a:gd name="csX70" fmla="*/ 2985388 w 5872039"/>
              <a:gd name="csY70" fmla="*/ 3785300 h 3967305"/>
              <a:gd name="csX71" fmla="*/ 2971369 w 5872039"/>
              <a:gd name="csY71" fmla="*/ 3820782 h 3967305"/>
              <a:gd name="csX72" fmla="*/ 3042566 w 5872039"/>
              <a:gd name="csY72" fmla="*/ 3838493 h 3967305"/>
              <a:gd name="csX73" fmla="*/ 3048603 w 5872039"/>
              <a:gd name="csY73" fmla="*/ 3839112 h 3967305"/>
              <a:gd name="csX74" fmla="*/ 3052646 w 5872039"/>
              <a:gd name="csY74" fmla="*/ 3830338 h 3967305"/>
              <a:gd name="csX75" fmla="*/ 3058349 w 5872039"/>
              <a:gd name="csY75" fmla="*/ 3803991 h 3967305"/>
              <a:gd name="csX76" fmla="*/ 2638323 w 5872039"/>
              <a:gd name="csY76" fmla="*/ 3778057 h 3967305"/>
              <a:gd name="csX77" fmla="*/ 2613671 w 5872039"/>
              <a:gd name="csY77" fmla="*/ 3799752 h 3967305"/>
              <a:gd name="csX78" fmla="*/ 2591849 w 5872039"/>
              <a:gd name="csY78" fmla="*/ 3812381 h 3967305"/>
              <a:gd name="csX79" fmla="*/ 2674471 w 5872039"/>
              <a:gd name="csY79" fmla="*/ 3851792 h 3967305"/>
              <a:gd name="csX80" fmla="*/ 2675143 w 5872039"/>
              <a:gd name="csY80" fmla="*/ 3852017 h 3967305"/>
              <a:gd name="csX81" fmla="*/ 2684642 w 5872039"/>
              <a:gd name="csY81" fmla="*/ 3846368 h 3967305"/>
              <a:gd name="csX82" fmla="*/ 2717610 w 5872039"/>
              <a:gd name="csY82" fmla="*/ 3815241 h 3967305"/>
              <a:gd name="csX83" fmla="*/ 2780224 w 5872039"/>
              <a:gd name="csY83" fmla="*/ 3771494 h 3967305"/>
              <a:gd name="csX84" fmla="*/ 2768407 w 5872039"/>
              <a:gd name="csY84" fmla="*/ 3787646 h 3967305"/>
              <a:gd name="csX85" fmla="*/ 2744653 w 5872039"/>
              <a:gd name="csY85" fmla="*/ 3810475 h 3967305"/>
              <a:gd name="csX86" fmla="*/ 2825850 w 5872039"/>
              <a:gd name="csY86" fmla="*/ 3841150 h 3967305"/>
              <a:gd name="csX87" fmla="*/ 2827721 w 5872039"/>
              <a:gd name="csY87" fmla="*/ 3841649 h 3967305"/>
              <a:gd name="csX88" fmla="*/ 2839978 w 5872039"/>
              <a:gd name="csY88" fmla="*/ 3829076 h 3967305"/>
              <a:gd name="csX89" fmla="*/ 2857149 w 5872039"/>
              <a:gd name="csY89" fmla="*/ 3803107 h 3967305"/>
              <a:gd name="csX90" fmla="*/ 2796279 w 5872039"/>
              <a:gd name="csY90" fmla="*/ 3779452 h 3967305"/>
              <a:gd name="csX91" fmla="*/ 3438744 w 5872039"/>
              <a:gd name="csY91" fmla="*/ 3769122 h 3967305"/>
              <a:gd name="csX92" fmla="*/ 3419439 w 5872039"/>
              <a:gd name="csY92" fmla="*/ 3770075 h 3967305"/>
              <a:gd name="csX93" fmla="*/ 3403664 w 5872039"/>
              <a:gd name="csY93" fmla="*/ 3780641 h 3967305"/>
              <a:gd name="csX94" fmla="*/ 3423251 w 5872039"/>
              <a:gd name="csY94" fmla="*/ 3779039 h 3967305"/>
              <a:gd name="csX95" fmla="*/ 3478335 w 5872039"/>
              <a:gd name="csY95" fmla="*/ 3767169 h 3967305"/>
              <a:gd name="csX96" fmla="*/ 3469346 w 5872039"/>
              <a:gd name="csY96" fmla="*/ 3767612 h 3967305"/>
              <a:gd name="csX97" fmla="*/ 3453909 w 5872039"/>
              <a:gd name="csY97" fmla="*/ 3775671 h 3967305"/>
              <a:gd name="csX98" fmla="*/ 3464712 w 5872039"/>
              <a:gd name="csY98" fmla="*/ 3773221 h 3967305"/>
              <a:gd name="csX99" fmla="*/ 3084257 w 5872039"/>
              <a:gd name="csY99" fmla="*/ 3754928 h 3967305"/>
              <a:gd name="csX100" fmla="*/ 3075885 w 5872039"/>
              <a:gd name="csY100" fmla="*/ 3793231 h 3967305"/>
              <a:gd name="csX101" fmla="*/ 3124287 w 5872039"/>
              <a:gd name="csY101" fmla="*/ 3805683 h 3967305"/>
              <a:gd name="csX102" fmla="*/ 3272360 w 5872039"/>
              <a:gd name="csY102" fmla="*/ 3815569 h 3967305"/>
              <a:gd name="csX103" fmla="*/ 3326296 w 5872039"/>
              <a:gd name="csY103" fmla="*/ 3809445 h 3967305"/>
              <a:gd name="csX104" fmla="*/ 3342710 w 5872039"/>
              <a:gd name="csY104" fmla="*/ 3800285 h 3967305"/>
              <a:gd name="csX105" fmla="*/ 3339205 w 5872039"/>
              <a:gd name="csY105" fmla="*/ 3800299 h 3967305"/>
              <a:gd name="csX106" fmla="*/ 3190550 w 5872039"/>
              <a:gd name="csY106" fmla="*/ 3785114 h 3967305"/>
              <a:gd name="csX107" fmla="*/ 2899190 w 5872039"/>
              <a:gd name="csY107" fmla="*/ 3752722 h 3967305"/>
              <a:gd name="csX108" fmla="*/ 2879753 w 5872039"/>
              <a:gd name="csY108" fmla="*/ 3795814 h 3967305"/>
              <a:gd name="csX109" fmla="*/ 2879667 w 5872039"/>
              <a:gd name="csY109" fmla="*/ 3795945 h 3967305"/>
              <a:gd name="csX110" fmla="*/ 2894036 w 5872039"/>
              <a:gd name="csY110" fmla="*/ 3801544 h 3967305"/>
              <a:gd name="csX111" fmla="*/ 2956812 w 5872039"/>
              <a:gd name="csY111" fmla="*/ 3817160 h 3967305"/>
              <a:gd name="csX112" fmla="*/ 2971147 w 5872039"/>
              <a:gd name="csY112" fmla="*/ 3780754 h 3967305"/>
              <a:gd name="csX113" fmla="*/ 3528935 w 5872039"/>
              <a:gd name="csY113" fmla="*/ 3739357 h 3967305"/>
              <a:gd name="csX114" fmla="*/ 3511251 w 5872039"/>
              <a:gd name="csY114" fmla="*/ 3739642 h 3967305"/>
              <a:gd name="csX115" fmla="*/ 3494169 w 5872039"/>
              <a:gd name="csY115" fmla="*/ 3751548 h 3967305"/>
              <a:gd name="csX116" fmla="*/ 3509773 w 5872039"/>
              <a:gd name="csY116" fmla="*/ 3750775 h 3967305"/>
              <a:gd name="csX117" fmla="*/ 3569320 w 5872039"/>
              <a:gd name="csY117" fmla="*/ 3738707 h 3967305"/>
              <a:gd name="csX118" fmla="*/ 3559842 w 5872039"/>
              <a:gd name="csY118" fmla="*/ 3738859 h 3967305"/>
              <a:gd name="csX119" fmla="*/ 3551374 w 5872039"/>
              <a:gd name="csY119" fmla="*/ 3744369 h 3967305"/>
              <a:gd name="csX120" fmla="*/ 3561523 w 5872039"/>
              <a:gd name="csY120" fmla="*/ 3742431 h 3967305"/>
              <a:gd name="csX121" fmla="*/ 3565463 w 5872039"/>
              <a:gd name="csY121" fmla="*/ 3740834 h 3967305"/>
              <a:gd name="csX122" fmla="*/ 3465649 w 5872039"/>
              <a:gd name="csY122" fmla="*/ 3737131 h 3967305"/>
              <a:gd name="csX123" fmla="*/ 3449873 w 5872039"/>
              <a:gd name="csY123" fmla="*/ 3749689 h 3967305"/>
              <a:gd name="csX124" fmla="*/ 3443337 w 5872039"/>
              <a:gd name="csY124" fmla="*/ 3754067 h 3967305"/>
              <a:gd name="csX125" fmla="*/ 3463852 w 5872039"/>
              <a:gd name="csY125" fmla="*/ 3753050 h 3967305"/>
              <a:gd name="csX126" fmla="*/ 3485295 w 5872039"/>
              <a:gd name="csY126" fmla="*/ 3739325 h 3967305"/>
              <a:gd name="csX127" fmla="*/ 2692314 w 5872039"/>
              <a:gd name="csY127" fmla="*/ 3727916 h 3967305"/>
              <a:gd name="csX128" fmla="*/ 2684851 w 5872039"/>
              <a:gd name="csY128" fmla="*/ 3737111 h 3967305"/>
              <a:gd name="csX129" fmla="*/ 2652006 w 5872039"/>
              <a:gd name="csY129" fmla="*/ 3766016 h 3967305"/>
              <a:gd name="csX130" fmla="*/ 2720057 w 5872039"/>
              <a:gd name="csY130" fmla="*/ 3801183 h 3967305"/>
              <a:gd name="csX131" fmla="*/ 2728944 w 5872039"/>
              <a:gd name="csY131" fmla="*/ 3804540 h 3967305"/>
              <a:gd name="csX132" fmla="*/ 2756902 w 5872039"/>
              <a:gd name="csY132" fmla="*/ 3778142 h 3967305"/>
              <a:gd name="csX133" fmla="*/ 2766673 w 5872039"/>
              <a:gd name="csY133" fmla="*/ 3764776 h 3967305"/>
              <a:gd name="csX134" fmla="*/ 2551797 w 5872039"/>
              <a:gd name="csY134" fmla="*/ 3727013 h 3967305"/>
              <a:gd name="csX135" fmla="*/ 2533980 w 5872039"/>
              <a:gd name="csY135" fmla="*/ 3741535 h 3967305"/>
              <a:gd name="csX136" fmla="*/ 2497432 w 5872039"/>
              <a:gd name="csY136" fmla="*/ 3761971 h 3967305"/>
              <a:gd name="csX137" fmla="*/ 2541602 w 5872039"/>
              <a:gd name="csY137" fmla="*/ 3788413 h 3967305"/>
              <a:gd name="csX138" fmla="*/ 2575738 w 5872039"/>
              <a:gd name="csY138" fmla="*/ 3804696 h 3967305"/>
              <a:gd name="csX139" fmla="*/ 2604268 w 5872039"/>
              <a:gd name="csY139" fmla="*/ 3788268 h 3967305"/>
              <a:gd name="csX140" fmla="*/ 2624346 w 5872039"/>
              <a:gd name="csY140" fmla="*/ 3770634 h 3967305"/>
              <a:gd name="csX141" fmla="*/ 3003352 w 5872039"/>
              <a:gd name="csY141" fmla="*/ 3726446 h 3967305"/>
              <a:gd name="csX142" fmla="*/ 2997471 w 5872039"/>
              <a:gd name="csY142" fmla="*/ 3754716 h 3967305"/>
              <a:gd name="csX143" fmla="*/ 2990893 w 5872039"/>
              <a:gd name="csY143" fmla="*/ 3771366 h 3967305"/>
              <a:gd name="csX144" fmla="*/ 3061480 w 5872039"/>
              <a:gd name="csY144" fmla="*/ 3789525 h 3967305"/>
              <a:gd name="csX145" fmla="*/ 3069854 w 5872039"/>
              <a:gd name="csY145" fmla="*/ 3750838 h 3967305"/>
              <a:gd name="csX146" fmla="*/ 3047366 w 5872039"/>
              <a:gd name="csY146" fmla="*/ 3744451 h 3967305"/>
              <a:gd name="csX147" fmla="*/ 2815387 w 5872039"/>
              <a:gd name="csY147" fmla="*/ 3713027 h 3967305"/>
              <a:gd name="csX148" fmla="*/ 2797212 w 5872039"/>
              <a:gd name="csY148" fmla="*/ 3748270 h 3967305"/>
              <a:gd name="csX149" fmla="*/ 2789100 w 5872039"/>
              <a:gd name="csY149" fmla="*/ 3759360 h 3967305"/>
              <a:gd name="csX150" fmla="*/ 2801264 w 5872039"/>
              <a:gd name="csY150" fmla="*/ 3765398 h 3967305"/>
              <a:gd name="csX151" fmla="*/ 2865527 w 5872039"/>
              <a:gd name="csY151" fmla="*/ 3790436 h 3967305"/>
              <a:gd name="csX152" fmla="*/ 2866913 w 5872039"/>
              <a:gd name="csY152" fmla="*/ 3788339 h 3967305"/>
              <a:gd name="csX153" fmla="*/ 2885351 w 5872039"/>
              <a:gd name="csY153" fmla="*/ 3747331 h 3967305"/>
              <a:gd name="csX154" fmla="*/ 2885130 w 5872039"/>
              <a:gd name="csY154" fmla="*/ 3747244 h 3967305"/>
              <a:gd name="csX155" fmla="*/ 3649552 w 5872039"/>
              <a:gd name="csY155" fmla="*/ 3711240 h 3967305"/>
              <a:gd name="csX156" fmla="*/ 3642128 w 5872039"/>
              <a:gd name="csY156" fmla="*/ 3715856 h 3967305"/>
              <a:gd name="csX157" fmla="*/ 3650651 w 5872039"/>
              <a:gd name="csY157" fmla="*/ 3714536 h 3967305"/>
              <a:gd name="csX158" fmla="*/ 3656907 w 5872039"/>
              <a:gd name="csY158" fmla="*/ 3711365 h 3967305"/>
              <a:gd name="csX159" fmla="*/ 3603499 w 5872039"/>
              <a:gd name="csY159" fmla="*/ 3710454 h 3967305"/>
              <a:gd name="csX160" fmla="*/ 3583305 w 5872039"/>
              <a:gd name="csY160" fmla="*/ 3723593 h 3967305"/>
              <a:gd name="csX161" fmla="*/ 3593265 w 5872039"/>
              <a:gd name="csY161" fmla="*/ 3723424 h 3967305"/>
              <a:gd name="csX162" fmla="*/ 3598489 w 5872039"/>
              <a:gd name="csY162" fmla="*/ 3722615 h 3967305"/>
              <a:gd name="csX163" fmla="*/ 3620021 w 5872039"/>
              <a:gd name="csY163" fmla="*/ 3710736 h 3967305"/>
              <a:gd name="csX164" fmla="*/ 3555696 w 5872039"/>
              <a:gd name="csY164" fmla="*/ 3708663 h 3967305"/>
              <a:gd name="csX165" fmla="*/ 3533047 w 5872039"/>
              <a:gd name="csY165" fmla="*/ 3724450 h 3967305"/>
              <a:gd name="csX166" fmla="*/ 3554569 w 5872039"/>
              <a:gd name="csY166" fmla="*/ 3724083 h 3967305"/>
              <a:gd name="csX167" fmla="*/ 3578167 w 5872039"/>
              <a:gd name="csY167" fmla="*/ 3710022 h 3967305"/>
              <a:gd name="csX168" fmla="*/ 3563738 w 5872039"/>
              <a:gd name="csY168" fmla="*/ 3709776 h 3967305"/>
              <a:gd name="csX169" fmla="*/ 3509459 w 5872039"/>
              <a:gd name="csY169" fmla="*/ 3702261 h 3967305"/>
              <a:gd name="csX170" fmla="*/ 3482072 w 5872039"/>
              <a:gd name="csY170" fmla="*/ 3724059 h 3967305"/>
              <a:gd name="csX171" fmla="*/ 3491822 w 5872039"/>
              <a:gd name="csY171" fmla="*/ 3725152 h 3967305"/>
              <a:gd name="csX172" fmla="*/ 3507864 w 5872039"/>
              <a:gd name="csY172" fmla="*/ 3724879 h 3967305"/>
              <a:gd name="csX173" fmla="*/ 3532109 w 5872039"/>
              <a:gd name="csY173" fmla="*/ 3709360 h 3967305"/>
              <a:gd name="csX174" fmla="*/ 3536263 w 5872039"/>
              <a:gd name="csY174" fmla="*/ 3705972 h 3967305"/>
              <a:gd name="csX175" fmla="*/ 3093286 w 5872039"/>
              <a:gd name="csY175" fmla="*/ 3692502 h 3967305"/>
              <a:gd name="csX176" fmla="*/ 3090889 w 5872039"/>
              <a:gd name="csY176" fmla="*/ 3724585 h 3967305"/>
              <a:gd name="csX177" fmla="*/ 3087411 w 5872039"/>
              <a:gd name="csY177" fmla="*/ 3740498 h 3967305"/>
              <a:gd name="csX178" fmla="*/ 3197486 w 5872039"/>
              <a:gd name="csY178" fmla="*/ 3771350 h 3967305"/>
              <a:gd name="csX179" fmla="*/ 3345452 w 5872039"/>
              <a:gd name="csY179" fmla="*/ 3785403 h 3967305"/>
              <a:gd name="csX180" fmla="*/ 3373489 w 5872039"/>
              <a:gd name="csY180" fmla="*/ 3783110 h 3967305"/>
              <a:gd name="csX181" fmla="*/ 3394981 w 5872039"/>
              <a:gd name="csY181" fmla="*/ 3771117 h 3967305"/>
              <a:gd name="csX182" fmla="*/ 3398457 w 5872039"/>
              <a:gd name="csY182" fmla="*/ 3768537 h 3967305"/>
              <a:gd name="csX183" fmla="*/ 3333482 w 5872039"/>
              <a:gd name="csY183" fmla="*/ 3763298 h 3967305"/>
              <a:gd name="csX184" fmla="*/ 3169696 w 5872039"/>
              <a:gd name="csY184" fmla="*/ 3723976 h 3967305"/>
              <a:gd name="csX185" fmla="*/ 2922971 w 5872039"/>
              <a:gd name="csY185" fmla="*/ 3690611 h 3967305"/>
              <a:gd name="csX186" fmla="*/ 2917388 w 5872039"/>
              <a:gd name="csY186" fmla="*/ 3712378 h 3967305"/>
              <a:gd name="csX187" fmla="*/ 2905307 w 5872039"/>
              <a:gd name="csY187" fmla="*/ 3739161 h 3967305"/>
              <a:gd name="csX188" fmla="*/ 2976561 w 5872039"/>
              <a:gd name="csY188" fmla="*/ 3767007 h 3967305"/>
              <a:gd name="csX189" fmla="*/ 2983314 w 5872039"/>
              <a:gd name="csY189" fmla="*/ 3749855 h 3967305"/>
              <a:gd name="csX190" fmla="*/ 2989333 w 5872039"/>
              <a:gd name="csY190" fmla="*/ 3720711 h 3967305"/>
              <a:gd name="csX191" fmla="*/ 2955365 w 5872039"/>
              <a:gd name="csY191" fmla="*/ 3706815 h 3967305"/>
              <a:gd name="csX192" fmla="*/ 3749263 w 5872039"/>
              <a:gd name="csY192" fmla="*/ 3684045 h 3967305"/>
              <a:gd name="csX193" fmla="*/ 3739299 w 5872039"/>
              <a:gd name="csY193" fmla="*/ 3684842 h 3967305"/>
              <a:gd name="csX194" fmla="*/ 3732261 w 5872039"/>
              <a:gd name="csY194" fmla="*/ 3688882 h 3967305"/>
              <a:gd name="csX195" fmla="*/ 3740688 w 5872039"/>
              <a:gd name="csY195" fmla="*/ 3687887 h 3967305"/>
              <a:gd name="csX196" fmla="*/ 3695505 w 5872039"/>
              <a:gd name="csY196" fmla="*/ 3682665 h 3967305"/>
              <a:gd name="csX197" fmla="*/ 3674544 w 5872039"/>
              <a:gd name="csY197" fmla="*/ 3695699 h 3967305"/>
              <a:gd name="csX198" fmla="*/ 3691848 w 5872039"/>
              <a:gd name="csY198" fmla="*/ 3693656 h 3967305"/>
              <a:gd name="csX199" fmla="*/ 3711905 w 5872039"/>
              <a:gd name="csY199" fmla="*/ 3683490 h 3967305"/>
              <a:gd name="csX200" fmla="*/ 3649418 w 5872039"/>
              <a:gd name="csY200" fmla="*/ 3680346 h 3967305"/>
              <a:gd name="csX201" fmla="*/ 3647746 w 5872039"/>
              <a:gd name="csY201" fmla="*/ 3681665 h 3967305"/>
              <a:gd name="csX202" fmla="*/ 3625672 w 5872039"/>
              <a:gd name="csY202" fmla="*/ 3696027 h 3967305"/>
              <a:gd name="csX203" fmla="*/ 3646081 w 5872039"/>
              <a:gd name="csY203" fmla="*/ 3696359 h 3967305"/>
              <a:gd name="csX204" fmla="*/ 3672959 w 5872039"/>
              <a:gd name="csY204" fmla="*/ 3681531 h 3967305"/>
              <a:gd name="csX205" fmla="*/ 2608621 w 5872039"/>
              <a:gd name="csY205" fmla="*/ 3678604 h 3967305"/>
              <a:gd name="csX206" fmla="*/ 2601375 w 5872039"/>
              <a:gd name="csY206" fmla="*/ 3686603 h 3967305"/>
              <a:gd name="csX207" fmla="*/ 2562372 w 5872039"/>
              <a:gd name="csY207" fmla="*/ 3718394 h 3967305"/>
              <a:gd name="csX208" fmla="*/ 2573643 w 5872039"/>
              <a:gd name="csY208" fmla="*/ 3725519 h 3967305"/>
              <a:gd name="csX209" fmla="*/ 2637903 w 5872039"/>
              <a:gd name="csY209" fmla="*/ 3758728 h 3967305"/>
              <a:gd name="csX210" fmla="*/ 2673853 w 5872039"/>
              <a:gd name="csY210" fmla="*/ 3727154 h 3967305"/>
              <a:gd name="csX211" fmla="*/ 2678839 w 5872039"/>
              <a:gd name="csY211" fmla="*/ 3721008 h 3967305"/>
              <a:gd name="csX212" fmla="*/ 2466324 w 5872039"/>
              <a:gd name="csY212" fmla="*/ 3674102 h 3967305"/>
              <a:gd name="csX213" fmla="*/ 2450231 w 5872039"/>
              <a:gd name="csY213" fmla="*/ 3685980 h 3967305"/>
              <a:gd name="csX214" fmla="*/ 2411659 w 5872039"/>
              <a:gd name="csY214" fmla="*/ 3705874 h 3967305"/>
              <a:gd name="csX215" fmla="*/ 2463947 w 5872039"/>
              <a:gd name="csY215" fmla="*/ 3741926 h 3967305"/>
              <a:gd name="csX216" fmla="*/ 2482861 w 5872039"/>
              <a:gd name="csY216" fmla="*/ 3753248 h 3967305"/>
              <a:gd name="csX217" fmla="*/ 2524903 w 5872039"/>
              <a:gd name="csY217" fmla="*/ 3729839 h 3967305"/>
              <a:gd name="csX218" fmla="*/ 2538327 w 5872039"/>
              <a:gd name="csY218" fmla="*/ 3718914 h 3967305"/>
              <a:gd name="csX219" fmla="*/ 2478685 w 5872039"/>
              <a:gd name="csY219" fmla="*/ 3683054 h 3967305"/>
              <a:gd name="csX220" fmla="*/ 3600695 w 5872039"/>
              <a:gd name="csY220" fmla="*/ 3673751 h 3967305"/>
              <a:gd name="csX221" fmla="*/ 3576041 w 5872039"/>
              <a:gd name="csY221" fmla="*/ 3694482 h 3967305"/>
              <a:gd name="csX222" fmla="*/ 3575006 w 5872039"/>
              <a:gd name="csY222" fmla="*/ 3695203 h 3967305"/>
              <a:gd name="csX223" fmla="*/ 3602292 w 5872039"/>
              <a:gd name="csY223" fmla="*/ 3695647 h 3967305"/>
              <a:gd name="csX224" fmla="*/ 3604100 w 5872039"/>
              <a:gd name="csY224" fmla="*/ 3694570 h 3967305"/>
              <a:gd name="csX225" fmla="*/ 3625852 w 5872039"/>
              <a:gd name="csY225" fmla="*/ 3677939 h 3967305"/>
              <a:gd name="csX226" fmla="*/ 2733007 w 5872039"/>
              <a:gd name="csY226" fmla="*/ 3669258 h 3967305"/>
              <a:gd name="csX227" fmla="*/ 2714510 w 5872039"/>
              <a:gd name="csY227" fmla="*/ 3700565 h 3967305"/>
              <a:gd name="csX228" fmla="*/ 2701921 w 5872039"/>
              <a:gd name="csY228" fmla="*/ 3716078 h 3967305"/>
              <a:gd name="csX229" fmla="*/ 2775550 w 5872039"/>
              <a:gd name="csY229" fmla="*/ 3752633 h 3967305"/>
              <a:gd name="csX230" fmla="*/ 2784691 w 5872039"/>
              <a:gd name="csY230" fmla="*/ 3740128 h 3967305"/>
              <a:gd name="csX231" fmla="*/ 2802004 w 5872039"/>
              <a:gd name="csY231" fmla="*/ 3706461 h 3967305"/>
              <a:gd name="csX232" fmla="*/ 2766749 w 5872039"/>
              <a:gd name="csY232" fmla="*/ 3689164 h 3967305"/>
              <a:gd name="csX233" fmla="*/ 3553562 w 5872039"/>
              <a:gd name="csY233" fmla="*/ 3665101 h 3967305"/>
              <a:gd name="csX234" fmla="*/ 3536639 w 5872039"/>
              <a:gd name="csY234" fmla="*/ 3680626 h 3967305"/>
              <a:gd name="csX235" fmla="*/ 3525436 w 5872039"/>
              <a:gd name="csY235" fmla="*/ 3689543 h 3967305"/>
              <a:gd name="csX236" fmla="*/ 3551899 w 5872039"/>
              <a:gd name="csY236" fmla="*/ 3693218 h 3967305"/>
              <a:gd name="csX237" fmla="*/ 3579990 w 5872039"/>
              <a:gd name="csY237" fmla="*/ 3670305 h 3967305"/>
              <a:gd name="csX238" fmla="*/ 3562336 w 5872039"/>
              <a:gd name="csY238" fmla="*/ 3667367 h 3967305"/>
              <a:gd name="csX239" fmla="*/ 3016954 w 5872039"/>
              <a:gd name="csY239" fmla="*/ 3661061 h 3967305"/>
              <a:gd name="csX240" fmla="*/ 3006427 w 5872039"/>
              <a:gd name="csY240" fmla="*/ 3711666 h 3967305"/>
              <a:gd name="csX241" fmla="*/ 3054726 w 5872039"/>
              <a:gd name="csY241" fmla="*/ 3731338 h 3967305"/>
              <a:gd name="csX242" fmla="*/ 3072968 w 5872039"/>
              <a:gd name="csY242" fmla="*/ 3736450 h 3967305"/>
              <a:gd name="csX243" fmla="*/ 3076260 w 5872039"/>
              <a:gd name="csY243" fmla="*/ 3721242 h 3967305"/>
              <a:gd name="csX244" fmla="*/ 3078818 w 5872039"/>
              <a:gd name="csY244" fmla="*/ 3686543 h 3967305"/>
              <a:gd name="csX245" fmla="*/ 3845010 w 5872039"/>
              <a:gd name="csY245" fmla="*/ 3656904 h 3967305"/>
              <a:gd name="csX246" fmla="*/ 3835042 w 5872039"/>
              <a:gd name="csY246" fmla="*/ 3657326 h 3967305"/>
              <a:gd name="csX247" fmla="*/ 3823939 w 5872039"/>
              <a:gd name="csY247" fmla="*/ 3663169 h 3967305"/>
              <a:gd name="csX248" fmla="*/ 3830847 w 5872039"/>
              <a:gd name="csY248" fmla="*/ 3662610 h 3967305"/>
              <a:gd name="csX249" fmla="*/ 3788898 w 5872039"/>
              <a:gd name="csY249" fmla="*/ 3656365 h 3967305"/>
              <a:gd name="csX250" fmla="*/ 3769359 w 5872039"/>
              <a:gd name="csY250" fmla="*/ 3667584 h 3967305"/>
              <a:gd name="csX251" fmla="*/ 3789674 w 5872039"/>
              <a:gd name="csY251" fmla="*/ 3665940 h 3967305"/>
              <a:gd name="csX252" fmla="*/ 3799250 w 5872039"/>
              <a:gd name="csY252" fmla="*/ 3661650 h 3967305"/>
              <a:gd name="csX253" fmla="*/ 3806159 w 5872039"/>
              <a:gd name="csY253" fmla="*/ 3657827 h 3967305"/>
              <a:gd name="csX254" fmla="*/ 3743926 w 5872039"/>
              <a:gd name="csY254" fmla="*/ 3652557 h 3967305"/>
              <a:gd name="csX255" fmla="*/ 3717573 w 5872039"/>
              <a:gd name="csY255" fmla="*/ 3668943 h 3967305"/>
              <a:gd name="csX256" fmla="*/ 3738531 w 5872039"/>
              <a:gd name="csY256" fmla="*/ 3669995 h 3967305"/>
              <a:gd name="csX257" fmla="*/ 3748214 w 5872039"/>
              <a:gd name="csY257" fmla="*/ 3665088 h 3967305"/>
              <a:gd name="csX258" fmla="*/ 3764508 w 5872039"/>
              <a:gd name="csY258" fmla="*/ 3654300 h 3967305"/>
              <a:gd name="csX259" fmla="*/ 2843516 w 5872039"/>
              <a:gd name="csY259" fmla="*/ 3650867 h 3967305"/>
              <a:gd name="csX260" fmla="*/ 2837438 w 5872039"/>
              <a:gd name="csY260" fmla="*/ 3670265 h 3967305"/>
              <a:gd name="csX261" fmla="*/ 2822188 w 5872039"/>
              <a:gd name="csY261" fmla="*/ 3699838 h 3967305"/>
              <a:gd name="csX262" fmla="*/ 2890028 w 5872039"/>
              <a:gd name="csY262" fmla="*/ 3733189 h 3967305"/>
              <a:gd name="csX263" fmla="*/ 2891458 w 5872039"/>
              <a:gd name="csY263" fmla="*/ 3733748 h 3967305"/>
              <a:gd name="csX264" fmla="*/ 2903522 w 5872039"/>
              <a:gd name="csY264" fmla="*/ 3706918 h 3967305"/>
              <a:gd name="csX265" fmla="*/ 2909406 w 5872039"/>
              <a:gd name="csY265" fmla="*/ 3683826 h 3967305"/>
              <a:gd name="csX266" fmla="*/ 3693175 w 5872039"/>
              <a:gd name="csY266" fmla="*/ 3645839 h 3967305"/>
              <a:gd name="csX267" fmla="*/ 3667090 w 5872039"/>
              <a:gd name="csY267" fmla="*/ 3666410 h 3967305"/>
              <a:gd name="csX268" fmla="*/ 3692988 w 5872039"/>
              <a:gd name="csY268" fmla="*/ 3667709 h 3967305"/>
              <a:gd name="csX269" fmla="*/ 3717370 w 5872039"/>
              <a:gd name="csY269" fmla="*/ 3650307 h 3967305"/>
              <a:gd name="csX270" fmla="*/ 3709067 w 5872039"/>
              <a:gd name="csY270" fmla="*/ 3649604 h 3967305"/>
              <a:gd name="csX271" fmla="*/ 3646926 w 5872039"/>
              <a:gd name="csY271" fmla="*/ 3634880 h 3967305"/>
              <a:gd name="csX272" fmla="*/ 3615616 w 5872039"/>
              <a:gd name="csY272" fmla="*/ 3661206 h 3967305"/>
              <a:gd name="csX273" fmla="*/ 3638111 w 5872039"/>
              <a:gd name="csY273" fmla="*/ 3664955 h 3967305"/>
              <a:gd name="csX274" fmla="*/ 3642542 w 5872039"/>
              <a:gd name="csY274" fmla="*/ 3665178 h 3967305"/>
              <a:gd name="csX275" fmla="*/ 3673831 w 5872039"/>
              <a:gd name="csY275" fmla="*/ 3641255 h 3967305"/>
              <a:gd name="csX276" fmla="*/ 3884003 w 5872039"/>
              <a:gd name="csY276" fmla="*/ 3631564 h 3967305"/>
              <a:gd name="csX277" fmla="*/ 3865963 w 5872039"/>
              <a:gd name="csY277" fmla="*/ 3641056 h 3967305"/>
              <a:gd name="csX278" fmla="*/ 3883465 w 5872039"/>
              <a:gd name="csY278" fmla="*/ 3640295 h 3967305"/>
              <a:gd name="csX279" fmla="*/ 3900718 w 5872039"/>
              <a:gd name="csY279" fmla="*/ 3631607 h 3967305"/>
              <a:gd name="csX280" fmla="*/ 3884973 w 5872039"/>
              <a:gd name="csY280" fmla="*/ 3631679 h 3967305"/>
              <a:gd name="csX281" fmla="*/ 3943049 w 5872039"/>
              <a:gd name="csY281" fmla="*/ 3631412 h 3967305"/>
              <a:gd name="csX282" fmla="*/ 3932658 w 5872039"/>
              <a:gd name="csY282" fmla="*/ 3631460 h 3967305"/>
              <a:gd name="csX283" fmla="*/ 3919952 w 5872039"/>
              <a:gd name="csY283" fmla="*/ 3637533 h 3967305"/>
              <a:gd name="csX284" fmla="*/ 3930850 w 5872039"/>
              <a:gd name="csY284" fmla="*/ 3635774 h 3967305"/>
              <a:gd name="csX285" fmla="*/ 2526756 w 5872039"/>
              <a:gd name="csY285" fmla="*/ 3627288 h 3967305"/>
              <a:gd name="csX286" fmla="*/ 2517740 w 5872039"/>
              <a:gd name="csY286" fmla="*/ 3636150 h 3967305"/>
              <a:gd name="csX287" fmla="*/ 2478857 w 5872039"/>
              <a:gd name="csY287" fmla="*/ 3664851 h 3967305"/>
              <a:gd name="csX288" fmla="*/ 2486961 w 5872039"/>
              <a:gd name="csY288" fmla="*/ 3670721 h 3967305"/>
              <a:gd name="csX289" fmla="*/ 2549199 w 5872039"/>
              <a:gd name="csY289" fmla="*/ 3710067 h 3967305"/>
              <a:gd name="csX290" fmla="*/ 2590857 w 5872039"/>
              <a:gd name="csY290" fmla="*/ 3676166 h 3967305"/>
              <a:gd name="csX291" fmla="*/ 2595711 w 5872039"/>
              <a:gd name="csY291" fmla="*/ 3670808 h 3967305"/>
              <a:gd name="csX292" fmla="*/ 2549107 w 5872039"/>
              <a:gd name="csY292" fmla="*/ 3642664 h 3967305"/>
              <a:gd name="csX293" fmla="*/ 3837594 w 5872039"/>
              <a:gd name="csY293" fmla="*/ 3626035 h 3967305"/>
              <a:gd name="csX294" fmla="*/ 3819484 w 5872039"/>
              <a:gd name="csY294" fmla="*/ 3638805 h 3967305"/>
              <a:gd name="csX295" fmla="*/ 3811641 w 5872039"/>
              <a:gd name="csY295" fmla="*/ 3643309 h 3967305"/>
              <a:gd name="csX296" fmla="*/ 3812502 w 5872039"/>
              <a:gd name="csY296" fmla="*/ 3643381 h 3967305"/>
              <a:gd name="csX297" fmla="*/ 3833953 w 5872039"/>
              <a:gd name="csY297" fmla="*/ 3642448 h 3967305"/>
              <a:gd name="csX298" fmla="*/ 3859005 w 5872039"/>
              <a:gd name="csY298" fmla="*/ 3628586 h 3967305"/>
              <a:gd name="csX299" fmla="*/ 3098317 w 5872039"/>
              <a:gd name="csY299" fmla="*/ 3625139 h 3967305"/>
              <a:gd name="csX300" fmla="*/ 3094451 w 5872039"/>
              <a:gd name="csY300" fmla="*/ 3676905 h 3967305"/>
              <a:gd name="csX301" fmla="*/ 3173483 w 5872039"/>
              <a:gd name="csY301" fmla="*/ 3709537 h 3967305"/>
              <a:gd name="csX302" fmla="*/ 3335156 w 5872039"/>
              <a:gd name="csY302" fmla="*/ 3748524 h 3967305"/>
              <a:gd name="csX303" fmla="*/ 3416541 w 5872039"/>
              <a:gd name="csY303" fmla="*/ 3755119 h 3967305"/>
              <a:gd name="csX304" fmla="*/ 3444037 w 5872039"/>
              <a:gd name="csY304" fmla="*/ 3734718 h 3967305"/>
              <a:gd name="csX305" fmla="*/ 3405643 w 5872039"/>
              <a:gd name="csY305" fmla="*/ 3730431 h 3967305"/>
              <a:gd name="csX306" fmla="*/ 3241096 w 5872039"/>
              <a:gd name="csY306" fmla="*/ 3686439 h 3967305"/>
              <a:gd name="csX307" fmla="*/ 3598908 w 5872039"/>
              <a:gd name="csY307" fmla="*/ 3623502 h 3967305"/>
              <a:gd name="csX308" fmla="*/ 3566695 w 5872039"/>
              <a:gd name="csY308" fmla="*/ 3653054 h 3967305"/>
              <a:gd name="csX309" fmla="*/ 3595296 w 5872039"/>
              <a:gd name="csY309" fmla="*/ 3657820 h 3967305"/>
              <a:gd name="csX310" fmla="*/ 3628712 w 5872039"/>
              <a:gd name="csY310" fmla="*/ 3630564 h 3967305"/>
              <a:gd name="csX311" fmla="*/ 2940201 w 5872039"/>
              <a:gd name="csY311" fmla="*/ 3622377 h 3967305"/>
              <a:gd name="csX312" fmla="*/ 2939888 w 5872039"/>
              <a:gd name="csY312" fmla="*/ 3624654 h 3967305"/>
              <a:gd name="csX313" fmla="*/ 2926749 w 5872039"/>
              <a:gd name="csY313" fmla="*/ 3675879 h 3967305"/>
              <a:gd name="csX314" fmla="*/ 2962897 w 5872039"/>
              <a:gd name="csY314" fmla="*/ 3693936 h 3967305"/>
              <a:gd name="csX315" fmla="*/ 2992383 w 5872039"/>
              <a:gd name="csY315" fmla="*/ 3705945 h 3967305"/>
              <a:gd name="csX316" fmla="*/ 3002321 w 5872039"/>
              <a:gd name="csY316" fmla="*/ 3657824 h 3967305"/>
              <a:gd name="csX317" fmla="*/ 3002628 w 5872039"/>
              <a:gd name="csY317" fmla="*/ 3654532 h 3967305"/>
              <a:gd name="csX318" fmla="*/ 2652902 w 5872039"/>
              <a:gd name="csY318" fmla="*/ 3622000 h 3967305"/>
              <a:gd name="csX319" fmla="*/ 2631888 w 5872039"/>
              <a:gd name="csY319" fmla="*/ 3652914 h 3967305"/>
              <a:gd name="csX320" fmla="*/ 2618764 w 5872039"/>
              <a:gd name="csY320" fmla="*/ 3667405 h 3967305"/>
              <a:gd name="csX321" fmla="*/ 2687430 w 5872039"/>
              <a:gd name="csY321" fmla="*/ 3708885 h 3967305"/>
              <a:gd name="csX322" fmla="*/ 2688315 w 5872039"/>
              <a:gd name="csY322" fmla="*/ 3709324 h 3967305"/>
              <a:gd name="csX323" fmla="*/ 2702497 w 5872039"/>
              <a:gd name="csY323" fmla="*/ 3691836 h 3967305"/>
              <a:gd name="csX324" fmla="*/ 2720244 w 5872039"/>
              <a:gd name="csY324" fmla="*/ 3661728 h 3967305"/>
              <a:gd name="csX325" fmla="*/ 3787373 w 5872039"/>
              <a:gd name="csY325" fmla="*/ 3620051 h 3967305"/>
              <a:gd name="csX326" fmla="*/ 3762208 w 5872039"/>
              <a:gd name="csY326" fmla="*/ 3639149 h 3967305"/>
              <a:gd name="csX327" fmla="*/ 3784552 w 5872039"/>
              <a:gd name="csY327" fmla="*/ 3641029 h 3967305"/>
              <a:gd name="csX328" fmla="*/ 3811835 w 5872039"/>
              <a:gd name="csY328" fmla="*/ 3622966 h 3967305"/>
              <a:gd name="csX329" fmla="*/ 2388099 w 5872039"/>
              <a:gd name="csY329" fmla="*/ 3617449 h 3967305"/>
              <a:gd name="csX330" fmla="*/ 2380131 w 5872039"/>
              <a:gd name="csY330" fmla="*/ 3622930 h 3967305"/>
              <a:gd name="csX331" fmla="*/ 2332847 w 5872039"/>
              <a:gd name="csY331" fmla="*/ 3647483 h 3967305"/>
              <a:gd name="csX332" fmla="*/ 2373563 w 5872039"/>
              <a:gd name="csY332" fmla="*/ 3679608 h 3967305"/>
              <a:gd name="csX333" fmla="*/ 2397899 w 5872039"/>
              <a:gd name="csY333" fmla="*/ 3696387 h 3967305"/>
              <a:gd name="csX334" fmla="*/ 2442206 w 5872039"/>
              <a:gd name="csY334" fmla="*/ 3673567 h 3967305"/>
              <a:gd name="csX335" fmla="*/ 2453789 w 5872039"/>
              <a:gd name="csY335" fmla="*/ 3665024 h 3967305"/>
              <a:gd name="csX336" fmla="*/ 3740496 w 5872039"/>
              <a:gd name="csY336" fmla="*/ 3608519 h 3967305"/>
              <a:gd name="csX337" fmla="*/ 3708069 w 5872039"/>
              <a:gd name="csY337" fmla="*/ 3634092 h 3967305"/>
              <a:gd name="csX338" fmla="*/ 3711336 w 5872039"/>
              <a:gd name="csY338" fmla="*/ 3634868 h 3967305"/>
              <a:gd name="csX339" fmla="*/ 3736084 w 5872039"/>
              <a:gd name="csY339" fmla="*/ 3636951 h 3967305"/>
              <a:gd name="csX340" fmla="*/ 3766377 w 5872039"/>
              <a:gd name="csY340" fmla="*/ 3615330 h 3967305"/>
              <a:gd name="csX341" fmla="*/ 4029765 w 5872039"/>
              <a:gd name="csY341" fmla="*/ 3607701 h 3967305"/>
              <a:gd name="csX342" fmla="*/ 4021037 w 5872039"/>
              <a:gd name="csY342" fmla="*/ 3611921 h 3967305"/>
              <a:gd name="csX343" fmla="*/ 4030828 w 5872039"/>
              <a:gd name="csY343" fmla="*/ 3610751 h 3967305"/>
              <a:gd name="csX344" fmla="*/ 4037710 w 5872039"/>
              <a:gd name="csY344" fmla="*/ 3607970 h 3967305"/>
              <a:gd name="csX345" fmla="*/ 3981753 w 5872039"/>
              <a:gd name="csY345" fmla="*/ 3606075 h 3967305"/>
              <a:gd name="csX346" fmla="*/ 3965666 w 5872039"/>
              <a:gd name="csY346" fmla="*/ 3615683 h 3967305"/>
              <a:gd name="csX347" fmla="*/ 3964135 w 5872039"/>
              <a:gd name="csY347" fmla="*/ 3616415 h 3967305"/>
              <a:gd name="csX348" fmla="*/ 3976939 w 5872039"/>
              <a:gd name="csY348" fmla="*/ 3616345 h 3967305"/>
              <a:gd name="csX349" fmla="*/ 3998326 w 5872039"/>
              <a:gd name="csY349" fmla="*/ 3606636 h 3967305"/>
              <a:gd name="csX350" fmla="*/ 2765678 w 5872039"/>
              <a:gd name="csY350" fmla="*/ 3606047 h 3967305"/>
              <a:gd name="csX351" fmla="*/ 2757256 w 5872039"/>
              <a:gd name="csY351" fmla="*/ 3628215 h 3967305"/>
              <a:gd name="csX352" fmla="*/ 2740548 w 5872039"/>
              <a:gd name="csY352" fmla="*/ 3656495 h 3967305"/>
              <a:gd name="csX353" fmla="*/ 2773042 w 5872039"/>
              <a:gd name="csY353" fmla="*/ 3675676 h 3967305"/>
              <a:gd name="csX354" fmla="*/ 2808796 w 5872039"/>
              <a:gd name="csY354" fmla="*/ 3693253 h 3967305"/>
              <a:gd name="csX355" fmla="*/ 2823790 w 5872039"/>
              <a:gd name="csY355" fmla="*/ 3664095 h 3967305"/>
              <a:gd name="csX356" fmla="*/ 2830178 w 5872039"/>
              <a:gd name="csY356" fmla="*/ 3643596 h 3967305"/>
              <a:gd name="csX357" fmla="*/ 3932193 w 5872039"/>
              <a:gd name="csY357" fmla="*/ 3601211 h 3967305"/>
              <a:gd name="csX358" fmla="*/ 3908384 w 5872039"/>
              <a:gd name="csY358" fmla="*/ 3616720 h 3967305"/>
              <a:gd name="csX359" fmla="*/ 3930522 w 5872039"/>
              <a:gd name="csY359" fmla="*/ 3616599 h 3967305"/>
              <a:gd name="csX360" fmla="*/ 3954288 w 5872039"/>
              <a:gd name="csY360" fmla="*/ 3604631 h 3967305"/>
              <a:gd name="csX361" fmla="*/ 3693109 w 5872039"/>
              <a:gd name="csY361" fmla="*/ 3596048 h 3967305"/>
              <a:gd name="csX362" fmla="*/ 3661126 w 5872039"/>
              <a:gd name="csY362" fmla="*/ 3622940 h 3967305"/>
              <a:gd name="csX363" fmla="*/ 3689095 w 5872039"/>
              <a:gd name="csY363" fmla="*/ 3629585 h 3967305"/>
              <a:gd name="csX364" fmla="*/ 3722754 w 5872039"/>
              <a:gd name="csY364" fmla="*/ 3603850 h 3967305"/>
              <a:gd name="csX365" fmla="*/ 3883487 w 5872039"/>
              <a:gd name="csY365" fmla="*/ 3593672 h 3967305"/>
              <a:gd name="csX366" fmla="*/ 3855740 w 5872039"/>
              <a:gd name="csY366" fmla="*/ 3613239 h 3967305"/>
              <a:gd name="csX367" fmla="*/ 3881256 w 5872039"/>
              <a:gd name="csY367" fmla="*/ 3616273 h 3967305"/>
              <a:gd name="csX368" fmla="*/ 3886026 w 5872039"/>
              <a:gd name="csY368" fmla="*/ 3613634 h 3967305"/>
              <a:gd name="csX369" fmla="*/ 3910282 w 5872039"/>
              <a:gd name="csY369" fmla="*/ 3597819 h 3967305"/>
              <a:gd name="csX370" fmla="*/ 3023842 w 5872039"/>
              <a:gd name="csY370" fmla="*/ 3587958 h 3967305"/>
              <a:gd name="csX371" fmla="*/ 3018423 w 5872039"/>
              <a:gd name="csY371" fmla="*/ 3645514 h 3967305"/>
              <a:gd name="csX372" fmla="*/ 3079969 w 5872039"/>
              <a:gd name="csY372" fmla="*/ 3670926 h 3967305"/>
              <a:gd name="csX373" fmla="*/ 3083803 w 5872039"/>
              <a:gd name="csY373" fmla="*/ 3618908 h 3967305"/>
              <a:gd name="csX374" fmla="*/ 3080780 w 5872039"/>
              <a:gd name="csY374" fmla="*/ 3617610 h 3967305"/>
              <a:gd name="csX375" fmla="*/ 4127896 w 5872039"/>
              <a:gd name="csY375" fmla="*/ 3585980 h 3967305"/>
              <a:gd name="csX376" fmla="*/ 4120821 w 5872039"/>
              <a:gd name="csY376" fmla="*/ 3589036 h 3967305"/>
              <a:gd name="csX377" fmla="*/ 4127271 w 5872039"/>
              <a:gd name="csY377" fmla="*/ 3588537 h 3967305"/>
              <a:gd name="csX378" fmla="*/ 4133376 w 5872039"/>
              <a:gd name="csY378" fmla="*/ 3586376 h 3967305"/>
              <a:gd name="csX379" fmla="*/ 3835336 w 5872039"/>
              <a:gd name="csY379" fmla="*/ 3583653 h 3967305"/>
              <a:gd name="csX380" fmla="*/ 3804397 w 5872039"/>
              <a:gd name="csY380" fmla="*/ 3607132 h 3967305"/>
              <a:gd name="csX381" fmla="*/ 3830976 w 5872039"/>
              <a:gd name="csY381" fmla="*/ 3610293 h 3967305"/>
              <a:gd name="csX382" fmla="*/ 3861275 w 5872039"/>
              <a:gd name="csY382" fmla="*/ 3590233 h 3967305"/>
              <a:gd name="csX383" fmla="*/ 3854556 w 5872039"/>
              <a:gd name="csY383" fmla="*/ 3589193 h 3967305"/>
              <a:gd name="csX384" fmla="*/ 4081612 w 5872039"/>
              <a:gd name="csY384" fmla="*/ 3582632 h 3967305"/>
              <a:gd name="csX385" fmla="*/ 4058659 w 5872039"/>
              <a:gd name="csY385" fmla="*/ 3593730 h 3967305"/>
              <a:gd name="csX386" fmla="*/ 4059767 w 5872039"/>
              <a:gd name="csY386" fmla="*/ 3593767 h 3967305"/>
              <a:gd name="csX387" fmla="*/ 4075966 w 5872039"/>
              <a:gd name="csY387" fmla="*/ 3592512 h 3967305"/>
              <a:gd name="csX388" fmla="*/ 4097562 w 5872039"/>
              <a:gd name="csY388" fmla="*/ 3583785 h 3967305"/>
              <a:gd name="csX389" fmla="*/ 3644112 w 5872039"/>
              <a:gd name="csY389" fmla="*/ 3582032 h 3967305"/>
              <a:gd name="csX390" fmla="*/ 3612192 w 5872039"/>
              <a:gd name="csY390" fmla="*/ 3611315 h 3967305"/>
              <a:gd name="csX391" fmla="*/ 3643262 w 5872039"/>
              <a:gd name="csY391" fmla="*/ 3618696 h 3967305"/>
              <a:gd name="csX392" fmla="*/ 3676415 w 5872039"/>
              <a:gd name="csY392" fmla="*/ 3591654 h 3967305"/>
              <a:gd name="csX393" fmla="*/ 3652452 w 5872039"/>
              <a:gd name="csY393" fmla="*/ 3585348 h 3967305"/>
              <a:gd name="csX394" fmla="*/ 2864426 w 5872039"/>
              <a:gd name="csY394" fmla="*/ 3581182 h 3967305"/>
              <a:gd name="csX395" fmla="*/ 2863029 w 5872039"/>
              <a:gd name="csY395" fmla="*/ 3588586 h 3967305"/>
              <a:gd name="csX396" fmla="*/ 2848004 w 5872039"/>
              <a:gd name="csY396" fmla="*/ 3636544 h 3967305"/>
              <a:gd name="csX397" fmla="*/ 2913160 w 5872039"/>
              <a:gd name="csY397" fmla="*/ 3669091 h 3967305"/>
              <a:gd name="csX398" fmla="*/ 2925449 w 5872039"/>
              <a:gd name="csY398" fmla="*/ 3620864 h 3967305"/>
              <a:gd name="csX399" fmla="*/ 2926225 w 5872039"/>
              <a:gd name="csY399" fmla="*/ 3615179 h 3967305"/>
              <a:gd name="csX400" fmla="*/ 2902169 w 5872039"/>
              <a:gd name="csY400" fmla="*/ 3602788 h 3967305"/>
              <a:gd name="csX401" fmla="*/ 4028303 w 5872039"/>
              <a:gd name="csY401" fmla="*/ 3578272 h 3967305"/>
              <a:gd name="csX402" fmla="*/ 4005352 w 5872039"/>
              <a:gd name="csY402" fmla="*/ 3591980 h 3967305"/>
              <a:gd name="csX403" fmla="*/ 4028911 w 5872039"/>
              <a:gd name="csY403" fmla="*/ 3592753 h 3967305"/>
              <a:gd name="csX404" fmla="*/ 4034618 w 5872039"/>
              <a:gd name="csY404" fmla="*/ 3590163 h 3967305"/>
              <a:gd name="csX405" fmla="*/ 4052371 w 5872039"/>
              <a:gd name="csY405" fmla="*/ 3580517 h 3967305"/>
              <a:gd name="csX406" fmla="*/ 4032568 w 5872039"/>
              <a:gd name="csY406" fmla="*/ 3579084 h 3967305"/>
              <a:gd name="csX407" fmla="*/ 2448408 w 5872039"/>
              <a:gd name="csY407" fmla="*/ 3573387 h 3967305"/>
              <a:gd name="csX408" fmla="*/ 2434183 w 5872039"/>
              <a:gd name="csY408" fmla="*/ 3585750 h 3967305"/>
              <a:gd name="csX409" fmla="*/ 2401085 w 5872039"/>
              <a:gd name="csY409" fmla="*/ 3608517 h 3967305"/>
              <a:gd name="csX410" fmla="*/ 2466329 w 5872039"/>
              <a:gd name="csY410" fmla="*/ 3655776 h 3967305"/>
              <a:gd name="csX411" fmla="*/ 2507889 w 5872039"/>
              <a:gd name="csY411" fmla="*/ 3625124 h 3967305"/>
              <a:gd name="csX412" fmla="*/ 2514358 w 5872039"/>
              <a:gd name="csY412" fmla="*/ 3618758 h 3967305"/>
              <a:gd name="csX413" fmla="*/ 2574577 w 5872039"/>
              <a:gd name="csY413" fmla="*/ 3572826 h 3967305"/>
              <a:gd name="csX414" fmla="*/ 2549134 w 5872039"/>
              <a:gd name="csY414" fmla="*/ 3605290 h 3967305"/>
              <a:gd name="csX415" fmla="*/ 2537536 w 5872039"/>
              <a:gd name="csY415" fmla="*/ 3616691 h 3967305"/>
              <a:gd name="csX416" fmla="*/ 2557168 w 5872039"/>
              <a:gd name="csY416" fmla="*/ 3630197 h 3967305"/>
              <a:gd name="csX417" fmla="*/ 2605856 w 5872039"/>
              <a:gd name="csY417" fmla="*/ 3659608 h 3967305"/>
              <a:gd name="csX418" fmla="*/ 2620382 w 5872039"/>
              <a:gd name="csY418" fmla="*/ 3643571 h 3967305"/>
              <a:gd name="csX419" fmla="*/ 2640122 w 5872039"/>
              <a:gd name="csY419" fmla="*/ 3614461 h 3967305"/>
              <a:gd name="csX420" fmla="*/ 2619555 w 5872039"/>
              <a:gd name="csY420" fmla="*/ 3602327 h 3967305"/>
              <a:gd name="csX421" fmla="*/ 3788973 w 5872039"/>
              <a:gd name="csY421" fmla="*/ 3570288 h 3967305"/>
              <a:gd name="csX422" fmla="*/ 3755013 w 5872039"/>
              <a:gd name="csY422" fmla="*/ 3597070 h 3967305"/>
              <a:gd name="csX423" fmla="*/ 3782058 w 5872039"/>
              <a:gd name="csY423" fmla="*/ 3604138 h 3967305"/>
              <a:gd name="csX424" fmla="*/ 3817830 w 5872039"/>
              <a:gd name="csY424" fmla="*/ 3578606 h 3967305"/>
              <a:gd name="csX425" fmla="*/ 3981182 w 5872039"/>
              <a:gd name="csY425" fmla="*/ 3569301 h 3967305"/>
              <a:gd name="csX426" fmla="*/ 3950848 w 5872039"/>
              <a:gd name="csY426" fmla="*/ 3589060 h 3967305"/>
              <a:gd name="csX427" fmla="*/ 3960167 w 5872039"/>
              <a:gd name="csY427" fmla="*/ 3590496 h 3967305"/>
              <a:gd name="csX428" fmla="*/ 3977845 w 5872039"/>
              <a:gd name="csY428" fmla="*/ 3591077 h 3967305"/>
              <a:gd name="csX429" fmla="*/ 4006290 w 5872039"/>
              <a:gd name="csY429" fmla="*/ 3574081 h 3967305"/>
              <a:gd name="csX430" fmla="*/ 4181040 w 5872039"/>
              <a:gd name="csY430" fmla="*/ 3561390 h 3967305"/>
              <a:gd name="csX431" fmla="*/ 4162752 w 5872039"/>
              <a:gd name="csY431" fmla="*/ 3570684 h 3967305"/>
              <a:gd name="csX432" fmla="*/ 4179369 w 5872039"/>
              <a:gd name="csY432" fmla="*/ 3570097 h 3967305"/>
              <a:gd name="csX433" fmla="*/ 4187427 w 5872039"/>
              <a:gd name="csY433" fmla="*/ 3567245 h 3967305"/>
              <a:gd name="csX434" fmla="*/ 4196856 w 5872039"/>
              <a:gd name="csY434" fmla="*/ 3563147 h 3967305"/>
              <a:gd name="csX435" fmla="*/ 2688692 w 5872039"/>
              <a:gd name="csY435" fmla="*/ 3561182 h 3967305"/>
              <a:gd name="csX436" fmla="*/ 2677100 w 5872039"/>
              <a:gd name="csY436" fmla="*/ 3586400 h 3967305"/>
              <a:gd name="csX437" fmla="*/ 2661264 w 5872039"/>
              <a:gd name="csY437" fmla="*/ 3609698 h 3967305"/>
              <a:gd name="csX438" fmla="*/ 2727772 w 5872039"/>
              <a:gd name="csY438" fmla="*/ 3648955 h 3967305"/>
              <a:gd name="csX439" fmla="*/ 2744020 w 5872039"/>
              <a:gd name="csY439" fmla="*/ 3621388 h 3967305"/>
              <a:gd name="csX440" fmla="*/ 2752683 w 5872039"/>
              <a:gd name="csY440" fmla="*/ 3598482 h 3967305"/>
              <a:gd name="csX441" fmla="*/ 2689817 w 5872039"/>
              <a:gd name="csY441" fmla="*/ 3561884 h 3967305"/>
              <a:gd name="csX442" fmla="*/ 3931468 w 5872039"/>
              <a:gd name="csY442" fmla="*/ 3559837 h 3967305"/>
              <a:gd name="csX443" fmla="*/ 3900937 w 5872039"/>
              <a:gd name="csY443" fmla="*/ 3581366 h 3967305"/>
              <a:gd name="csX444" fmla="*/ 3928905 w 5872039"/>
              <a:gd name="csY444" fmla="*/ 3585677 h 3967305"/>
              <a:gd name="csX445" fmla="*/ 3960159 w 5872039"/>
              <a:gd name="csY445" fmla="*/ 3565299 h 3967305"/>
              <a:gd name="csX446" fmla="*/ 2311210 w 5872039"/>
              <a:gd name="csY446" fmla="*/ 3558685 h 3967305"/>
              <a:gd name="csX447" fmla="*/ 2279407 w 5872039"/>
              <a:gd name="csY447" fmla="*/ 3577591 h 3967305"/>
              <a:gd name="csX448" fmla="*/ 2257587 w 5872039"/>
              <a:gd name="csY448" fmla="*/ 3586975 h 3967305"/>
              <a:gd name="csX449" fmla="*/ 2268020 w 5872039"/>
              <a:gd name="csY449" fmla="*/ 3596334 h 3967305"/>
              <a:gd name="csX450" fmla="*/ 2320038 w 5872039"/>
              <a:gd name="csY450" fmla="*/ 3637376 h 3967305"/>
              <a:gd name="csX451" fmla="*/ 2371910 w 5872039"/>
              <a:gd name="csY451" fmla="*/ 3610521 h 3967305"/>
              <a:gd name="csX452" fmla="*/ 2375308 w 5872039"/>
              <a:gd name="csY452" fmla="*/ 3608186 h 3967305"/>
              <a:gd name="csX453" fmla="*/ 2342827 w 5872039"/>
              <a:gd name="csY453" fmla="*/ 3584662 h 3967305"/>
              <a:gd name="csX454" fmla="*/ 3738582 w 5872039"/>
              <a:gd name="csY454" fmla="*/ 3555762 h 3967305"/>
              <a:gd name="csX455" fmla="*/ 3717943 w 5872039"/>
              <a:gd name="csY455" fmla="*/ 3575167 h 3967305"/>
              <a:gd name="csX456" fmla="*/ 3706860 w 5872039"/>
              <a:gd name="csY456" fmla="*/ 3584486 h 3967305"/>
              <a:gd name="csX457" fmla="*/ 3737580 w 5872039"/>
              <a:gd name="csY457" fmla="*/ 3592514 h 3967305"/>
              <a:gd name="csX458" fmla="*/ 3762172 w 5872039"/>
              <a:gd name="csY458" fmla="*/ 3573712 h 3967305"/>
              <a:gd name="csX459" fmla="*/ 3771711 w 5872039"/>
              <a:gd name="csY459" fmla="*/ 3565312 h 3967305"/>
              <a:gd name="csX460" fmla="*/ 4129727 w 5872039"/>
              <a:gd name="csY460" fmla="*/ 3555689 h 3967305"/>
              <a:gd name="csX461" fmla="*/ 4105368 w 5872039"/>
              <a:gd name="csY461" fmla="*/ 3569422 h 3967305"/>
              <a:gd name="csX462" fmla="*/ 4126114 w 5872039"/>
              <a:gd name="csY462" fmla="*/ 3570904 h 3967305"/>
              <a:gd name="csX463" fmla="*/ 4152135 w 5872039"/>
              <a:gd name="csY463" fmla="*/ 3558179 h 3967305"/>
              <a:gd name="csX464" fmla="*/ 3099953 w 5872039"/>
              <a:gd name="csY464" fmla="*/ 3549856 h 3967305"/>
              <a:gd name="csX465" fmla="*/ 3099539 w 5872039"/>
              <a:gd name="csY465" fmla="*/ 3608786 h 3967305"/>
              <a:gd name="csX466" fmla="*/ 3099490 w 5872039"/>
              <a:gd name="csY466" fmla="*/ 3609443 h 3967305"/>
              <a:gd name="csX467" fmla="*/ 3245084 w 5872039"/>
              <a:gd name="csY467" fmla="*/ 3672082 h 3967305"/>
              <a:gd name="csX468" fmla="*/ 3407651 w 5872039"/>
              <a:gd name="csY468" fmla="*/ 3715717 h 3967305"/>
              <a:gd name="csX469" fmla="*/ 3461509 w 5872039"/>
              <a:gd name="csY469" fmla="*/ 3721754 h 3967305"/>
              <a:gd name="csX470" fmla="*/ 3491190 w 5872039"/>
              <a:gd name="csY470" fmla="*/ 3699731 h 3967305"/>
              <a:gd name="csX471" fmla="*/ 3484408 w 5872039"/>
              <a:gd name="csY471" fmla="*/ 3698792 h 3967305"/>
              <a:gd name="csX472" fmla="*/ 3181806 w 5872039"/>
              <a:gd name="csY472" fmla="*/ 3591728 h 3967305"/>
              <a:gd name="csX473" fmla="*/ 2950339 w 5872039"/>
              <a:gd name="csY473" fmla="*/ 3548582 h 3967305"/>
              <a:gd name="csX474" fmla="*/ 2942352 w 5872039"/>
              <a:gd name="csY474" fmla="*/ 3606724 h 3967305"/>
              <a:gd name="csX475" fmla="*/ 3004119 w 5872039"/>
              <a:gd name="csY475" fmla="*/ 3638572 h 3967305"/>
              <a:gd name="csX476" fmla="*/ 3009541 w 5872039"/>
              <a:gd name="csY476" fmla="*/ 3580510 h 3967305"/>
              <a:gd name="csX477" fmla="*/ 2975936 w 5872039"/>
              <a:gd name="csY477" fmla="*/ 3563010 h 3967305"/>
              <a:gd name="csX478" fmla="*/ 4080487 w 5872039"/>
              <a:gd name="csY478" fmla="*/ 3547105 h 3967305"/>
              <a:gd name="csX479" fmla="*/ 4049774 w 5872039"/>
              <a:gd name="csY479" fmla="*/ 3565448 h 3967305"/>
              <a:gd name="csX480" fmla="*/ 4076577 w 5872039"/>
              <a:gd name="csY480" fmla="*/ 3567364 h 3967305"/>
              <a:gd name="csX481" fmla="*/ 4104035 w 5872039"/>
              <a:gd name="csY481" fmla="*/ 3552444 h 3967305"/>
              <a:gd name="csX482" fmla="*/ 3884599 w 5872039"/>
              <a:gd name="csY482" fmla="*/ 3545523 h 3967305"/>
              <a:gd name="csX483" fmla="*/ 3874289 w 5872039"/>
              <a:gd name="csY483" fmla="*/ 3554092 h 3967305"/>
              <a:gd name="csX484" fmla="*/ 3850042 w 5872039"/>
              <a:gd name="csY484" fmla="*/ 3572493 h 3967305"/>
              <a:gd name="csX485" fmla="*/ 3857679 w 5872039"/>
              <a:gd name="csY485" fmla="*/ 3574698 h 3967305"/>
              <a:gd name="csX486" fmla="*/ 3879628 w 5872039"/>
              <a:gd name="csY486" fmla="*/ 3578082 h 3967305"/>
              <a:gd name="csX487" fmla="*/ 3907827 w 5872039"/>
              <a:gd name="csY487" fmla="*/ 3559412 h 3967305"/>
              <a:gd name="csX488" fmla="*/ 3913848 w 5872039"/>
              <a:gd name="csY488" fmla="*/ 3554791 h 3967305"/>
              <a:gd name="csX489" fmla="*/ 4282255 w 5872039"/>
              <a:gd name="csY489" fmla="*/ 3542665 h 3967305"/>
              <a:gd name="csX490" fmla="*/ 4265105 w 5872039"/>
              <a:gd name="csY490" fmla="*/ 3550431 h 3967305"/>
              <a:gd name="csX491" fmla="*/ 4274234 w 5872039"/>
              <a:gd name="csY491" fmla="*/ 3550492 h 3967305"/>
              <a:gd name="csX492" fmla="*/ 4292951 w 5872039"/>
              <a:gd name="csY492" fmla="*/ 3544202 h 3967305"/>
              <a:gd name="csX493" fmla="*/ 4292301 w 5872039"/>
              <a:gd name="csY493" fmla="*/ 3544170 h 3967305"/>
              <a:gd name="csX494" fmla="*/ 2789519 w 5872039"/>
              <a:gd name="csY494" fmla="*/ 3538302 h 3967305"/>
              <a:gd name="csX495" fmla="*/ 2785907 w 5872039"/>
              <a:gd name="csY495" fmla="*/ 3552807 h 3967305"/>
              <a:gd name="csX496" fmla="*/ 2771027 w 5872039"/>
              <a:gd name="csY496" fmla="*/ 3591970 h 3967305"/>
              <a:gd name="csX497" fmla="*/ 2834714 w 5872039"/>
              <a:gd name="csY497" fmla="*/ 3629043 h 3967305"/>
              <a:gd name="csX498" fmla="*/ 2848730 w 5872039"/>
              <a:gd name="csY498" fmla="*/ 3584068 h 3967305"/>
              <a:gd name="csX499" fmla="*/ 2850744 w 5872039"/>
              <a:gd name="csY499" fmla="*/ 3573349 h 3967305"/>
              <a:gd name="csX500" fmla="*/ 3690848 w 5872039"/>
              <a:gd name="csY500" fmla="*/ 3536695 h 3967305"/>
              <a:gd name="csX501" fmla="*/ 3661137 w 5872039"/>
              <a:gd name="csY501" fmla="*/ 3566415 h 3967305"/>
              <a:gd name="csX502" fmla="*/ 3656120 w 5872039"/>
              <a:gd name="csY502" fmla="*/ 3571017 h 3967305"/>
              <a:gd name="csX503" fmla="*/ 3657669 w 5872039"/>
              <a:gd name="csY503" fmla="*/ 3571630 h 3967305"/>
              <a:gd name="csX504" fmla="*/ 3690365 w 5872039"/>
              <a:gd name="csY504" fmla="*/ 3580175 h 3967305"/>
              <a:gd name="csX505" fmla="*/ 3722762 w 5872039"/>
              <a:gd name="csY505" fmla="*/ 3549820 h 3967305"/>
              <a:gd name="csX506" fmla="*/ 4031339 w 5872039"/>
              <a:gd name="csY506" fmla="*/ 3535962 h 3967305"/>
              <a:gd name="csX507" fmla="*/ 4021115 w 5872039"/>
              <a:gd name="csY507" fmla="*/ 3543290 h 3967305"/>
              <a:gd name="csX508" fmla="*/ 3999128 w 5872039"/>
              <a:gd name="csY508" fmla="*/ 3557612 h 3967305"/>
              <a:gd name="csX509" fmla="*/ 4025478 w 5872039"/>
              <a:gd name="csY509" fmla="*/ 3562616 h 3967305"/>
              <a:gd name="csX510" fmla="*/ 4059429 w 5872039"/>
              <a:gd name="csY510" fmla="*/ 3542331 h 3967305"/>
              <a:gd name="csX511" fmla="*/ 4232545 w 5872039"/>
              <a:gd name="csY511" fmla="*/ 3535216 h 3967305"/>
              <a:gd name="csX512" fmla="*/ 4205217 w 5872039"/>
              <a:gd name="csY512" fmla="*/ 3549104 h 3967305"/>
              <a:gd name="csX513" fmla="*/ 4214163 w 5872039"/>
              <a:gd name="csY513" fmla="*/ 3550091 h 3967305"/>
              <a:gd name="csX514" fmla="*/ 4226707 w 5872039"/>
              <a:gd name="csY514" fmla="*/ 3550175 h 3967305"/>
              <a:gd name="csX515" fmla="*/ 4253799 w 5872039"/>
              <a:gd name="csY515" fmla="*/ 3538401 h 3967305"/>
              <a:gd name="csX516" fmla="*/ 3834946 w 5872039"/>
              <a:gd name="csY516" fmla="*/ 3529790 h 3967305"/>
              <a:gd name="csX517" fmla="*/ 3802244 w 5872039"/>
              <a:gd name="csY517" fmla="*/ 3558688 h 3967305"/>
              <a:gd name="csX518" fmla="*/ 3833208 w 5872039"/>
              <a:gd name="csY518" fmla="*/ 3567631 h 3967305"/>
              <a:gd name="csX519" fmla="*/ 3834562 w 5872039"/>
              <a:gd name="csY519" fmla="*/ 3566665 h 3967305"/>
              <a:gd name="csX520" fmla="*/ 3866976 w 5872039"/>
              <a:gd name="csY520" fmla="*/ 3539939 h 3967305"/>
              <a:gd name="csX521" fmla="*/ 4180456 w 5872039"/>
              <a:gd name="csY521" fmla="*/ 3527091 h 3967305"/>
              <a:gd name="csX522" fmla="*/ 4151854 w 5872039"/>
              <a:gd name="csY522" fmla="*/ 3543215 h 3967305"/>
              <a:gd name="csX523" fmla="*/ 4177047 w 5872039"/>
              <a:gd name="csY523" fmla="*/ 3545995 h 3967305"/>
              <a:gd name="csX524" fmla="*/ 4206935 w 5872039"/>
              <a:gd name="csY524" fmla="*/ 3531378 h 3967305"/>
              <a:gd name="csX525" fmla="*/ 4183265 w 5872039"/>
              <a:gd name="csY525" fmla="*/ 3527831 h 3967305"/>
              <a:gd name="csX526" fmla="*/ 4387516 w 5872039"/>
              <a:gd name="csY526" fmla="*/ 3525865 h 3967305"/>
              <a:gd name="csX527" fmla="*/ 4369575 w 5872039"/>
              <a:gd name="csY527" fmla="*/ 3532999 h 3967305"/>
              <a:gd name="csX528" fmla="*/ 4379628 w 5872039"/>
              <a:gd name="csY528" fmla="*/ 3533484 h 3967305"/>
              <a:gd name="csX529" fmla="*/ 4401888 w 5872039"/>
              <a:gd name="csY529" fmla="*/ 3527150 h 3967305"/>
              <a:gd name="csX530" fmla="*/ 2498303 w 5872039"/>
              <a:gd name="csY530" fmla="*/ 3522798 h 3967305"/>
              <a:gd name="csX531" fmla="*/ 2466404 w 5872039"/>
              <a:gd name="csY531" fmla="*/ 3557746 h 3967305"/>
              <a:gd name="csX532" fmla="*/ 2459976 w 5872039"/>
              <a:gd name="csY532" fmla="*/ 3563333 h 3967305"/>
              <a:gd name="csX533" fmla="*/ 2525130 w 5872039"/>
              <a:gd name="csY533" fmla="*/ 3608156 h 3967305"/>
              <a:gd name="csX534" fmla="*/ 2538295 w 5872039"/>
              <a:gd name="csY534" fmla="*/ 3595199 h 3967305"/>
              <a:gd name="csX535" fmla="*/ 2562168 w 5872039"/>
              <a:gd name="csY535" fmla="*/ 3564687 h 3967305"/>
              <a:gd name="csX536" fmla="*/ 3981273 w 5872039"/>
              <a:gd name="csY536" fmla="*/ 3522379 h 3967305"/>
              <a:gd name="csX537" fmla="*/ 3948239 w 5872039"/>
              <a:gd name="csY537" fmla="*/ 3547947 h 3967305"/>
              <a:gd name="csX538" fmla="*/ 3978081 w 5872039"/>
              <a:gd name="csY538" fmla="*/ 3553615 h 3967305"/>
              <a:gd name="csX539" fmla="*/ 4011911 w 5872039"/>
              <a:gd name="csY539" fmla="*/ 3531557 h 3967305"/>
              <a:gd name="csX540" fmla="*/ 3999911 w 5872039"/>
              <a:gd name="csY540" fmla="*/ 3528836 h 3967305"/>
              <a:gd name="csX541" fmla="*/ 2372542 w 5872039"/>
              <a:gd name="csY541" fmla="*/ 3518556 h 3967305"/>
              <a:gd name="csX542" fmla="*/ 2350601 w 5872039"/>
              <a:gd name="csY542" fmla="*/ 3535269 h 3967305"/>
              <a:gd name="csX543" fmla="*/ 2324781 w 5872039"/>
              <a:gd name="csY543" fmla="*/ 3550618 h 3967305"/>
              <a:gd name="csX544" fmla="*/ 2351840 w 5872039"/>
              <a:gd name="csY544" fmla="*/ 3572846 h 3967305"/>
              <a:gd name="csX545" fmla="*/ 2388301 w 5872039"/>
              <a:gd name="csY545" fmla="*/ 3599257 h 3967305"/>
              <a:gd name="csX546" fmla="*/ 2424973 w 5872039"/>
              <a:gd name="csY546" fmla="*/ 3574057 h 3967305"/>
              <a:gd name="csX547" fmla="*/ 2435761 w 5872039"/>
              <a:gd name="csY547" fmla="*/ 3564686 h 3967305"/>
              <a:gd name="csX548" fmla="*/ 2412491 w 5872039"/>
              <a:gd name="csY548" fmla="*/ 3548677 h 3967305"/>
              <a:gd name="csX549" fmla="*/ 4337476 w 5872039"/>
              <a:gd name="csY549" fmla="*/ 3517659 h 3967305"/>
              <a:gd name="csX550" fmla="*/ 4309951 w 5872039"/>
              <a:gd name="csY550" fmla="*/ 3530123 h 3967305"/>
              <a:gd name="csX551" fmla="*/ 4331722 w 5872039"/>
              <a:gd name="csY551" fmla="*/ 3531173 h 3967305"/>
              <a:gd name="csX552" fmla="*/ 4357850 w 5872039"/>
              <a:gd name="csY552" fmla="*/ 3522393 h 3967305"/>
              <a:gd name="csX553" fmla="*/ 4359318 w 5872039"/>
              <a:gd name="csY553" fmla="*/ 3521772 h 3967305"/>
              <a:gd name="csX554" fmla="*/ 2613512 w 5872039"/>
              <a:gd name="csY554" fmla="*/ 3514270 h 3967305"/>
              <a:gd name="csX555" fmla="*/ 2596546 w 5872039"/>
              <a:gd name="csY555" fmla="*/ 3544793 h 3967305"/>
              <a:gd name="csX556" fmla="*/ 2583771 w 5872039"/>
              <a:gd name="csY556" fmla="*/ 3561093 h 3967305"/>
              <a:gd name="csX557" fmla="*/ 2627430 w 5872039"/>
              <a:gd name="csY557" fmla="*/ 3589727 h 3967305"/>
              <a:gd name="csX558" fmla="*/ 2648472 w 5872039"/>
              <a:gd name="csY558" fmla="*/ 3602147 h 3967305"/>
              <a:gd name="csX559" fmla="*/ 2664276 w 5872039"/>
              <a:gd name="csY559" fmla="*/ 3578841 h 3967305"/>
              <a:gd name="csX560" fmla="*/ 2675991 w 5872039"/>
              <a:gd name="csY560" fmla="*/ 3553257 h 3967305"/>
              <a:gd name="csX561" fmla="*/ 4131762 w 5872039"/>
              <a:gd name="csY561" fmla="*/ 3514254 h 3967305"/>
              <a:gd name="csX562" fmla="*/ 4098725 w 5872039"/>
              <a:gd name="csY562" fmla="*/ 3536033 h 3967305"/>
              <a:gd name="csX563" fmla="*/ 4110083 w 5872039"/>
              <a:gd name="csY563" fmla="*/ 3538605 h 3967305"/>
              <a:gd name="csX564" fmla="*/ 4126226 w 5872039"/>
              <a:gd name="csY564" fmla="*/ 3540387 h 3967305"/>
              <a:gd name="csX565" fmla="*/ 4160418 w 5872039"/>
              <a:gd name="csY565" fmla="*/ 3521808 h 3967305"/>
              <a:gd name="csX566" fmla="*/ 4496045 w 5872039"/>
              <a:gd name="csY566" fmla="*/ 3511656 h 3967305"/>
              <a:gd name="csX567" fmla="*/ 4476518 w 5872039"/>
              <a:gd name="csY567" fmla="*/ 3518823 h 3967305"/>
              <a:gd name="csX568" fmla="*/ 4487155 w 5872039"/>
              <a:gd name="csY568" fmla="*/ 3519766 h 3967305"/>
              <a:gd name="csX569" fmla="*/ 4512753 w 5872039"/>
              <a:gd name="csY569" fmla="*/ 3513791 h 3967305"/>
              <a:gd name="csX570" fmla="*/ 3786013 w 5872039"/>
              <a:gd name="csY570" fmla="*/ 3511165 h 3967305"/>
              <a:gd name="csX571" fmla="*/ 3751161 w 5872039"/>
              <a:gd name="csY571" fmla="*/ 3543934 h 3967305"/>
              <a:gd name="csX572" fmla="*/ 3784917 w 5872039"/>
              <a:gd name="csY572" fmla="*/ 3553683 h 3967305"/>
              <a:gd name="csX573" fmla="*/ 3818110 w 5872039"/>
              <a:gd name="csY573" fmla="*/ 3524455 h 3967305"/>
              <a:gd name="csX574" fmla="*/ 3813887 w 5872039"/>
              <a:gd name="csY574" fmla="*/ 3523117 h 3967305"/>
              <a:gd name="csX575" fmla="*/ 3028169 w 5872039"/>
              <a:gd name="csY575" fmla="*/ 3510968 h 3967305"/>
              <a:gd name="csX576" fmla="*/ 3026039 w 5872039"/>
              <a:gd name="csY576" fmla="*/ 3564615 h 3967305"/>
              <a:gd name="csX577" fmla="*/ 3025344 w 5872039"/>
              <a:gd name="csY577" fmla="*/ 3571998 h 3967305"/>
              <a:gd name="csX578" fmla="*/ 3084693 w 5872039"/>
              <a:gd name="csY578" fmla="*/ 3602931 h 3967305"/>
              <a:gd name="csX579" fmla="*/ 3085115 w 5872039"/>
              <a:gd name="csY579" fmla="*/ 3542265 h 3967305"/>
              <a:gd name="csX580" fmla="*/ 3083939 w 5872039"/>
              <a:gd name="csY580" fmla="*/ 3541663 h 3967305"/>
              <a:gd name="csX581" fmla="*/ 2878242 w 5872039"/>
              <a:gd name="csY581" fmla="*/ 3507944 h 3967305"/>
              <a:gd name="csX582" fmla="*/ 2867347 w 5872039"/>
              <a:gd name="csY582" fmla="*/ 3565697 h 3967305"/>
              <a:gd name="csX583" fmla="*/ 2908639 w 5872039"/>
              <a:gd name="csY583" fmla="*/ 3589341 h 3967305"/>
              <a:gd name="csX584" fmla="*/ 2928365 w 5872039"/>
              <a:gd name="csY584" fmla="*/ 3599512 h 3967305"/>
              <a:gd name="csX585" fmla="*/ 2936395 w 5872039"/>
              <a:gd name="csY585" fmla="*/ 3540722 h 3967305"/>
              <a:gd name="csX586" fmla="*/ 4285311 w 5872039"/>
              <a:gd name="csY586" fmla="*/ 3507838 h 3967305"/>
              <a:gd name="csX587" fmla="*/ 4270783 w 5872039"/>
              <a:gd name="csY587" fmla="*/ 3515784 h 3967305"/>
              <a:gd name="csX588" fmla="*/ 4255476 w 5872039"/>
              <a:gd name="csY588" fmla="*/ 3523563 h 3967305"/>
              <a:gd name="csX589" fmla="*/ 4279643 w 5872039"/>
              <a:gd name="csY589" fmla="*/ 3527170 h 3967305"/>
              <a:gd name="csX590" fmla="*/ 4312393 w 5872039"/>
              <a:gd name="csY590" fmla="*/ 3512937 h 3967305"/>
              <a:gd name="csX591" fmla="*/ 4889884 w 5872039"/>
              <a:gd name="csY591" fmla="*/ 3506286 h 3967305"/>
              <a:gd name="csX592" fmla="*/ 4887206 w 5872039"/>
              <a:gd name="csY592" fmla="*/ 3506702 h 3967305"/>
              <a:gd name="csX593" fmla="*/ 4890673 w 5872039"/>
              <a:gd name="csY593" fmla="*/ 3507120 h 3967305"/>
              <a:gd name="csX594" fmla="*/ 4892727 w 5872039"/>
              <a:gd name="csY594" fmla="*/ 3506976 h 3967305"/>
              <a:gd name="csX595" fmla="*/ 4774198 w 5872039"/>
              <a:gd name="csY595" fmla="*/ 3505885 h 3967305"/>
              <a:gd name="csX596" fmla="*/ 4769619 w 5872039"/>
              <a:gd name="csY596" fmla="*/ 3506823 h 3967305"/>
              <a:gd name="csX597" fmla="*/ 4772864 w 5872039"/>
              <a:gd name="csY597" fmla="*/ 3507079 h 3967305"/>
              <a:gd name="csX598" fmla="*/ 4777497 w 5872039"/>
              <a:gd name="csY598" fmla="*/ 3506554 h 3967305"/>
              <a:gd name="csX599" fmla="*/ 5066047 w 5872039"/>
              <a:gd name="csY599" fmla="*/ 3505868 h 3967305"/>
              <a:gd name="csX600" fmla="*/ 5049868 w 5872039"/>
              <a:gd name="csY600" fmla="*/ 3507733 h 3967305"/>
              <a:gd name="csX601" fmla="*/ 5063006 w 5872039"/>
              <a:gd name="csY601" fmla="*/ 3510662 h 3967305"/>
              <a:gd name="csX602" fmla="*/ 5078706 w 5872039"/>
              <a:gd name="csY602" fmla="*/ 3510115 h 3967305"/>
              <a:gd name="csX603" fmla="*/ 3932695 w 5872039"/>
              <a:gd name="csY603" fmla="*/ 3505549 h 3967305"/>
              <a:gd name="csX604" fmla="*/ 3898136 w 5872039"/>
              <a:gd name="csY604" fmla="*/ 3534272 h 3967305"/>
              <a:gd name="csX605" fmla="*/ 3928170 w 5872039"/>
              <a:gd name="csY605" fmla="*/ 3543798 h 3967305"/>
              <a:gd name="csX606" fmla="*/ 3963912 w 5872039"/>
              <a:gd name="csY606" fmla="*/ 3516364 h 3967305"/>
              <a:gd name="csX607" fmla="*/ 4443806 w 5872039"/>
              <a:gd name="csY607" fmla="*/ 3503061 h 3967305"/>
              <a:gd name="csX608" fmla="*/ 4431576 w 5872039"/>
              <a:gd name="csY608" fmla="*/ 3508346 h 3967305"/>
              <a:gd name="csX609" fmla="*/ 4418229 w 5872039"/>
              <a:gd name="csY609" fmla="*/ 3513653 h 3967305"/>
              <a:gd name="csX610" fmla="*/ 4441825 w 5872039"/>
              <a:gd name="csY610" fmla="*/ 3515746 h 3967305"/>
              <a:gd name="csX611" fmla="*/ 4464084 w 5872039"/>
              <a:gd name="csY611" fmla="*/ 3507574 h 3967305"/>
              <a:gd name="csX612" fmla="*/ 4463432 w 5872039"/>
              <a:gd name="csY612" fmla="*/ 3507491 h 3967305"/>
              <a:gd name="csX613" fmla="*/ 4606407 w 5872039"/>
              <a:gd name="csY613" fmla="*/ 3501364 h 3967305"/>
              <a:gd name="csX614" fmla="*/ 4585080 w 5872039"/>
              <a:gd name="csY614" fmla="*/ 3508008 h 3967305"/>
              <a:gd name="csX615" fmla="*/ 4587873 w 5872039"/>
              <a:gd name="csY615" fmla="*/ 3508363 h 3967305"/>
              <a:gd name="csX616" fmla="*/ 4600782 w 5872039"/>
              <a:gd name="csY616" fmla="*/ 3508943 h 3967305"/>
              <a:gd name="csX617" fmla="*/ 4620224 w 5872039"/>
              <a:gd name="csY617" fmla="*/ 3505379 h 3967305"/>
              <a:gd name="csX618" fmla="*/ 4624471 w 5872039"/>
              <a:gd name="csY618" fmla="*/ 3504286 h 3967305"/>
              <a:gd name="csX619" fmla="*/ 4080488 w 5872039"/>
              <a:gd name="csY619" fmla="*/ 3500736 h 3967305"/>
              <a:gd name="csX620" fmla="*/ 4047444 w 5872039"/>
              <a:gd name="csY620" fmla="*/ 3524420 h 3967305"/>
              <a:gd name="csX621" fmla="*/ 4077872 w 5872039"/>
              <a:gd name="csY621" fmla="*/ 3531311 h 3967305"/>
              <a:gd name="csX622" fmla="*/ 4088734 w 5872039"/>
              <a:gd name="csY622" fmla="*/ 3524821 h 3967305"/>
              <a:gd name="csX623" fmla="*/ 4112478 w 5872039"/>
              <a:gd name="csY623" fmla="*/ 3509170 h 3967305"/>
              <a:gd name="csX624" fmla="*/ 2239126 w 5872039"/>
              <a:gd name="csY624" fmla="*/ 3499459 h 3967305"/>
              <a:gd name="csX625" fmla="*/ 2198202 w 5872039"/>
              <a:gd name="csY625" fmla="*/ 3521044 h 3967305"/>
              <a:gd name="csX626" fmla="*/ 2188396 w 5872039"/>
              <a:gd name="csY626" fmla="*/ 3524906 h 3967305"/>
              <a:gd name="csX627" fmla="*/ 2245431 w 5872039"/>
              <a:gd name="csY627" fmla="*/ 3576071 h 3967305"/>
              <a:gd name="csX628" fmla="*/ 2271992 w 5872039"/>
              <a:gd name="csY628" fmla="*/ 3564688 h 3967305"/>
              <a:gd name="csX629" fmla="*/ 2299005 w 5872039"/>
              <a:gd name="csY629" fmla="*/ 3548657 h 3967305"/>
              <a:gd name="csX630" fmla="*/ 4948561 w 5872039"/>
              <a:gd name="csY630" fmla="*/ 3497175 h 3967305"/>
              <a:gd name="csX631" fmla="*/ 4931378 w 5872039"/>
              <a:gd name="csY631" fmla="*/ 3499843 h 3967305"/>
              <a:gd name="csX632" fmla="*/ 4950367 w 5872039"/>
              <a:gd name="csY632" fmla="*/ 3502938 h 3967305"/>
              <a:gd name="csX633" fmla="*/ 4954442 w 5872039"/>
              <a:gd name="csY633" fmla="*/ 3502653 h 3967305"/>
              <a:gd name="csX634" fmla="*/ 4963389 w 5872039"/>
              <a:gd name="csY634" fmla="*/ 3501663 h 3967305"/>
              <a:gd name="csX635" fmla="*/ 2715905 w 5872039"/>
              <a:gd name="csY635" fmla="*/ 3495358 h 3967305"/>
              <a:gd name="csX636" fmla="*/ 2708798 w 5872039"/>
              <a:gd name="csY636" fmla="*/ 3517443 h 3967305"/>
              <a:gd name="csX637" fmla="*/ 2694947 w 5872039"/>
              <a:gd name="csY637" fmla="*/ 3547574 h 3967305"/>
              <a:gd name="csX638" fmla="*/ 2697559 w 5872039"/>
              <a:gd name="csY638" fmla="*/ 3549204 h 3967305"/>
              <a:gd name="csX639" fmla="*/ 2758012 w 5872039"/>
              <a:gd name="csY639" fmla="*/ 3584394 h 3967305"/>
              <a:gd name="csX640" fmla="*/ 2771935 w 5872039"/>
              <a:gd name="csY640" fmla="*/ 3547582 h 3967305"/>
              <a:gd name="csX641" fmla="*/ 2776140 w 5872039"/>
              <a:gd name="csY641" fmla="*/ 3530642 h 3967305"/>
              <a:gd name="csX642" fmla="*/ 2760159 w 5872039"/>
              <a:gd name="csY642" fmla="*/ 3521494 h 3967305"/>
              <a:gd name="csX643" fmla="*/ 2720490 w 5872039"/>
              <a:gd name="csY643" fmla="*/ 3498055 h 3967305"/>
              <a:gd name="csX644" fmla="*/ 4234094 w 5872039"/>
              <a:gd name="csY644" fmla="*/ 3495188 h 3967305"/>
              <a:gd name="csX645" fmla="*/ 4200688 w 5872039"/>
              <a:gd name="csY645" fmla="*/ 3515386 h 3967305"/>
              <a:gd name="csX646" fmla="*/ 4230528 w 5872039"/>
              <a:gd name="csY646" fmla="*/ 3519840 h 3967305"/>
              <a:gd name="csX647" fmla="*/ 4242609 w 5872039"/>
              <a:gd name="csY647" fmla="*/ 3513932 h 3967305"/>
              <a:gd name="csX648" fmla="*/ 4261904 w 5872039"/>
              <a:gd name="csY648" fmla="*/ 3503431 h 3967305"/>
              <a:gd name="csX649" fmla="*/ 4260798 w 5872039"/>
              <a:gd name="csY649" fmla="*/ 3503223 h 3967305"/>
              <a:gd name="csX650" fmla="*/ 4720285 w 5872039"/>
              <a:gd name="csY650" fmla="*/ 3494955 h 3967305"/>
              <a:gd name="csX651" fmla="*/ 4697108 w 5872039"/>
              <a:gd name="csY651" fmla="*/ 3500918 h 3967305"/>
              <a:gd name="csX652" fmla="*/ 4699285 w 5872039"/>
              <a:gd name="csY652" fmla="*/ 3501269 h 3967305"/>
              <a:gd name="csX653" fmla="*/ 4715254 w 5872039"/>
              <a:gd name="csY653" fmla="*/ 3502530 h 3967305"/>
              <a:gd name="csX654" fmla="*/ 4719198 w 5872039"/>
              <a:gd name="csY654" fmla="*/ 3502000 h 3967305"/>
              <a:gd name="csX655" fmla="*/ 4737018 w 5872039"/>
              <a:gd name="csY655" fmla="*/ 3498347 h 3967305"/>
              <a:gd name="csX656" fmla="*/ 4836057 w 5872039"/>
              <a:gd name="csY656" fmla="*/ 3493217 h 3967305"/>
              <a:gd name="csX657" fmla="*/ 4813604 w 5872039"/>
              <a:gd name="csY657" fmla="*/ 3497815 h 3967305"/>
              <a:gd name="csX658" fmla="*/ 4832710 w 5872039"/>
              <a:gd name="csY658" fmla="*/ 3500122 h 3967305"/>
              <a:gd name="csX659" fmla="*/ 4852094 w 5872039"/>
              <a:gd name="csY659" fmla="*/ 3497111 h 3967305"/>
              <a:gd name="csX660" fmla="*/ 4551099 w 5872039"/>
              <a:gd name="csY660" fmla="*/ 3491451 h 3967305"/>
              <a:gd name="csX661" fmla="*/ 4526326 w 5872039"/>
              <a:gd name="csY661" fmla="*/ 3500543 h 3967305"/>
              <a:gd name="csX662" fmla="*/ 4549650 w 5872039"/>
              <a:gd name="csY662" fmla="*/ 3503507 h 3967305"/>
              <a:gd name="csX663" fmla="*/ 4573568 w 5872039"/>
              <a:gd name="csY663" fmla="*/ 3496052 h 3967305"/>
              <a:gd name="csX664" fmla="*/ 4560869 w 5872039"/>
              <a:gd name="csY664" fmla="*/ 3493998 h 3967305"/>
              <a:gd name="csX665" fmla="*/ 4392097 w 5872039"/>
              <a:gd name="csY665" fmla="*/ 3491389 h 3967305"/>
              <a:gd name="csX666" fmla="*/ 4360551 w 5872039"/>
              <a:gd name="csY666" fmla="*/ 3506826 h 3967305"/>
              <a:gd name="csX667" fmla="*/ 4377855 w 5872039"/>
              <a:gd name="csY667" fmla="*/ 3510073 h 3967305"/>
              <a:gd name="csX668" fmla="*/ 4385379 w 5872039"/>
              <a:gd name="csY668" fmla="*/ 3510740 h 3967305"/>
              <a:gd name="csX669" fmla="*/ 4417531 w 5872039"/>
              <a:gd name="csY669" fmla="*/ 3497130 h 3967305"/>
              <a:gd name="csX670" fmla="*/ 3737267 w 5872039"/>
              <a:gd name="csY670" fmla="*/ 3490264 h 3967305"/>
              <a:gd name="csX671" fmla="*/ 3702211 w 5872039"/>
              <a:gd name="csY671" fmla="*/ 3525330 h 3967305"/>
              <a:gd name="csX672" fmla="*/ 3734642 w 5872039"/>
              <a:gd name="csY672" fmla="*/ 3538689 h 3967305"/>
              <a:gd name="csX673" fmla="*/ 3770923 w 5872039"/>
              <a:gd name="csY673" fmla="*/ 3504695 h 3967305"/>
              <a:gd name="csX674" fmla="*/ 5011165 w 5872039"/>
              <a:gd name="csY674" fmla="*/ 3487455 h 3967305"/>
              <a:gd name="csX675" fmla="*/ 4982446 w 5872039"/>
              <a:gd name="csY675" fmla="*/ 3491914 h 3967305"/>
              <a:gd name="csX676" fmla="*/ 4992348 w 5872039"/>
              <a:gd name="csY676" fmla="*/ 3494910 h 3967305"/>
              <a:gd name="csX677" fmla="*/ 5002993 w 5872039"/>
              <a:gd name="csY677" fmla="*/ 3497283 h 3967305"/>
              <a:gd name="csX678" fmla="*/ 5031168 w 5872039"/>
              <a:gd name="csY678" fmla="*/ 3494166 h 3967305"/>
              <a:gd name="csX679" fmla="*/ 3883040 w 5872039"/>
              <a:gd name="csY679" fmla="*/ 3487290 h 3967305"/>
              <a:gd name="csX680" fmla="*/ 3847902 w 5872039"/>
              <a:gd name="csY680" fmla="*/ 3518341 h 3967305"/>
              <a:gd name="csX681" fmla="*/ 3880596 w 5872039"/>
              <a:gd name="csY681" fmla="*/ 3528710 h 3967305"/>
              <a:gd name="csX682" fmla="*/ 3915790 w 5872039"/>
              <a:gd name="csY682" fmla="*/ 3499693 h 3967305"/>
              <a:gd name="csX683" fmla="*/ 3893458 w 5872039"/>
              <a:gd name="csY683" fmla="*/ 3491956 h 3967305"/>
              <a:gd name="csX684" fmla="*/ 4663764 w 5872039"/>
              <a:gd name="csY684" fmla="*/ 3483496 h 3967305"/>
              <a:gd name="csX685" fmla="*/ 4638272 w 5872039"/>
              <a:gd name="csY685" fmla="*/ 3491437 h 3967305"/>
              <a:gd name="csX686" fmla="*/ 4660486 w 5872039"/>
              <a:gd name="csY686" fmla="*/ 3495017 h 3967305"/>
              <a:gd name="csX687" fmla="*/ 4686970 w 5872039"/>
              <a:gd name="csY687" fmla="*/ 3488200 h 3967305"/>
              <a:gd name="csX688" fmla="*/ 4031848 w 5872039"/>
              <a:gd name="csY688" fmla="*/ 3483235 h 3967305"/>
              <a:gd name="csX689" fmla="*/ 3995262 w 5872039"/>
              <a:gd name="csY689" fmla="*/ 3511552 h 3967305"/>
              <a:gd name="csX690" fmla="*/ 4003995 w 5872039"/>
              <a:gd name="csY690" fmla="*/ 3514580 h 3967305"/>
              <a:gd name="csX691" fmla="*/ 4028125 w 5872039"/>
              <a:gd name="csY691" fmla="*/ 3520045 h 3967305"/>
              <a:gd name="csX692" fmla="*/ 4063016 w 5872039"/>
              <a:gd name="csY692" fmla="*/ 3495034 h 3967305"/>
              <a:gd name="csX693" fmla="*/ 4895355 w 5872039"/>
              <a:gd name="csY693" fmla="*/ 3481073 h 3967305"/>
              <a:gd name="csX694" fmla="*/ 4870307 w 5872039"/>
              <a:gd name="csY694" fmla="*/ 3486203 h 3967305"/>
              <a:gd name="csX695" fmla="*/ 4890615 w 5872039"/>
              <a:gd name="csY695" fmla="*/ 3491126 h 3967305"/>
              <a:gd name="csX696" fmla="*/ 4915698 w 5872039"/>
              <a:gd name="csY696" fmla="*/ 3487230 h 3967305"/>
              <a:gd name="csX697" fmla="*/ 4183691 w 5872039"/>
              <a:gd name="csY697" fmla="*/ 3480021 h 3967305"/>
              <a:gd name="csX698" fmla="*/ 4148465 w 5872039"/>
              <a:gd name="csY698" fmla="*/ 3503243 h 3967305"/>
              <a:gd name="csX699" fmla="*/ 4178549 w 5872039"/>
              <a:gd name="csY699" fmla="*/ 3511167 h 3967305"/>
              <a:gd name="csX700" fmla="*/ 4214769 w 5872039"/>
              <a:gd name="csY700" fmla="*/ 3489372 h 3967305"/>
              <a:gd name="csX701" fmla="*/ 4779969 w 5872039"/>
              <a:gd name="csY701" fmla="*/ 3479599 h 3967305"/>
              <a:gd name="csX702" fmla="*/ 4753325 w 5872039"/>
              <a:gd name="csY702" fmla="*/ 3486454 h 3967305"/>
              <a:gd name="csX703" fmla="*/ 4774324 w 5872039"/>
              <a:gd name="csY703" fmla="*/ 3490702 h 3967305"/>
              <a:gd name="csX704" fmla="*/ 4802182 w 5872039"/>
              <a:gd name="csY704" fmla="*/ 3484992 h 3967305"/>
              <a:gd name="csX705" fmla="*/ 4338199 w 5872039"/>
              <a:gd name="csY705" fmla="*/ 3478914 h 3967305"/>
              <a:gd name="csX706" fmla="*/ 4305910 w 5872039"/>
              <a:gd name="csY706" fmla="*/ 3496573 h 3967305"/>
              <a:gd name="csX707" fmla="*/ 4335602 w 5872039"/>
              <a:gd name="csY707" fmla="*/ 3502144 h 3967305"/>
              <a:gd name="csX708" fmla="*/ 4368596 w 5872039"/>
              <a:gd name="csY708" fmla="*/ 3486085 h 3967305"/>
              <a:gd name="csX709" fmla="*/ 4340948 w 5872039"/>
              <a:gd name="csY709" fmla="*/ 3479844 h 3967305"/>
              <a:gd name="csX710" fmla="*/ 4500929 w 5872039"/>
              <a:gd name="csY710" fmla="*/ 3478374 h 3967305"/>
              <a:gd name="csX711" fmla="*/ 4467056 w 5872039"/>
              <a:gd name="csY711" fmla="*/ 3493013 h 3967305"/>
              <a:gd name="csX712" fmla="*/ 4494314 w 5872039"/>
              <a:gd name="csY712" fmla="*/ 3496476 h 3967305"/>
              <a:gd name="csX713" fmla="*/ 4525896 w 5872039"/>
              <a:gd name="csY713" fmla="*/ 3484882 h 3967305"/>
              <a:gd name="csX714" fmla="*/ 2424022 w 5872039"/>
              <a:gd name="csY714" fmla="*/ 3472511 h 3967305"/>
              <a:gd name="csX715" fmla="*/ 2384682 w 5872039"/>
              <a:gd name="csY715" fmla="*/ 3509134 h 3967305"/>
              <a:gd name="csX716" fmla="*/ 2421080 w 5872039"/>
              <a:gd name="csY716" fmla="*/ 3536574 h 3967305"/>
              <a:gd name="csX717" fmla="*/ 2447333 w 5872039"/>
              <a:gd name="csY717" fmla="*/ 3554634 h 3967305"/>
              <a:gd name="csX718" fmla="*/ 2456287 w 5872039"/>
              <a:gd name="csY718" fmla="*/ 3546855 h 3967305"/>
              <a:gd name="csX719" fmla="*/ 2485736 w 5872039"/>
              <a:gd name="csY719" fmla="*/ 3514555 h 3967305"/>
              <a:gd name="csX720" fmla="*/ 2468651 w 5872039"/>
              <a:gd name="csY720" fmla="*/ 3503349 h 3967305"/>
              <a:gd name="csX721" fmla="*/ 2957285 w 5872039"/>
              <a:gd name="csY721" fmla="*/ 3471955 h 3967305"/>
              <a:gd name="csX722" fmla="*/ 2952412 w 5872039"/>
              <a:gd name="csY722" fmla="*/ 3532715 h 3967305"/>
              <a:gd name="csX723" fmla="*/ 2982292 w 5872039"/>
              <a:gd name="csY723" fmla="*/ 3549559 h 3967305"/>
              <a:gd name="csX724" fmla="*/ 3011033 w 5872039"/>
              <a:gd name="csY724" fmla="*/ 3564539 h 3967305"/>
              <a:gd name="csX725" fmla="*/ 3011191 w 5872039"/>
              <a:gd name="csY725" fmla="*/ 3562844 h 3967305"/>
              <a:gd name="csX726" fmla="*/ 3013555 w 5872039"/>
              <a:gd name="csY726" fmla="*/ 3502925 h 3967305"/>
              <a:gd name="csX727" fmla="*/ 3100494 w 5872039"/>
              <a:gd name="csY727" fmla="*/ 3470157 h 3967305"/>
              <a:gd name="csX728" fmla="*/ 3100362 w 5872039"/>
              <a:gd name="csY728" fmla="*/ 3491676 h 3967305"/>
              <a:gd name="csX729" fmla="*/ 3100070 w 5872039"/>
              <a:gd name="csY729" fmla="*/ 3533255 h 3967305"/>
              <a:gd name="csX730" fmla="*/ 3187389 w 5872039"/>
              <a:gd name="csY730" fmla="*/ 3577958 h 3967305"/>
              <a:gd name="csX731" fmla="*/ 3486810 w 5872039"/>
              <a:gd name="csY731" fmla="*/ 3684180 h 3967305"/>
              <a:gd name="csX732" fmla="*/ 3505835 w 5872039"/>
              <a:gd name="csY732" fmla="*/ 3686822 h 3967305"/>
              <a:gd name="csX733" fmla="*/ 3535385 w 5872039"/>
              <a:gd name="csY733" fmla="*/ 3660409 h 3967305"/>
              <a:gd name="csX734" fmla="*/ 3489224 w 5872039"/>
              <a:gd name="csY734" fmla="*/ 3648490 h 3967305"/>
              <a:gd name="csX735" fmla="*/ 3274956 w 5872039"/>
              <a:gd name="csY735" fmla="*/ 3562358 h 3967305"/>
              <a:gd name="csX736" fmla="*/ 4612113 w 5872039"/>
              <a:gd name="csY736" fmla="*/ 3469059 h 3967305"/>
              <a:gd name="csX737" fmla="*/ 4577723 w 5872039"/>
              <a:gd name="csY737" fmla="*/ 3481680 h 3967305"/>
              <a:gd name="csX738" fmla="*/ 4605382 w 5872039"/>
              <a:gd name="csY738" fmla="*/ 3486137 h 3967305"/>
              <a:gd name="csX739" fmla="*/ 4636584 w 5872039"/>
              <a:gd name="csY739" fmla="*/ 3476413 h 3967305"/>
              <a:gd name="csX740" fmla="*/ 4956812 w 5872039"/>
              <a:gd name="csY740" fmla="*/ 3468413 h 3967305"/>
              <a:gd name="csX741" fmla="*/ 4936779 w 5872039"/>
              <a:gd name="csY741" fmla="*/ 3472589 h 3967305"/>
              <a:gd name="csX742" fmla="*/ 4925917 w 5872039"/>
              <a:gd name="csY742" fmla="*/ 3474814 h 3967305"/>
              <a:gd name="csX743" fmla="*/ 4949566 w 5872039"/>
              <a:gd name="csY743" fmla="*/ 3481968 h 3967305"/>
              <a:gd name="csX744" fmla="*/ 4980490 w 5872039"/>
              <a:gd name="csY744" fmla="*/ 3477164 h 3967305"/>
              <a:gd name="csX745" fmla="*/ 4968417 w 5872039"/>
              <a:gd name="csY745" fmla="*/ 3473114 h 3967305"/>
              <a:gd name="csX746" fmla="*/ 2539755 w 5872039"/>
              <a:gd name="csY746" fmla="*/ 3468247 h 3967305"/>
              <a:gd name="csX747" fmla="*/ 2515910 w 5872039"/>
              <a:gd name="csY747" fmla="*/ 3503507 h 3967305"/>
              <a:gd name="csX748" fmla="*/ 2508442 w 5872039"/>
              <a:gd name="csY748" fmla="*/ 3511689 h 3967305"/>
              <a:gd name="csX749" fmla="*/ 2571352 w 5872039"/>
              <a:gd name="csY749" fmla="*/ 3552948 h 3967305"/>
              <a:gd name="csX750" fmla="*/ 2584339 w 5872039"/>
              <a:gd name="csY750" fmla="*/ 3536349 h 3967305"/>
              <a:gd name="csX751" fmla="*/ 2600928 w 5872039"/>
              <a:gd name="csY751" fmla="*/ 3506418 h 3967305"/>
              <a:gd name="csX752" fmla="*/ 2806615 w 5872039"/>
              <a:gd name="csY752" fmla="*/ 3467575 h 3967305"/>
              <a:gd name="csX753" fmla="*/ 2805087 w 5872039"/>
              <a:gd name="csY753" fmla="*/ 3475797 h 3967305"/>
              <a:gd name="csX754" fmla="*/ 2793262 w 5872039"/>
              <a:gd name="csY754" fmla="*/ 3523275 h 3967305"/>
              <a:gd name="csX755" fmla="*/ 2853654 w 5872039"/>
              <a:gd name="csY755" fmla="*/ 3557856 h 3967305"/>
              <a:gd name="csX756" fmla="*/ 2864176 w 5872039"/>
              <a:gd name="csY756" fmla="*/ 3501838 h 3967305"/>
              <a:gd name="csX757" fmla="*/ 2864394 w 5872039"/>
              <a:gd name="csY757" fmla="*/ 3500139 h 3967305"/>
              <a:gd name="csX758" fmla="*/ 2838296 w 5872039"/>
              <a:gd name="csY758" fmla="*/ 3485429 h 3967305"/>
              <a:gd name="csX759" fmla="*/ 2830662 w 5872039"/>
              <a:gd name="csY759" fmla="*/ 3481051 h 3967305"/>
              <a:gd name="csX760" fmla="*/ 3834520 w 5872039"/>
              <a:gd name="csY760" fmla="*/ 3465558 h 3967305"/>
              <a:gd name="csX761" fmla="*/ 3797782 w 5872039"/>
              <a:gd name="csY761" fmla="*/ 3500100 h 3967305"/>
              <a:gd name="csX762" fmla="*/ 3818714 w 5872039"/>
              <a:gd name="csY762" fmla="*/ 3509085 h 3967305"/>
              <a:gd name="csX763" fmla="*/ 3831103 w 5872039"/>
              <a:gd name="csY763" fmla="*/ 3513014 h 3967305"/>
              <a:gd name="csX764" fmla="*/ 3867978 w 5872039"/>
              <a:gd name="csY764" fmla="*/ 3480544 h 3967305"/>
              <a:gd name="csX765" fmla="*/ 3982172 w 5872039"/>
              <a:gd name="csY765" fmla="*/ 3464427 h 3967305"/>
              <a:gd name="csX766" fmla="*/ 3946017 w 5872039"/>
              <a:gd name="csY766" fmla="*/ 3494477 h 3967305"/>
              <a:gd name="csX767" fmla="*/ 3977986 w 5872039"/>
              <a:gd name="csY767" fmla="*/ 3505562 h 3967305"/>
              <a:gd name="csX768" fmla="*/ 4015258 w 5872039"/>
              <a:gd name="csY768" fmla="*/ 3476953 h 3967305"/>
              <a:gd name="csX769" fmla="*/ 4447275 w 5872039"/>
              <a:gd name="csY769" fmla="*/ 3464389 h 3967305"/>
              <a:gd name="csX770" fmla="*/ 4413374 w 5872039"/>
              <a:gd name="csY770" fmla="*/ 3480978 h 3967305"/>
              <a:gd name="csX771" fmla="*/ 4441000 w 5872039"/>
              <a:gd name="csY771" fmla="*/ 3487196 h 3967305"/>
              <a:gd name="csX772" fmla="*/ 4476737 w 5872039"/>
              <a:gd name="csY772" fmla="*/ 3472068 h 3967305"/>
              <a:gd name="csX773" fmla="*/ 4839687 w 5872039"/>
              <a:gd name="csY773" fmla="*/ 3464226 h 3967305"/>
              <a:gd name="csX774" fmla="*/ 4827863 w 5872039"/>
              <a:gd name="csY774" fmla="*/ 3467276 h 3967305"/>
              <a:gd name="csX775" fmla="*/ 4810582 w 5872039"/>
              <a:gd name="csY775" fmla="*/ 3471723 h 3967305"/>
              <a:gd name="csX776" fmla="*/ 4836393 w 5872039"/>
              <a:gd name="csY776" fmla="*/ 3477980 h 3967305"/>
              <a:gd name="csX777" fmla="*/ 4865455 w 5872039"/>
              <a:gd name="csY777" fmla="*/ 3472024 h 3967305"/>
              <a:gd name="csX778" fmla="*/ 4726402 w 5872039"/>
              <a:gd name="csY778" fmla="*/ 3463982 h 3967305"/>
              <a:gd name="csX779" fmla="*/ 4693264 w 5872039"/>
              <a:gd name="csY779" fmla="*/ 3474306 h 3967305"/>
              <a:gd name="csX780" fmla="*/ 4719969 w 5872039"/>
              <a:gd name="csY780" fmla="*/ 3479707 h 3967305"/>
              <a:gd name="csX781" fmla="*/ 4750020 w 5872039"/>
              <a:gd name="csY781" fmla="*/ 3471973 h 3967305"/>
              <a:gd name="csX782" fmla="*/ 2299396 w 5872039"/>
              <a:gd name="csY782" fmla="*/ 3463406 h 3967305"/>
              <a:gd name="csX783" fmla="*/ 2266938 w 5872039"/>
              <a:gd name="csY783" fmla="*/ 3484789 h 3967305"/>
              <a:gd name="csX784" fmla="*/ 2253363 w 5872039"/>
              <a:gd name="csY784" fmla="*/ 3491949 h 3967305"/>
              <a:gd name="csX785" fmla="*/ 2312585 w 5872039"/>
              <a:gd name="csY785" fmla="*/ 3540599 h 3967305"/>
              <a:gd name="csX786" fmla="*/ 2342031 w 5872039"/>
              <a:gd name="csY786" fmla="*/ 3523123 h 3967305"/>
              <a:gd name="csX787" fmla="*/ 2360216 w 5872039"/>
              <a:gd name="csY787" fmla="*/ 3509263 h 3967305"/>
              <a:gd name="csX788" fmla="*/ 4132709 w 5872039"/>
              <a:gd name="csY788" fmla="*/ 3463309 h 3967305"/>
              <a:gd name="csX789" fmla="*/ 4096201 w 5872039"/>
              <a:gd name="csY789" fmla="*/ 3489475 h 3967305"/>
              <a:gd name="csX790" fmla="*/ 4129178 w 5872039"/>
              <a:gd name="csY790" fmla="*/ 3498162 h 3967305"/>
              <a:gd name="csX791" fmla="*/ 4165160 w 5872039"/>
              <a:gd name="csY791" fmla="*/ 3474444 h 3967305"/>
              <a:gd name="csX792" fmla="*/ 4145240 w 5872039"/>
              <a:gd name="csY792" fmla="*/ 3468450 h 3967305"/>
              <a:gd name="csX793" fmla="*/ 4288717 w 5872039"/>
              <a:gd name="csY793" fmla="*/ 3462161 h 3967305"/>
              <a:gd name="csX794" fmla="*/ 4251256 w 5872039"/>
              <a:gd name="csY794" fmla="*/ 3484811 h 3967305"/>
              <a:gd name="csX795" fmla="*/ 4264578 w 5872039"/>
              <a:gd name="csY795" fmla="*/ 3488817 h 3967305"/>
              <a:gd name="csX796" fmla="*/ 4282559 w 5872039"/>
              <a:gd name="csY796" fmla="*/ 3492191 h 3967305"/>
              <a:gd name="csX797" fmla="*/ 4318939 w 5872039"/>
              <a:gd name="csY797" fmla="*/ 3472393 h 3967305"/>
              <a:gd name="csX798" fmla="*/ 4559537 w 5872039"/>
              <a:gd name="csY798" fmla="*/ 3453260 h 3967305"/>
              <a:gd name="csX799" fmla="*/ 4547857 w 5872039"/>
              <a:gd name="csY799" fmla="*/ 3458093 h 3967305"/>
              <a:gd name="csX800" fmla="*/ 4523120 w 5872039"/>
              <a:gd name="csY800" fmla="*/ 3468784 h 3967305"/>
              <a:gd name="csX801" fmla="*/ 4550411 w 5872039"/>
              <a:gd name="csY801" fmla="*/ 3475882 h 3967305"/>
              <a:gd name="csX802" fmla="*/ 4588403 w 5872039"/>
              <a:gd name="csY802" fmla="*/ 3461935 h 3967305"/>
              <a:gd name="csX803" fmla="*/ 2643415 w 5872039"/>
              <a:gd name="csY803" fmla="*/ 3452730 h 3967305"/>
              <a:gd name="csX804" fmla="*/ 2631151 w 5872039"/>
              <a:gd name="csY804" fmla="*/ 3482536 h 3967305"/>
              <a:gd name="csX805" fmla="*/ 2620740 w 5872039"/>
              <a:gd name="csY805" fmla="*/ 3501266 h 3967305"/>
              <a:gd name="csX806" fmla="*/ 2682227 w 5872039"/>
              <a:gd name="csY806" fmla="*/ 3539636 h 3967305"/>
              <a:gd name="csX807" fmla="*/ 2695153 w 5872039"/>
              <a:gd name="csY807" fmla="*/ 3511406 h 3967305"/>
              <a:gd name="csX808" fmla="*/ 2702782 w 5872039"/>
              <a:gd name="csY808" fmla="*/ 3487641 h 3967305"/>
              <a:gd name="csX809" fmla="*/ 4395695 w 5872039"/>
              <a:gd name="csY809" fmla="*/ 3447495 h 3967305"/>
              <a:gd name="csX810" fmla="*/ 4382320 w 5872039"/>
              <a:gd name="csY810" fmla="*/ 3454783 h 3967305"/>
              <a:gd name="csX811" fmla="*/ 4357444 w 5872039"/>
              <a:gd name="csY811" fmla="*/ 3468388 h 3967305"/>
              <a:gd name="csX812" fmla="*/ 4389930 w 5872039"/>
              <a:gd name="csY812" fmla="*/ 3475701 h 3967305"/>
              <a:gd name="csX813" fmla="*/ 4425140 w 5872039"/>
              <a:gd name="csY813" fmla="*/ 3458562 h 3967305"/>
              <a:gd name="csX814" fmla="*/ 4904926 w 5872039"/>
              <a:gd name="csY814" fmla="*/ 3447394 h 3967305"/>
              <a:gd name="csX815" fmla="*/ 4867335 w 5872039"/>
              <a:gd name="csY815" fmla="*/ 3457093 h 3967305"/>
              <a:gd name="csX816" fmla="*/ 4895999 w 5872039"/>
              <a:gd name="csY816" fmla="*/ 3465764 h 3967305"/>
              <a:gd name="csX817" fmla="*/ 4932039 w 5872039"/>
              <a:gd name="csY817" fmla="*/ 3458377 h 3967305"/>
              <a:gd name="csX818" fmla="*/ 4674445 w 5872039"/>
              <a:gd name="csY818" fmla="*/ 3446404 h 3967305"/>
              <a:gd name="csX819" fmla="*/ 4635738 w 5872039"/>
              <a:gd name="csY819" fmla="*/ 3460389 h 3967305"/>
              <a:gd name="csX820" fmla="*/ 4635412 w 5872039"/>
              <a:gd name="csY820" fmla="*/ 3460509 h 3967305"/>
              <a:gd name="csX821" fmla="*/ 4656830 w 5872039"/>
              <a:gd name="csY821" fmla="*/ 3466936 h 3967305"/>
              <a:gd name="csX822" fmla="*/ 4662993 w 5872039"/>
              <a:gd name="csY822" fmla="*/ 3468183 h 3967305"/>
              <a:gd name="csX823" fmla="*/ 4702461 w 5872039"/>
              <a:gd name="csY823" fmla="*/ 3455882 h 3967305"/>
              <a:gd name="csX824" fmla="*/ 4788232 w 5872039"/>
              <a:gd name="csY824" fmla="*/ 3444866 h 3967305"/>
              <a:gd name="csX825" fmla="*/ 4750682 w 5872039"/>
              <a:gd name="csY825" fmla="*/ 3456472 h 3967305"/>
              <a:gd name="csX826" fmla="*/ 4758291 w 5872039"/>
              <a:gd name="csY826" fmla="*/ 3459045 h 3967305"/>
              <a:gd name="csX827" fmla="*/ 4779897 w 5872039"/>
              <a:gd name="csY827" fmla="*/ 3464283 h 3967305"/>
              <a:gd name="csX828" fmla="*/ 4814720 w 5872039"/>
              <a:gd name="csY828" fmla="*/ 3455321 h 3967305"/>
              <a:gd name="csX829" fmla="*/ 4237235 w 5872039"/>
              <a:gd name="csY829" fmla="*/ 3444731 h 3967305"/>
              <a:gd name="csX830" fmla="*/ 4225700 w 5872039"/>
              <a:gd name="csY830" fmla="*/ 3452327 h 3967305"/>
              <a:gd name="csX831" fmla="*/ 4199863 w 5872039"/>
              <a:gd name="csY831" fmla="*/ 3469360 h 3967305"/>
              <a:gd name="csX832" fmla="*/ 4231980 w 5872039"/>
              <a:gd name="csY832" fmla="*/ 3479016 h 3967305"/>
              <a:gd name="csX833" fmla="*/ 4270334 w 5872039"/>
              <a:gd name="csY833" fmla="*/ 3455937 h 3967305"/>
              <a:gd name="csX834" fmla="*/ 4083631 w 5872039"/>
              <a:gd name="csY834" fmla="*/ 3443176 h 3967305"/>
              <a:gd name="csX835" fmla="*/ 4074471 w 5872039"/>
              <a:gd name="csY835" fmla="*/ 3450245 h 3967305"/>
              <a:gd name="csX836" fmla="*/ 4045639 w 5872039"/>
              <a:gd name="csY836" fmla="*/ 3472561 h 3967305"/>
              <a:gd name="csX837" fmla="*/ 4077193 w 5872039"/>
              <a:gd name="csY837" fmla="*/ 3484468 h 3967305"/>
              <a:gd name="csX838" fmla="*/ 4077606 w 5872039"/>
              <a:gd name="csY838" fmla="*/ 3484577 h 3967305"/>
              <a:gd name="csX839" fmla="*/ 4116533 w 5872039"/>
              <a:gd name="csY839" fmla="*/ 3456673 h 3967305"/>
              <a:gd name="csX840" fmla="*/ 3784728 w 5872039"/>
              <a:gd name="csY840" fmla="*/ 3442807 h 3967305"/>
              <a:gd name="csX841" fmla="*/ 3781331 w 5872039"/>
              <a:gd name="csY841" fmla="*/ 3446187 h 3967305"/>
              <a:gd name="csX842" fmla="*/ 3748558 w 5872039"/>
              <a:gd name="csY842" fmla="*/ 3478969 h 3967305"/>
              <a:gd name="csX843" fmla="*/ 3782726 w 5872039"/>
              <a:gd name="csY843" fmla="*/ 3493637 h 3967305"/>
              <a:gd name="csX844" fmla="*/ 3819754 w 5872039"/>
              <a:gd name="csY844" fmla="*/ 3458944 h 3967305"/>
              <a:gd name="csX845" fmla="*/ 3789753 w 5872039"/>
              <a:gd name="csY845" fmla="*/ 3445507 h 3967305"/>
              <a:gd name="csX846" fmla="*/ 3933651 w 5872039"/>
              <a:gd name="csY846" fmla="*/ 3442566 h 3967305"/>
              <a:gd name="csX847" fmla="*/ 3927407 w 5872039"/>
              <a:gd name="csY847" fmla="*/ 3448083 h 3967305"/>
              <a:gd name="csX848" fmla="*/ 3895228 w 5872039"/>
              <a:gd name="csY848" fmla="*/ 3476519 h 3967305"/>
              <a:gd name="csX849" fmla="*/ 3898639 w 5872039"/>
              <a:gd name="csY849" fmla="*/ 3478048 h 3967305"/>
              <a:gd name="csX850" fmla="*/ 3929193 w 5872039"/>
              <a:gd name="csY850" fmla="*/ 3488643 h 3967305"/>
              <a:gd name="csX851" fmla="*/ 3966408 w 5872039"/>
              <a:gd name="csY851" fmla="*/ 3457959 h 3967305"/>
              <a:gd name="csX852" fmla="*/ 2169290 w 5872039"/>
              <a:gd name="csY852" fmla="*/ 3440723 h 3967305"/>
              <a:gd name="csX853" fmla="*/ 2121151 w 5872039"/>
              <a:gd name="csY853" fmla="*/ 3462948 h 3967305"/>
              <a:gd name="csX854" fmla="*/ 2144300 w 5872039"/>
              <a:gd name="csY854" fmla="*/ 3485349 h 3967305"/>
              <a:gd name="csX855" fmla="*/ 2176061 w 5872039"/>
              <a:gd name="csY855" fmla="*/ 3513840 h 3967305"/>
              <a:gd name="csX856" fmla="*/ 2191371 w 5872039"/>
              <a:gd name="csY856" fmla="*/ 3507827 h 3967305"/>
              <a:gd name="csX857" fmla="*/ 2226674 w 5872039"/>
              <a:gd name="csY857" fmla="*/ 3489228 h 3967305"/>
              <a:gd name="csX858" fmla="*/ 2197878 w 5872039"/>
              <a:gd name="csY858" fmla="*/ 3465568 h 3967305"/>
              <a:gd name="csX859" fmla="*/ 4504493 w 5872039"/>
              <a:gd name="csY859" fmla="*/ 3436431 h 3967305"/>
              <a:gd name="csX860" fmla="*/ 4467740 w 5872039"/>
              <a:gd name="csY860" fmla="*/ 3454379 h 3967305"/>
              <a:gd name="csX861" fmla="*/ 4499197 w 5872039"/>
              <a:gd name="csY861" fmla="*/ 3462561 h 3967305"/>
              <a:gd name="csX862" fmla="*/ 4537097 w 5872039"/>
              <a:gd name="csY862" fmla="*/ 3446517 h 3967305"/>
              <a:gd name="csX863" fmla="*/ 4507007 w 5872039"/>
              <a:gd name="csY863" fmla="*/ 3437476 h 3967305"/>
              <a:gd name="csX864" fmla="*/ 2887965 w 5872039"/>
              <a:gd name="csY864" fmla="*/ 3433760 h 3967305"/>
              <a:gd name="csX865" fmla="*/ 2880454 w 5872039"/>
              <a:gd name="csY865" fmla="*/ 3492148 h 3967305"/>
              <a:gd name="csX866" fmla="*/ 2938161 w 5872039"/>
              <a:gd name="csY866" fmla="*/ 3524680 h 3967305"/>
              <a:gd name="csX867" fmla="*/ 2943022 w 5872039"/>
              <a:gd name="csY867" fmla="*/ 3464023 h 3967305"/>
              <a:gd name="csX868" fmla="*/ 2901029 w 5872039"/>
              <a:gd name="csY868" fmla="*/ 3440634 h 3967305"/>
              <a:gd name="csX869" fmla="*/ 3031314 w 5872039"/>
              <a:gd name="csY869" fmla="*/ 3432969 h 3967305"/>
              <a:gd name="csX870" fmla="*/ 3029887 w 5872039"/>
              <a:gd name="csY870" fmla="*/ 3467677 h 3967305"/>
              <a:gd name="csX871" fmla="*/ 3028826 w 5872039"/>
              <a:gd name="csY871" fmla="*/ 3494409 h 3967305"/>
              <a:gd name="csX872" fmla="*/ 3085232 w 5872039"/>
              <a:gd name="csY872" fmla="*/ 3525463 h 3967305"/>
              <a:gd name="csX873" fmla="*/ 3085466 w 5872039"/>
              <a:gd name="csY873" fmla="*/ 3491756 h 3967305"/>
              <a:gd name="csX874" fmla="*/ 3085652 w 5872039"/>
              <a:gd name="csY874" fmla="*/ 3462313 h 3967305"/>
              <a:gd name="csX875" fmla="*/ 3067261 w 5872039"/>
              <a:gd name="csY875" fmla="*/ 3452594 h 3967305"/>
              <a:gd name="csX876" fmla="*/ 4344807 w 5872039"/>
              <a:gd name="csY876" fmla="*/ 3428369 h 3967305"/>
              <a:gd name="csX877" fmla="*/ 4305303 w 5872039"/>
              <a:gd name="csY877" fmla="*/ 3452139 h 3967305"/>
              <a:gd name="csX878" fmla="*/ 4336665 w 5872039"/>
              <a:gd name="csY878" fmla="*/ 3462746 h 3967305"/>
              <a:gd name="csX879" fmla="*/ 4375139 w 5872039"/>
              <a:gd name="csY879" fmla="*/ 3441809 h 3967305"/>
              <a:gd name="csX880" fmla="*/ 4377355 w 5872039"/>
              <a:gd name="csY880" fmla="*/ 3440602 h 3967305"/>
              <a:gd name="csX881" fmla="*/ 2736253 w 5872039"/>
              <a:gd name="csY881" fmla="*/ 3428144 h 3967305"/>
              <a:gd name="csX882" fmla="*/ 2731385 w 5872039"/>
              <a:gd name="csY882" fmla="*/ 3447254 h 3967305"/>
              <a:gd name="csX883" fmla="*/ 2720584 w 5872039"/>
              <a:gd name="csY883" fmla="*/ 3480818 h 3967305"/>
              <a:gd name="csX884" fmla="*/ 2728152 w 5872039"/>
              <a:gd name="csY884" fmla="*/ 3485268 h 3967305"/>
              <a:gd name="csX885" fmla="*/ 2767821 w 5872039"/>
              <a:gd name="csY885" fmla="*/ 3508707 h 3967305"/>
              <a:gd name="csX886" fmla="*/ 2779872 w 5872039"/>
              <a:gd name="csY886" fmla="*/ 3515607 h 3967305"/>
              <a:gd name="csX887" fmla="*/ 2790705 w 5872039"/>
              <a:gd name="csY887" fmla="*/ 3471964 h 3967305"/>
              <a:gd name="csX888" fmla="*/ 2792942 w 5872039"/>
              <a:gd name="csY888" fmla="*/ 3459913 h 3967305"/>
              <a:gd name="csX889" fmla="*/ 4620342 w 5872039"/>
              <a:gd name="csY889" fmla="*/ 3428099 h 3967305"/>
              <a:gd name="csX890" fmla="*/ 4581278 w 5872039"/>
              <a:gd name="csY890" fmla="*/ 3444264 h 3967305"/>
              <a:gd name="csX891" fmla="*/ 4611683 w 5872039"/>
              <a:gd name="csY891" fmla="*/ 3453388 h 3967305"/>
              <a:gd name="csX892" fmla="*/ 4630426 w 5872039"/>
              <a:gd name="csY892" fmla="*/ 3446507 h 3967305"/>
              <a:gd name="csX893" fmla="*/ 4651865 w 5872039"/>
              <a:gd name="csY893" fmla="*/ 3438764 h 3967305"/>
              <a:gd name="csX894" fmla="*/ 4850880 w 5872039"/>
              <a:gd name="csY894" fmla="*/ 3425501 h 3967305"/>
              <a:gd name="csX895" fmla="*/ 4810901 w 5872039"/>
              <a:gd name="csY895" fmla="*/ 3437858 h 3967305"/>
              <a:gd name="csX896" fmla="*/ 4834389 w 5872039"/>
              <a:gd name="csY896" fmla="*/ 3447127 h 3967305"/>
              <a:gd name="csX897" fmla="*/ 4839967 w 5872039"/>
              <a:gd name="csY897" fmla="*/ 3448814 h 3967305"/>
              <a:gd name="csX898" fmla="*/ 4881796 w 5872039"/>
              <a:gd name="csY898" fmla="*/ 3438024 h 3967305"/>
              <a:gd name="csX899" fmla="*/ 4186960 w 5872039"/>
              <a:gd name="csY899" fmla="*/ 3424482 h 3967305"/>
              <a:gd name="csX900" fmla="*/ 4149485 w 5872039"/>
              <a:gd name="csY900" fmla="*/ 3451285 h 3967305"/>
              <a:gd name="csX901" fmla="*/ 4146964 w 5872039"/>
              <a:gd name="csY901" fmla="*/ 3453092 h 3967305"/>
              <a:gd name="csX902" fmla="*/ 4150312 w 5872039"/>
              <a:gd name="csY902" fmla="*/ 3454462 h 3967305"/>
              <a:gd name="csX903" fmla="*/ 4181328 w 5872039"/>
              <a:gd name="csY903" fmla="*/ 3463787 h 3967305"/>
              <a:gd name="csX904" fmla="*/ 4217424 w 5872039"/>
              <a:gd name="csY904" fmla="*/ 3439994 h 3967305"/>
              <a:gd name="csX905" fmla="*/ 4219401 w 5872039"/>
              <a:gd name="csY905" fmla="*/ 3438693 h 3967305"/>
              <a:gd name="csX906" fmla="*/ 4217957 w 5872039"/>
              <a:gd name="csY906" fmla="*/ 3438204 h 3967305"/>
              <a:gd name="csX907" fmla="*/ 4735885 w 5872039"/>
              <a:gd name="csY907" fmla="*/ 3424204 h 3967305"/>
              <a:gd name="csX908" fmla="*/ 4696898 w 5872039"/>
              <a:gd name="csY908" fmla="*/ 3438291 h 3967305"/>
              <a:gd name="csX909" fmla="*/ 4726654 w 5872039"/>
              <a:gd name="csY909" fmla="*/ 3448350 h 3967305"/>
              <a:gd name="csX910" fmla="*/ 4766140 w 5872039"/>
              <a:gd name="csY910" fmla="*/ 3436145 h 3967305"/>
              <a:gd name="csX911" fmla="*/ 2467538 w 5872039"/>
              <a:gd name="csY911" fmla="*/ 3423062 h 3967305"/>
              <a:gd name="csX912" fmla="*/ 2435111 w 5872039"/>
              <a:gd name="csY912" fmla="*/ 3462120 h 3967305"/>
              <a:gd name="csX913" fmla="*/ 2476860 w 5872039"/>
              <a:gd name="csY913" fmla="*/ 3490975 h 3967305"/>
              <a:gd name="csX914" fmla="*/ 2495868 w 5872039"/>
              <a:gd name="csY914" fmla="*/ 3503442 h 3967305"/>
              <a:gd name="csX915" fmla="*/ 2504407 w 5872039"/>
              <a:gd name="csY915" fmla="*/ 3494077 h 3967305"/>
              <a:gd name="csX916" fmla="*/ 2527144 w 5872039"/>
              <a:gd name="csY916" fmla="*/ 3460378 h 3967305"/>
              <a:gd name="csX917" fmla="*/ 2491525 w 5872039"/>
              <a:gd name="csY917" fmla="*/ 3438152 h 3967305"/>
              <a:gd name="csX918" fmla="*/ 2351749 w 5872039"/>
              <a:gd name="csY918" fmla="*/ 3422572 h 3967305"/>
              <a:gd name="csX919" fmla="*/ 2311589 w 5872039"/>
              <a:gd name="csY919" fmla="*/ 3454032 h 3967305"/>
              <a:gd name="csX920" fmla="*/ 2372466 w 5872039"/>
              <a:gd name="csY920" fmla="*/ 3499925 h 3967305"/>
              <a:gd name="csX921" fmla="*/ 2374252 w 5872039"/>
              <a:gd name="csY921" fmla="*/ 3498563 h 3967305"/>
              <a:gd name="csX922" fmla="*/ 2411493 w 5872039"/>
              <a:gd name="csY922" fmla="*/ 3463854 h 3967305"/>
              <a:gd name="csX923" fmla="*/ 4034025 w 5872039"/>
              <a:gd name="csY923" fmla="*/ 3421435 h 3967305"/>
              <a:gd name="csX924" fmla="*/ 4000392 w 5872039"/>
              <a:gd name="csY924" fmla="*/ 3449284 h 3967305"/>
              <a:gd name="csX925" fmla="*/ 3995260 w 5872039"/>
              <a:gd name="csY925" fmla="*/ 3453550 h 3967305"/>
              <a:gd name="csX926" fmla="*/ 4029108 w 5872039"/>
              <a:gd name="csY926" fmla="*/ 3466323 h 3967305"/>
              <a:gd name="csX927" fmla="*/ 4065288 w 5872039"/>
              <a:gd name="csY927" fmla="*/ 3438552 h 3967305"/>
              <a:gd name="csX928" fmla="*/ 4067743 w 5872039"/>
              <a:gd name="csY928" fmla="*/ 3436658 h 3967305"/>
              <a:gd name="csX929" fmla="*/ 4051055 w 5872039"/>
              <a:gd name="csY929" fmla="*/ 3429811 h 3967305"/>
              <a:gd name="csX930" fmla="*/ 3883875 w 5872039"/>
              <a:gd name="csY930" fmla="*/ 3419176 h 3967305"/>
              <a:gd name="csX931" fmla="*/ 3854156 w 5872039"/>
              <a:gd name="csY931" fmla="*/ 3447095 h 3967305"/>
              <a:gd name="csX932" fmla="*/ 3846227 w 5872039"/>
              <a:gd name="csY932" fmla="*/ 3454551 h 3967305"/>
              <a:gd name="csX933" fmla="*/ 3880200 w 5872039"/>
              <a:gd name="csY933" fmla="*/ 3469782 h 3967305"/>
              <a:gd name="csX934" fmla="*/ 3917423 w 5872039"/>
              <a:gd name="csY934" fmla="*/ 3437004 h 3967305"/>
              <a:gd name="csX935" fmla="*/ 3918948 w 5872039"/>
              <a:gd name="csY935" fmla="*/ 3435657 h 3967305"/>
              <a:gd name="csX936" fmla="*/ 4454280 w 5872039"/>
              <a:gd name="csY936" fmla="*/ 3415574 h 3967305"/>
              <a:gd name="csX937" fmla="*/ 4412927 w 5872039"/>
              <a:gd name="csY937" fmla="*/ 3438106 h 3967305"/>
              <a:gd name="csX938" fmla="*/ 4430381 w 5872039"/>
              <a:gd name="csY938" fmla="*/ 3444662 h 3967305"/>
              <a:gd name="csX939" fmla="*/ 4445578 w 5872039"/>
              <a:gd name="csY939" fmla="*/ 3448614 h 3967305"/>
              <a:gd name="csX940" fmla="*/ 4457147 w 5872039"/>
              <a:gd name="csY940" fmla="*/ 3442983 h 3967305"/>
              <a:gd name="csX941" fmla="*/ 4486164 w 5872039"/>
              <a:gd name="csY941" fmla="*/ 3428818 h 3967305"/>
              <a:gd name="csX942" fmla="*/ 2571568 w 5872039"/>
              <a:gd name="csY942" fmla="*/ 3410722 h 3967305"/>
              <a:gd name="csX943" fmla="*/ 2553341 w 5872039"/>
              <a:gd name="csY943" fmla="*/ 3448156 h 3967305"/>
              <a:gd name="csX944" fmla="*/ 2548086 w 5872039"/>
              <a:gd name="csY944" fmla="*/ 3455927 h 3967305"/>
              <a:gd name="csX945" fmla="*/ 2608141 w 5872039"/>
              <a:gd name="csY945" fmla="*/ 3493404 h 3967305"/>
              <a:gd name="csX946" fmla="*/ 2618057 w 5872039"/>
              <a:gd name="csY946" fmla="*/ 3475512 h 3967305"/>
              <a:gd name="csX947" fmla="*/ 2630525 w 5872039"/>
              <a:gd name="csY947" fmla="*/ 3445149 h 3967305"/>
              <a:gd name="csX948" fmla="*/ 2584675 w 5872039"/>
              <a:gd name="csY948" fmla="*/ 3418187 h 3967305"/>
              <a:gd name="csX949" fmla="*/ 4292140 w 5872039"/>
              <a:gd name="csY949" fmla="*/ 3408574 h 3967305"/>
              <a:gd name="csX950" fmla="*/ 4252900 w 5872039"/>
              <a:gd name="csY950" fmla="*/ 3434415 h 3967305"/>
              <a:gd name="csX951" fmla="*/ 4286958 w 5872039"/>
              <a:gd name="csY951" fmla="*/ 3445934 h 3967305"/>
              <a:gd name="csX952" fmla="*/ 4295454 w 5872039"/>
              <a:gd name="csY952" fmla="*/ 3440821 h 3967305"/>
              <a:gd name="csX953" fmla="*/ 4327170 w 5872039"/>
              <a:gd name="csY953" fmla="*/ 3421740 h 3967305"/>
              <a:gd name="csX954" fmla="*/ 2227629 w 5872039"/>
              <a:gd name="csY954" fmla="*/ 3408529 h 3967305"/>
              <a:gd name="csX955" fmla="*/ 2217953 w 5872039"/>
              <a:gd name="csY955" fmla="*/ 3414767 h 3967305"/>
              <a:gd name="csX956" fmla="*/ 2184014 w 5872039"/>
              <a:gd name="csY956" fmla="*/ 3433854 h 3967305"/>
              <a:gd name="csX957" fmla="*/ 2207568 w 5872039"/>
              <a:gd name="csY957" fmla="*/ 3454329 h 3967305"/>
              <a:gd name="csX958" fmla="*/ 2240916 w 5872039"/>
              <a:gd name="csY958" fmla="*/ 3481724 h 3967305"/>
              <a:gd name="csX959" fmla="*/ 2259117 w 5872039"/>
              <a:gd name="csY959" fmla="*/ 3472135 h 3967305"/>
              <a:gd name="csX960" fmla="*/ 2286780 w 5872039"/>
              <a:gd name="csY960" fmla="*/ 3453894 h 3967305"/>
              <a:gd name="csX961" fmla="*/ 2261759 w 5872039"/>
              <a:gd name="csY961" fmla="*/ 3435029 h 3967305"/>
              <a:gd name="csX962" fmla="*/ 2228844 w 5872039"/>
              <a:gd name="csY962" fmla="*/ 3409454 h 3967305"/>
              <a:gd name="csX963" fmla="*/ 4565905 w 5872039"/>
              <a:gd name="csY963" fmla="*/ 3406443 h 3967305"/>
              <a:gd name="csX964" fmla="*/ 4523785 w 5872039"/>
              <a:gd name="csY964" fmla="*/ 3427011 h 3967305"/>
              <a:gd name="csX965" fmla="*/ 4558763 w 5872039"/>
              <a:gd name="csY965" fmla="*/ 3437507 h 3967305"/>
              <a:gd name="csX966" fmla="*/ 4598973 w 5872039"/>
              <a:gd name="csY966" fmla="*/ 3420869 h 3967305"/>
              <a:gd name="csX967" fmla="*/ 4593912 w 5872039"/>
              <a:gd name="csY967" fmla="*/ 3419157 h 3967305"/>
              <a:gd name="csX968" fmla="*/ 4681569 w 5872039"/>
              <a:gd name="csY968" fmla="*/ 3402764 h 3967305"/>
              <a:gd name="csX969" fmla="*/ 4641209 w 5872039"/>
              <a:gd name="csY969" fmla="*/ 3419465 h 3967305"/>
              <a:gd name="csX970" fmla="*/ 4674315 w 5872039"/>
              <a:gd name="csY970" fmla="*/ 3430656 h 3967305"/>
              <a:gd name="csX971" fmla="*/ 4715003 w 5872039"/>
              <a:gd name="csY971" fmla="*/ 3415961 h 3967305"/>
              <a:gd name="csX972" fmla="*/ 4136690 w 5872039"/>
              <a:gd name="csY972" fmla="*/ 3402227 h 3967305"/>
              <a:gd name="csX973" fmla="*/ 4097173 w 5872039"/>
              <a:gd name="csY973" fmla="*/ 3432725 h 3967305"/>
              <a:gd name="csX974" fmla="*/ 4130770 w 5872039"/>
              <a:gd name="csY974" fmla="*/ 3446468 h 3967305"/>
              <a:gd name="csX975" fmla="*/ 4140809 w 5872039"/>
              <a:gd name="csY975" fmla="*/ 3439272 h 3967305"/>
              <a:gd name="csX976" fmla="*/ 4171229 w 5872039"/>
              <a:gd name="csY976" fmla="*/ 3417517 h 3967305"/>
              <a:gd name="csX977" fmla="*/ 4798651 w 5872039"/>
              <a:gd name="csY977" fmla="*/ 3401525 h 3967305"/>
              <a:gd name="csX978" fmla="*/ 4756980 w 5872039"/>
              <a:gd name="csY978" fmla="*/ 3416582 h 3967305"/>
              <a:gd name="csX979" fmla="*/ 4788806 w 5872039"/>
              <a:gd name="csY979" fmla="*/ 3429140 h 3967305"/>
              <a:gd name="csX980" fmla="*/ 4829795 w 5872039"/>
              <a:gd name="csY980" fmla="*/ 3416471 h 3967305"/>
              <a:gd name="csX981" fmla="*/ 2819584 w 5872039"/>
              <a:gd name="csY981" fmla="*/ 3397777 h 3967305"/>
              <a:gd name="csX982" fmla="*/ 2819422 w 5872039"/>
              <a:gd name="csY982" fmla="*/ 3398642 h 3967305"/>
              <a:gd name="csX983" fmla="*/ 2809480 w 5872039"/>
              <a:gd name="csY983" fmla="*/ 3452156 h 3967305"/>
              <a:gd name="csX984" fmla="*/ 2838029 w 5872039"/>
              <a:gd name="csY984" fmla="*/ 3468157 h 3967305"/>
              <a:gd name="csX985" fmla="*/ 2845664 w 5872039"/>
              <a:gd name="csY985" fmla="*/ 3472535 h 3967305"/>
              <a:gd name="csX986" fmla="*/ 2866435 w 5872039"/>
              <a:gd name="csY986" fmla="*/ 3484245 h 3967305"/>
              <a:gd name="csX987" fmla="*/ 2873871 w 5872039"/>
              <a:gd name="csY987" fmla="*/ 3426343 h 3967305"/>
              <a:gd name="csX988" fmla="*/ 3984910 w 5872039"/>
              <a:gd name="csY988" fmla="*/ 3397278 h 3967305"/>
              <a:gd name="csX989" fmla="*/ 3945742 w 5872039"/>
              <a:gd name="csY989" fmla="*/ 3431884 h 3967305"/>
              <a:gd name="csX990" fmla="*/ 3978301 w 5872039"/>
              <a:gd name="csY990" fmla="*/ 3447150 h 3967305"/>
              <a:gd name="csX991" fmla="*/ 3979136 w 5872039"/>
              <a:gd name="csY991" fmla="*/ 3447465 h 3967305"/>
              <a:gd name="csX992" fmla="*/ 3990755 w 5872039"/>
              <a:gd name="csY992" fmla="*/ 3437885 h 3967305"/>
              <a:gd name="csX993" fmla="*/ 4019346 w 5872039"/>
              <a:gd name="csY993" fmla="*/ 3414215 h 3967305"/>
              <a:gd name="csX994" fmla="*/ 2963409 w 5872039"/>
              <a:gd name="csY994" fmla="*/ 3396289 h 3967305"/>
              <a:gd name="csX995" fmla="*/ 2959518 w 5872039"/>
              <a:gd name="csY995" fmla="*/ 3444104 h 3967305"/>
              <a:gd name="csX996" fmla="*/ 2958587 w 5872039"/>
              <a:gd name="csY996" fmla="*/ 3455713 h 3967305"/>
              <a:gd name="csX997" fmla="*/ 2962668 w 5872039"/>
              <a:gd name="csY997" fmla="*/ 3457986 h 3967305"/>
              <a:gd name="csX998" fmla="*/ 3014208 w 5872039"/>
              <a:gd name="csY998" fmla="*/ 3486362 h 3967305"/>
              <a:gd name="csX999" fmla="*/ 3014964 w 5872039"/>
              <a:gd name="csY999" fmla="*/ 3467196 h 3967305"/>
              <a:gd name="csX1000" fmla="*/ 3016703 w 5872039"/>
              <a:gd name="csY1000" fmla="*/ 3424993 h 3967305"/>
              <a:gd name="csX1001" fmla="*/ 2971371 w 5872039"/>
              <a:gd name="csY1001" fmla="*/ 3400245 h 3967305"/>
              <a:gd name="csX1002" fmla="*/ 4402096 w 5872039"/>
              <a:gd name="csY1002" fmla="*/ 3393898 h 3967305"/>
              <a:gd name="csX1003" fmla="*/ 4361024 w 5872039"/>
              <a:gd name="csY1003" fmla="*/ 3418611 h 3967305"/>
              <a:gd name="csX1004" fmla="*/ 4394582 w 5872039"/>
              <a:gd name="csY1004" fmla="*/ 3431215 h 3967305"/>
              <a:gd name="csX1005" fmla="*/ 4436694 w 5872039"/>
              <a:gd name="csY1005" fmla="*/ 3408269 h 3967305"/>
              <a:gd name="csX1006" fmla="*/ 3834720 w 5872039"/>
              <a:gd name="csY1006" fmla="*/ 3393056 h 3967305"/>
              <a:gd name="csX1007" fmla="*/ 3795697 w 5872039"/>
              <a:gd name="csY1007" fmla="*/ 3431891 h 3967305"/>
              <a:gd name="csX1008" fmla="*/ 3795766 w 5872039"/>
              <a:gd name="csY1008" fmla="*/ 3431929 h 3967305"/>
              <a:gd name="csX1009" fmla="*/ 3831493 w 5872039"/>
              <a:gd name="csY1009" fmla="*/ 3447945 h 3967305"/>
              <a:gd name="csX1010" fmla="*/ 3843825 w 5872039"/>
              <a:gd name="csY1010" fmla="*/ 3436390 h 3967305"/>
              <a:gd name="csX1011" fmla="*/ 3869594 w 5872039"/>
              <a:gd name="csY1011" fmla="*/ 3412183 h 3967305"/>
              <a:gd name="csX1012" fmla="*/ 3100973 w 5872039"/>
              <a:gd name="csY1012" fmla="*/ 3391770 h 3967305"/>
              <a:gd name="csX1013" fmla="*/ 3100596 w 5872039"/>
              <a:gd name="csY1013" fmla="*/ 3453446 h 3967305"/>
              <a:gd name="csX1014" fmla="*/ 3280640 w 5872039"/>
              <a:gd name="csY1014" fmla="*/ 3548620 h 3967305"/>
              <a:gd name="csX1015" fmla="*/ 3492864 w 5872039"/>
              <a:gd name="csY1015" fmla="*/ 3634090 h 3967305"/>
              <a:gd name="csX1016" fmla="*/ 3548669 w 5872039"/>
              <a:gd name="csY1016" fmla="*/ 3648535 h 3967305"/>
              <a:gd name="csX1017" fmla="*/ 3581334 w 5872039"/>
              <a:gd name="csY1017" fmla="*/ 3619338 h 3967305"/>
              <a:gd name="csX1018" fmla="*/ 3571248 w 5872039"/>
              <a:gd name="csY1018" fmla="*/ 3616949 h 3967305"/>
              <a:gd name="csX1019" fmla="*/ 3175297 w 5872039"/>
              <a:gd name="csY1019" fmla="*/ 3431718 h 3967305"/>
              <a:gd name="csX1020" fmla="*/ 2667064 w 5872039"/>
              <a:gd name="csY1020" fmla="*/ 3390231 h 3967305"/>
              <a:gd name="csX1021" fmla="*/ 2657103 w 5872039"/>
              <a:gd name="csY1021" fmla="*/ 3419463 h 3967305"/>
              <a:gd name="csX1022" fmla="*/ 2649143 w 5872039"/>
              <a:gd name="csY1022" fmla="*/ 3438809 h 3967305"/>
              <a:gd name="csX1023" fmla="*/ 2707451 w 5872039"/>
              <a:gd name="csY1023" fmla="*/ 3473095 h 3967305"/>
              <a:gd name="csX1024" fmla="*/ 2717255 w 5872039"/>
              <a:gd name="csY1024" fmla="*/ 3442555 h 3967305"/>
              <a:gd name="csX1025" fmla="*/ 2722840 w 5872039"/>
              <a:gd name="csY1025" fmla="*/ 3420627 h 3967305"/>
              <a:gd name="csX1026" fmla="*/ 2697045 w 5872039"/>
              <a:gd name="csY1026" fmla="*/ 3406171 h 3967305"/>
              <a:gd name="csX1027" fmla="*/ 4243482 w 5872039"/>
              <a:gd name="csY1027" fmla="*/ 3384055 h 3967305"/>
              <a:gd name="csX1028" fmla="*/ 4200943 w 5872039"/>
              <a:gd name="csY1028" fmla="*/ 3414481 h 3967305"/>
              <a:gd name="csX1029" fmla="*/ 4223457 w 5872039"/>
              <a:gd name="csY1029" fmla="*/ 3424456 h 3967305"/>
              <a:gd name="csX1030" fmla="*/ 4235061 w 5872039"/>
              <a:gd name="csY1030" fmla="*/ 3428381 h 3967305"/>
              <a:gd name="csX1031" fmla="*/ 4276731 w 5872039"/>
              <a:gd name="csY1031" fmla="*/ 3400944 h 3967305"/>
              <a:gd name="csX1032" fmla="*/ 4514467 w 5872039"/>
              <a:gd name="csY1032" fmla="*/ 3383091 h 3967305"/>
              <a:gd name="csX1033" fmla="*/ 4510062 w 5872039"/>
              <a:gd name="csY1033" fmla="*/ 3385179 h 3967305"/>
              <a:gd name="csX1034" fmla="*/ 4471041 w 5872039"/>
              <a:gd name="csY1034" fmla="*/ 3406441 h 3967305"/>
              <a:gd name="csX1035" fmla="*/ 4503983 w 5872039"/>
              <a:gd name="csY1035" fmla="*/ 3420119 h 3967305"/>
              <a:gd name="csX1036" fmla="*/ 4548336 w 5872039"/>
              <a:gd name="csY1036" fmla="*/ 3398466 h 3967305"/>
              <a:gd name="csX1037" fmla="*/ 2102152 w 5872039"/>
              <a:gd name="csY1037" fmla="*/ 3382492 h 3967305"/>
              <a:gd name="csX1038" fmla="*/ 2099480 w 5872039"/>
              <a:gd name="csY1038" fmla="*/ 3383747 h 3967305"/>
              <a:gd name="csX1039" fmla="*/ 2055479 w 5872039"/>
              <a:gd name="csY1039" fmla="*/ 3399402 h 3967305"/>
              <a:gd name="csX1040" fmla="*/ 2109686 w 5872039"/>
              <a:gd name="csY1040" fmla="*/ 3451853 h 3967305"/>
              <a:gd name="csX1041" fmla="*/ 2156990 w 5872039"/>
              <a:gd name="csY1041" fmla="*/ 3430034 h 3967305"/>
              <a:gd name="csX1042" fmla="*/ 2114295 w 5872039"/>
              <a:gd name="csY1042" fmla="*/ 3392930 h 3967305"/>
              <a:gd name="csX1043" fmla="*/ 2396955 w 5872039"/>
              <a:gd name="csY1043" fmla="*/ 3378659 h 3967305"/>
              <a:gd name="csX1044" fmla="*/ 2395743 w 5872039"/>
              <a:gd name="csY1044" fmla="*/ 3380123 h 3967305"/>
              <a:gd name="csX1045" fmla="*/ 2362791 w 5872039"/>
              <a:gd name="csY1045" fmla="*/ 3412134 h 3967305"/>
              <a:gd name="csX1046" fmla="*/ 2422618 w 5872039"/>
              <a:gd name="csY1046" fmla="*/ 3453485 h 3967305"/>
              <a:gd name="csX1047" fmla="*/ 2424112 w 5872039"/>
              <a:gd name="csY1047" fmla="*/ 3452093 h 3967305"/>
              <a:gd name="csX1048" fmla="*/ 2454807 w 5872039"/>
              <a:gd name="csY1048" fmla="*/ 3415053 h 3967305"/>
              <a:gd name="csX1049" fmla="*/ 4629438 w 5872039"/>
              <a:gd name="csY1049" fmla="*/ 3377944 h 3967305"/>
              <a:gd name="csX1050" fmla="*/ 4587983 w 5872039"/>
              <a:gd name="csY1050" fmla="*/ 3395662 h 3967305"/>
              <a:gd name="csX1051" fmla="*/ 4583245 w 5872039"/>
              <a:gd name="csY1051" fmla="*/ 3397975 h 3967305"/>
              <a:gd name="csX1052" fmla="*/ 4599597 w 5872039"/>
              <a:gd name="csY1052" fmla="*/ 3405398 h 3967305"/>
              <a:gd name="csX1053" fmla="*/ 4619832 w 5872039"/>
              <a:gd name="csY1053" fmla="*/ 3412238 h 3967305"/>
              <a:gd name="csX1054" fmla="*/ 4662529 w 5872039"/>
              <a:gd name="csY1054" fmla="*/ 3394571 h 3967305"/>
              <a:gd name="csX1055" fmla="*/ 4087346 w 5872039"/>
              <a:gd name="csY1055" fmla="*/ 3377282 h 3967305"/>
              <a:gd name="csX1056" fmla="*/ 4046520 w 5872039"/>
              <a:gd name="csY1056" fmla="*/ 3411088 h 3967305"/>
              <a:gd name="csX1057" fmla="*/ 4057726 w 5872039"/>
              <a:gd name="csY1057" fmla="*/ 3416588 h 3967305"/>
              <a:gd name="csX1058" fmla="*/ 4081271 w 5872039"/>
              <a:gd name="csY1058" fmla="*/ 3426219 h 3967305"/>
              <a:gd name="csX1059" fmla="*/ 4121735 w 5872039"/>
              <a:gd name="csY1059" fmla="*/ 3394995 h 3967305"/>
              <a:gd name="csX1060" fmla="*/ 4745827 w 5872039"/>
              <a:gd name="csY1060" fmla="*/ 3376174 h 3967305"/>
              <a:gd name="csX1061" fmla="*/ 4701285 w 5872039"/>
              <a:gd name="csY1061" fmla="*/ 3394605 h 3967305"/>
              <a:gd name="csX1062" fmla="*/ 4736099 w 5872039"/>
              <a:gd name="csY1062" fmla="*/ 3408342 h 3967305"/>
              <a:gd name="csX1063" fmla="*/ 4779896 w 5872039"/>
              <a:gd name="csY1063" fmla="*/ 3392524 h 3967305"/>
              <a:gd name="csX1064" fmla="*/ 2280463 w 5872039"/>
              <a:gd name="csY1064" fmla="*/ 3373234 h 3967305"/>
              <a:gd name="csX1065" fmla="*/ 2270171 w 5872039"/>
              <a:gd name="csY1065" fmla="*/ 3381099 h 3967305"/>
              <a:gd name="csX1066" fmla="*/ 2240863 w 5872039"/>
              <a:gd name="csY1066" fmla="*/ 3399996 h 3967305"/>
              <a:gd name="csX1067" fmla="*/ 2270836 w 5872039"/>
              <a:gd name="csY1067" fmla="*/ 3423309 h 3967305"/>
              <a:gd name="csX1068" fmla="*/ 2299310 w 5872039"/>
              <a:gd name="csY1068" fmla="*/ 3444775 h 3967305"/>
              <a:gd name="csX1069" fmla="*/ 2339003 w 5872039"/>
              <a:gd name="csY1069" fmla="*/ 3413765 h 3967305"/>
              <a:gd name="csX1070" fmla="*/ 2325694 w 5872039"/>
              <a:gd name="csY1070" fmla="*/ 3404569 h 3967305"/>
              <a:gd name="csX1071" fmla="*/ 2502061 w 5872039"/>
              <a:gd name="csY1071" fmla="*/ 3371138 h 3967305"/>
              <a:gd name="csX1072" fmla="*/ 2476725 w 5872039"/>
              <a:gd name="csY1072" fmla="*/ 3411282 h 3967305"/>
              <a:gd name="csX1073" fmla="*/ 2499454 w 5872039"/>
              <a:gd name="csY1073" fmla="*/ 3425579 h 3967305"/>
              <a:gd name="csX1074" fmla="*/ 2535462 w 5872039"/>
              <a:gd name="csY1074" fmla="*/ 3448049 h 3967305"/>
              <a:gd name="csX1075" fmla="*/ 2540901 w 5872039"/>
              <a:gd name="csY1075" fmla="*/ 3439987 h 3967305"/>
              <a:gd name="csX1076" fmla="*/ 2558697 w 5872039"/>
              <a:gd name="csY1076" fmla="*/ 3403392 h 3967305"/>
              <a:gd name="csX1077" fmla="*/ 3935051 w 5872039"/>
              <a:gd name="csY1077" fmla="*/ 3371099 h 3967305"/>
              <a:gd name="csX1078" fmla="*/ 3895448 w 5872039"/>
              <a:gd name="csY1078" fmla="*/ 3408304 h 3967305"/>
              <a:gd name="csX1079" fmla="*/ 3931026 w 5872039"/>
              <a:gd name="csY1079" fmla="*/ 3424985 h 3967305"/>
              <a:gd name="csX1080" fmla="*/ 3970440 w 5872039"/>
              <a:gd name="csY1080" fmla="*/ 3390161 h 3967305"/>
              <a:gd name="csX1081" fmla="*/ 3958641 w 5872039"/>
              <a:gd name="csY1081" fmla="*/ 3384357 h 3967305"/>
              <a:gd name="csX1082" fmla="*/ 4349886 w 5872039"/>
              <a:gd name="csY1082" fmla="*/ 3370545 h 3967305"/>
              <a:gd name="csX1083" fmla="*/ 4307452 w 5872039"/>
              <a:gd name="csY1083" fmla="*/ 3398490 h 3967305"/>
              <a:gd name="csX1084" fmla="*/ 4343384 w 5872039"/>
              <a:gd name="csY1084" fmla="*/ 3411986 h 3967305"/>
              <a:gd name="csX1085" fmla="*/ 4385150 w 5872039"/>
              <a:gd name="csY1085" fmla="*/ 3386859 h 3967305"/>
              <a:gd name="csX1086" fmla="*/ 4363393 w 5872039"/>
              <a:gd name="csY1086" fmla="*/ 3377821 h 3967305"/>
              <a:gd name="csX1087" fmla="*/ 2897079 w 5872039"/>
              <a:gd name="csY1087" fmla="*/ 3363335 h 3967305"/>
              <a:gd name="csX1088" fmla="*/ 2889986 w 5872039"/>
              <a:gd name="csY1088" fmla="*/ 3418071 h 3967305"/>
              <a:gd name="csX1089" fmla="*/ 2908264 w 5872039"/>
              <a:gd name="csY1089" fmla="*/ 3427687 h 3967305"/>
              <a:gd name="csX1090" fmla="*/ 2944324 w 5872039"/>
              <a:gd name="csY1090" fmla="*/ 3447770 h 3967305"/>
              <a:gd name="csX1091" fmla="*/ 2944703 w 5872039"/>
              <a:gd name="csY1091" fmla="*/ 3443036 h 3967305"/>
              <a:gd name="csX1092" fmla="*/ 2949109 w 5872039"/>
              <a:gd name="csY1092" fmla="*/ 3389185 h 3967305"/>
              <a:gd name="csX1093" fmla="*/ 2752940 w 5872039"/>
              <a:gd name="csY1093" fmla="*/ 3362708 h 3967305"/>
              <a:gd name="csX1094" fmla="*/ 2749267 w 5872039"/>
              <a:gd name="csY1094" fmla="*/ 3377046 h 3967305"/>
              <a:gd name="csX1095" fmla="*/ 2740048 w 5872039"/>
              <a:gd name="csY1095" fmla="*/ 3413243 h 3967305"/>
              <a:gd name="csX1096" fmla="*/ 2795805 w 5872039"/>
              <a:gd name="csY1096" fmla="*/ 3444493 h 3967305"/>
              <a:gd name="csX1097" fmla="*/ 2804793 w 5872039"/>
              <a:gd name="csY1097" fmla="*/ 3396080 h 3967305"/>
              <a:gd name="csX1098" fmla="*/ 2805829 w 5872039"/>
              <a:gd name="csY1098" fmla="*/ 3390539 h 3967305"/>
              <a:gd name="csX1099" fmla="*/ 4461863 w 5872039"/>
              <a:gd name="csY1099" fmla="*/ 3359209 h 3967305"/>
              <a:gd name="csX1100" fmla="*/ 4433794 w 5872039"/>
              <a:gd name="csY1100" fmla="*/ 3374825 h 3967305"/>
              <a:gd name="csX1101" fmla="*/ 4417912 w 5872039"/>
              <a:gd name="csY1101" fmla="*/ 3384381 h 3967305"/>
              <a:gd name="csX1102" fmla="*/ 4453452 w 5872039"/>
              <a:gd name="csY1102" fmla="*/ 3399138 h 3967305"/>
              <a:gd name="csX1103" fmla="*/ 4497249 w 5872039"/>
              <a:gd name="csY1103" fmla="*/ 3375274 h 3967305"/>
              <a:gd name="csX1104" fmla="*/ 4193279 w 5872039"/>
              <a:gd name="csY1104" fmla="*/ 3358553 h 3967305"/>
              <a:gd name="csX1105" fmla="*/ 4150037 w 5872039"/>
              <a:gd name="csY1105" fmla="*/ 3391926 h 3967305"/>
              <a:gd name="csX1106" fmla="*/ 4185217 w 5872039"/>
              <a:gd name="csY1106" fmla="*/ 3407513 h 3967305"/>
              <a:gd name="csX1107" fmla="*/ 4228593 w 5872039"/>
              <a:gd name="csY1107" fmla="*/ 3376492 h 3967305"/>
              <a:gd name="csX1108" fmla="*/ 3034934 w 5872039"/>
              <a:gd name="csY1108" fmla="*/ 3356743 h 3967305"/>
              <a:gd name="csX1109" fmla="*/ 3034132 w 5872039"/>
              <a:gd name="csY1109" fmla="*/ 3364381 h 3967305"/>
              <a:gd name="csX1110" fmla="*/ 3031992 w 5872039"/>
              <a:gd name="csY1110" fmla="*/ 3416460 h 3967305"/>
              <a:gd name="csX1111" fmla="*/ 3074441 w 5872039"/>
              <a:gd name="csY1111" fmla="*/ 3439620 h 3967305"/>
              <a:gd name="csX1112" fmla="*/ 3085757 w 5872039"/>
              <a:gd name="csY1112" fmla="*/ 3445602 h 3967305"/>
              <a:gd name="csX1113" fmla="*/ 3086147 w 5872039"/>
              <a:gd name="csY1113" fmla="*/ 3383802 h 3967305"/>
              <a:gd name="csX1114" fmla="*/ 3041740 w 5872039"/>
              <a:gd name="csY1114" fmla="*/ 3359934 h 3967305"/>
              <a:gd name="csX1115" fmla="*/ 2157713 w 5872039"/>
              <a:gd name="csY1115" fmla="*/ 3355291 h 3967305"/>
              <a:gd name="csX1116" fmla="*/ 2134930 w 5872039"/>
              <a:gd name="csY1116" fmla="*/ 3367089 h 3967305"/>
              <a:gd name="csX1117" fmla="*/ 2116881 w 5872039"/>
              <a:gd name="csY1117" fmla="*/ 3375570 h 3967305"/>
              <a:gd name="csX1118" fmla="*/ 2124066 w 5872039"/>
              <a:gd name="csY1118" fmla="*/ 3381745 h 3967305"/>
              <a:gd name="csX1119" fmla="*/ 2171773 w 5872039"/>
              <a:gd name="csY1119" fmla="*/ 3423215 h 3967305"/>
              <a:gd name="csX1120" fmla="*/ 2176255 w 5872039"/>
              <a:gd name="csY1120" fmla="*/ 3421147 h 3967305"/>
              <a:gd name="csX1121" fmla="*/ 2210344 w 5872039"/>
              <a:gd name="csY1121" fmla="*/ 3401980 h 3967305"/>
              <a:gd name="csX1122" fmla="*/ 2215045 w 5872039"/>
              <a:gd name="csY1122" fmla="*/ 3398947 h 3967305"/>
              <a:gd name="csX1123" fmla="*/ 2599132 w 5872039"/>
              <a:gd name="csY1123" fmla="*/ 3354115 h 3967305"/>
              <a:gd name="csX1124" fmla="*/ 2578106 w 5872039"/>
              <a:gd name="csY1124" fmla="*/ 3397297 h 3967305"/>
              <a:gd name="csX1125" fmla="*/ 2592180 w 5872039"/>
              <a:gd name="csY1125" fmla="*/ 3405313 h 3967305"/>
              <a:gd name="csX1126" fmla="*/ 2636243 w 5872039"/>
              <a:gd name="csY1126" fmla="*/ 3431223 h 3967305"/>
              <a:gd name="csX1127" fmla="*/ 2643442 w 5872039"/>
              <a:gd name="csY1127" fmla="*/ 3413693 h 3967305"/>
              <a:gd name="csX1128" fmla="*/ 2653827 w 5872039"/>
              <a:gd name="csY1128" fmla="*/ 3383194 h 3967305"/>
              <a:gd name="csX1129" fmla="*/ 4578900 w 5872039"/>
              <a:gd name="csY1129" fmla="*/ 3352551 h 3967305"/>
              <a:gd name="csX1130" fmla="*/ 4532070 w 5872039"/>
              <a:gd name="csY1130" fmla="*/ 3374747 h 3967305"/>
              <a:gd name="csX1131" fmla="*/ 4565676 w 5872039"/>
              <a:gd name="csY1131" fmla="*/ 3390001 h 3967305"/>
              <a:gd name="csX1132" fmla="*/ 4582139 w 5872039"/>
              <a:gd name="csY1132" fmla="*/ 3381964 h 3967305"/>
              <a:gd name="csX1133" fmla="*/ 4612030 w 5872039"/>
              <a:gd name="csY1133" fmla="*/ 3369197 h 3967305"/>
              <a:gd name="csX1134" fmla="*/ 4037231 w 5872039"/>
              <a:gd name="csY1134" fmla="*/ 3351051 h 3967305"/>
              <a:gd name="csX1135" fmla="*/ 3996865 w 5872039"/>
              <a:gd name="csY1135" fmla="*/ 3386715 h 3967305"/>
              <a:gd name="csX1136" fmla="*/ 4031832 w 5872039"/>
              <a:gd name="csY1136" fmla="*/ 3403878 h 3967305"/>
              <a:gd name="csX1137" fmla="*/ 4072927 w 5872039"/>
              <a:gd name="csY1137" fmla="*/ 3369856 h 3967305"/>
              <a:gd name="csX1138" fmla="*/ 4043978 w 5872039"/>
              <a:gd name="csY1138" fmla="*/ 3354946 h 3967305"/>
              <a:gd name="csX1139" fmla="*/ 4694122 w 5872039"/>
              <a:gd name="csY1139" fmla="*/ 3350300 h 3967305"/>
              <a:gd name="csX1140" fmla="*/ 4647285 w 5872039"/>
              <a:gd name="csY1140" fmla="*/ 3370317 h 3967305"/>
              <a:gd name="csX1141" fmla="*/ 4674939 w 5872039"/>
              <a:gd name="csY1141" fmla="*/ 3384210 h 3967305"/>
              <a:gd name="csX1142" fmla="*/ 4681404 w 5872039"/>
              <a:gd name="csY1142" fmla="*/ 3386761 h 3967305"/>
              <a:gd name="csX1143" fmla="*/ 4727845 w 5872039"/>
              <a:gd name="csY1143" fmla="*/ 3367545 h 3967305"/>
              <a:gd name="csX1144" fmla="*/ 4707040 w 5872039"/>
              <a:gd name="csY1144" fmla="*/ 3357561 h 3967305"/>
              <a:gd name="csX1145" fmla="*/ 4300704 w 5872039"/>
              <a:gd name="csY1145" fmla="*/ 3344049 h 3967305"/>
              <a:gd name="csX1146" fmla="*/ 4284699 w 5872039"/>
              <a:gd name="csY1146" fmla="*/ 3354575 h 3967305"/>
              <a:gd name="csX1147" fmla="*/ 4257077 w 5872039"/>
              <a:gd name="csY1147" fmla="*/ 3374331 h 3967305"/>
              <a:gd name="csX1148" fmla="*/ 4290986 w 5872039"/>
              <a:gd name="csY1148" fmla="*/ 3391558 h 3967305"/>
              <a:gd name="csX1149" fmla="*/ 4335043 w 5872039"/>
              <a:gd name="csY1149" fmla="*/ 3362548 h 3967305"/>
              <a:gd name="csX1150" fmla="*/ 3885031 w 5872039"/>
              <a:gd name="csY1150" fmla="*/ 3342987 h 3967305"/>
              <a:gd name="csX1151" fmla="*/ 3845719 w 5872039"/>
              <a:gd name="csY1151" fmla="*/ 3382110 h 3967305"/>
              <a:gd name="csX1152" fmla="*/ 3880995 w 5872039"/>
              <a:gd name="csY1152" fmla="*/ 3401472 h 3967305"/>
              <a:gd name="csX1153" fmla="*/ 3921458 w 5872039"/>
              <a:gd name="csY1153" fmla="*/ 3363460 h 3967305"/>
              <a:gd name="csX1154" fmla="*/ 2326544 w 5872039"/>
              <a:gd name="csY1154" fmla="*/ 3336200 h 3967305"/>
              <a:gd name="csX1155" fmla="*/ 2313692 w 5872039"/>
              <a:gd name="csY1155" fmla="*/ 3347839 h 3967305"/>
              <a:gd name="csX1156" fmla="*/ 2292870 w 5872039"/>
              <a:gd name="csY1156" fmla="*/ 3363751 h 3967305"/>
              <a:gd name="csX1157" fmla="*/ 2334157 w 5872039"/>
              <a:gd name="csY1157" fmla="*/ 3392343 h 3967305"/>
              <a:gd name="csX1158" fmla="*/ 2350372 w 5872039"/>
              <a:gd name="csY1158" fmla="*/ 3403551 h 3967305"/>
              <a:gd name="csX1159" fmla="*/ 2384187 w 5872039"/>
              <a:gd name="csY1159" fmla="*/ 3370781 h 3967305"/>
              <a:gd name="csX1160" fmla="*/ 2434287 w 5872039"/>
              <a:gd name="csY1160" fmla="*/ 3333516 h 3967305"/>
              <a:gd name="csX1161" fmla="*/ 2406504 w 5872039"/>
              <a:gd name="csY1161" fmla="*/ 3367111 h 3967305"/>
              <a:gd name="csX1162" fmla="*/ 2464163 w 5872039"/>
              <a:gd name="csY1162" fmla="*/ 3403380 h 3967305"/>
              <a:gd name="csX1163" fmla="*/ 2489146 w 5872039"/>
              <a:gd name="csY1163" fmla="*/ 3363783 h 3967305"/>
              <a:gd name="csX1164" fmla="*/ 2453324 w 5872039"/>
              <a:gd name="csY1164" fmla="*/ 3343383 h 3967305"/>
              <a:gd name="csX1165" fmla="*/ 4410822 w 5872039"/>
              <a:gd name="csY1165" fmla="*/ 3333089 h 3967305"/>
              <a:gd name="csX1166" fmla="*/ 4364206 w 5872039"/>
              <a:gd name="csY1166" fmla="*/ 3361393 h 3967305"/>
              <a:gd name="csX1167" fmla="*/ 4369773 w 5872039"/>
              <a:gd name="csY1167" fmla="*/ 3364393 h 3967305"/>
              <a:gd name="csX1168" fmla="*/ 4400965 w 5872039"/>
              <a:gd name="csY1168" fmla="*/ 3377344 h 3967305"/>
              <a:gd name="csX1169" fmla="*/ 4426905 w 5872039"/>
              <a:gd name="csY1169" fmla="*/ 3361738 h 3967305"/>
              <a:gd name="csX1170" fmla="*/ 4445121 w 5872039"/>
              <a:gd name="csY1170" fmla="*/ 3351608 h 3967305"/>
              <a:gd name="csX1171" fmla="*/ 4436058 w 5872039"/>
              <a:gd name="csY1171" fmla="*/ 3347494 h 3967305"/>
              <a:gd name="csX1172" fmla="*/ 4141781 w 5872039"/>
              <a:gd name="csY1172" fmla="*/ 3332394 h 3967305"/>
              <a:gd name="csX1173" fmla="*/ 4139116 w 5872039"/>
              <a:gd name="csY1173" fmla="*/ 3334413 h 3967305"/>
              <a:gd name="csX1174" fmla="*/ 4099761 w 5872039"/>
              <a:gd name="csY1174" fmla="*/ 3367002 h 3967305"/>
              <a:gd name="csX1175" fmla="*/ 4134687 w 5872039"/>
              <a:gd name="csY1175" fmla="*/ 3385000 h 3967305"/>
              <a:gd name="csX1176" fmla="*/ 4178614 w 5872039"/>
              <a:gd name="csY1176" fmla="*/ 3351104 h 3967305"/>
              <a:gd name="csX1177" fmla="*/ 2832043 w 5872039"/>
              <a:gd name="csY1177" fmla="*/ 3331023 h 3967305"/>
              <a:gd name="csX1178" fmla="*/ 2822429 w 5872039"/>
              <a:gd name="csY1178" fmla="*/ 3382531 h 3967305"/>
              <a:gd name="csX1179" fmla="*/ 2875900 w 5872039"/>
              <a:gd name="csY1179" fmla="*/ 3410661 h 3967305"/>
              <a:gd name="csX1180" fmla="*/ 2882973 w 5872039"/>
              <a:gd name="csY1180" fmla="*/ 3356326 h 3967305"/>
              <a:gd name="csX1181" fmla="*/ 2687295 w 5872039"/>
              <a:gd name="csY1181" fmla="*/ 3330983 h 3967305"/>
              <a:gd name="csX1182" fmla="*/ 2678552 w 5872039"/>
              <a:gd name="csY1182" fmla="*/ 3356517 h 3967305"/>
              <a:gd name="csX1183" fmla="*/ 2671918 w 5872039"/>
              <a:gd name="csY1183" fmla="*/ 3375986 h 3967305"/>
              <a:gd name="csX1184" fmla="*/ 2704082 w 5872039"/>
              <a:gd name="csY1184" fmla="*/ 3393086 h 3967305"/>
              <a:gd name="csX1185" fmla="*/ 2726636 w 5872039"/>
              <a:gd name="csY1185" fmla="*/ 3405726 h 3967305"/>
              <a:gd name="csX1186" fmla="*/ 2734825 w 5872039"/>
              <a:gd name="csY1186" fmla="*/ 3373575 h 3967305"/>
              <a:gd name="csX1187" fmla="*/ 2739430 w 5872039"/>
              <a:gd name="csY1187" fmla="*/ 3355599 h 3967305"/>
              <a:gd name="csX1188" fmla="*/ 2730357 w 5872039"/>
              <a:gd name="csY1188" fmla="*/ 3350825 h 3967305"/>
              <a:gd name="csX1189" fmla="*/ 2970448 w 5872039"/>
              <a:gd name="csY1189" fmla="*/ 3326510 h 3967305"/>
              <a:gd name="csX1190" fmla="*/ 2967431 w 5872039"/>
              <a:gd name="csY1190" fmla="*/ 3346862 h 3967305"/>
              <a:gd name="csX1191" fmla="*/ 2964700 w 5872039"/>
              <a:gd name="csY1191" fmla="*/ 3380415 h 3967305"/>
              <a:gd name="csX1192" fmla="*/ 2978392 w 5872039"/>
              <a:gd name="csY1192" fmla="*/ 3387217 h 3967305"/>
              <a:gd name="csX1193" fmla="*/ 3017383 w 5872039"/>
              <a:gd name="csY1193" fmla="*/ 3408490 h 3967305"/>
              <a:gd name="csX1194" fmla="*/ 3019283 w 5872039"/>
              <a:gd name="csY1194" fmla="*/ 3362380 h 3967305"/>
              <a:gd name="csX1195" fmla="*/ 3020593 w 5872039"/>
              <a:gd name="csY1195" fmla="*/ 3350020 h 3967305"/>
              <a:gd name="csX1196" fmla="*/ 2211095 w 5872039"/>
              <a:gd name="csY1196" fmla="*/ 3325886 h 3967305"/>
              <a:gd name="csX1197" fmla="*/ 2184412 w 5872039"/>
              <a:gd name="csY1197" fmla="*/ 3341465 h 3967305"/>
              <a:gd name="csX1198" fmla="*/ 2172299 w 5872039"/>
              <a:gd name="csY1198" fmla="*/ 3347738 h 3967305"/>
              <a:gd name="csX1199" fmla="*/ 2228309 w 5872039"/>
              <a:gd name="csY1199" fmla="*/ 3390389 h 3967305"/>
              <a:gd name="csX1200" fmla="*/ 2261589 w 5872039"/>
              <a:gd name="csY1200" fmla="*/ 3368915 h 3967305"/>
              <a:gd name="csX1201" fmla="*/ 2267597 w 5872039"/>
              <a:gd name="csY1201" fmla="*/ 3364320 h 3967305"/>
              <a:gd name="csX1202" fmla="*/ 2254905 w 5872039"/>
              <a:gd name="csY1202" fmla="*/ 3355528 h 3967305"/>
              <a:gd name="csX1203" fmla="*/ 2035911 w 5872039"/>
              <a:gd name="csY1203" fmla="*/ 3325560 h 3967305"/>
              <a:gd name="csX1204" fmla="*/ 2015711 w 5872039"/>
              <a:gd name="csY1204" fmla="*/ 3333266 h 3967305"/>
              <a:gd name="csX1205" fmla="*/ 1993660 w 5872039"/>
              <a:gd name="csY1205" fmla="*/ 3340121 h 3967305"/>
              <a:gd name="csX1206" fmla="*/ 2041205 w 5872039"/>
              <a:gd name="csY1206" fmla="*/ 3385589 h 3967305"/>
              <a:gd name="csX1207" fmla="*/ 2043602 w 5872039"/>
              <a:gd name="csY1207" fmla="*/ 3387908 h 3967305"/>
              <a:gd name="csX1208" fmla="*/ 2089481 w 5872039"/>
              <a:gd name="csY1208" fmla="*/ 3371602 h 3967305"/>
              <a:gd name="csX1209" fmla="*/ 4523692 w 5872039"/>
              <a:gd name="csY1209" fmla="*/ 3324811 h 3967305"/>
              <a:gd name="csX1210" fmla="*/ 4478027 w 5872039"/>
              <a:gd name="csY1210" fmla="*/ 3350216 h 3967305"/>
              <a:gd name="csX1211" fmla="*/ 4514366 w 5872039"/>
              <a:gd name="csY1211" fmla="*/ 3366711 h 3967305"/>
              <a:gd name="csX1212" fmla="*/ 4562089 w 5872039"/>
              <a:gd name="csY1212" fmla="*/ 3344104 h 3967305"/>
              <a:gd name="csX1213" fmla="*/ 3987158 w 5872039"/>
              <a:gd name="csY1213" fmla="*/ 3322148 h 3967305"/>
              <a:gd name="csX1214" fmla="*/ 3946386 w 5872039"/>
              <a:gd name="csY1214" fmla="*/ 3360451 h 3967305"/>
              <a:gd name="csX1215" fmla="*/ 3967220 w 5872039"/>
              <a:gd name="csY1215" fmla="*/ 3372164 h 3967305"/>
              <a:gd name="csX1216" fmla="*/ 3982384 w 5872039"/>
              <a:gd name="csY1216" fmla="*/ 3379607 h 3967305"/>
              <a:gd name="csX1217" fmla="*/ 4023605 w 5872039"/>
              <a:gd name="csY1217" fmla="*/ 3343186 h 3967305"/>
              <a:gd name="csX1218" fmla="*/ 4643579 w 5872039"/>
              <a:gd name="csY1218" fmla="*/ 3321894 h 3967305"/>
              <a:gd name="csX1219" fmla="*/ 4595890 w 5872039"/>
              <a:gd name="csY1219" fmla="*/ 3344498 h 3967305"/>
              <a:gd name="csX1220" fmla="*/ 4629879 w 5872039"/>
              <a:gd name="csY1220" fmla="*/ 3361573 h 3967305"/>
              <a:gd name="csX1221" fmla="*/ 4677779 w 5872039"/>
              <a:gd name="csY1221" fmla="*/ 3341115 h 3967305"/>
              <a:gd name="csX1222" fmla="*/ 2533734 w 5872039"/>
              <a:gd name="csY1222" fmla="*/ 3320954 h 3967305"/>
              <a:gd name="csX1223" fmla="*/ 2510023 w 5872039"/>
              <a:gd name="csY1223" fmla="*/ 3358523 h 3967305"/>
              <a:gd name="csX1224" fmla="*/ 2565228 w 5872039"/>
              <a:gd name="csY1224" fmla="*/ 3389963 h 3967305"/>
              <a:gd name="csX1225" fmla="*/ 2586045 w 5872039"/>
              <a:gd name="csY1225" fmla="*/ 3347157 h 3967305"/>
              <a:gd name="csX1226" fmla="*/ 2583805 w 5872039"/>
              <a:gd name="csY1226" fmla="*/ 3345966 h 3967305"/>
              <a:gd name="csX1227" fmla="*/ 4250401 w 5872039"/>
              <a:gd name="csY1227" fmla="*/ 3316950 h 3967305"/>
              <a:gd name="csX1228" fmla="*/ 4211539 w 5872039"/>
              <a:gd name="csY1228" fmla="*/ 3344461 h 3967305"/>
              <a:gd name="csX1229" fmla="*/ 4206276 w 5872039"/>
              <a:gd name="csY1229" fmla="*/ 3348523 h 3967305"/>
              <a:gd name="csX1230" fmla="*/ 4242190 w 5872039"/>
              <a:gd name="csY1230" fmla="*/ 3366768 h 3967305"/>
              <a:gd name="csX1231" fmla="*/ 4276934 w 5872039"/>
              <a:gd name="csY1231" fmla="*/ 3341920 h 3967305"/>
              <a:gd name="csX1232" fmla="*/ 4285860 w 5872039"/>
              <a:gd name="csY1232" fmla="*/ 3336053 h 3967305"/>
              <a:gd name="csX1233" fmla="*/ 3105361 w 5872039"/>
              <a:gd name="csY1233" fmla="*/ 3316459 h 3967305"/>
              <a:gd name="csX1234" fmla="*/ 3101369 w 5872039"/>
              <a:gd name="csY1234" fmla="*/ 3375022 h 3967305"/>
              <a:gd name="csX1235" fmla="*/ 3182477 w 5872039"/>
              <a:gd name="csY1235" fmla="*/ 3418610 h 3967305"/>
              <a:gd name="csX1236" fmla="*/ 3575215 w 5872039"/>
              <a:gd name="csY1236" fmla="*/ 3602531 h 3967305"/>
              <a:gd name="csX1237" fmla="*/ 3594905 w 5872039"/>
              <a:gd name="csY1237" fmla="*/ 3607208 h 3967305"/>
              <a:gd name="csX1238" fmla="*/ 3629548 w 5872039"/>
              <a:gd name="csY1238" fmla="*/ 3576243 h 3967305"/>
              <a:gd name="csX1239" fmla="*/ 3525958 w 5872039"/>
              <a:gd name="csY1239" fmla="*/ 3535062 h 3967305"/>
              <a:gd name="csX1240" fmla="*/ 3280422 w 5872039"/>
              <a:gd name="csY1240" fmla="*/ 3408894 h 3967305"/>
              <a:gd name="csX1241" fmla="*/ 3112162 w 5872039"/>
              <a:gd name="csY1241" fmla="*/ 3319465 h 3967305"/>
              <a:gd name="csX1242" fmla="*/ 5819570 w 5872039"/>
              <a:gd name="csY1242" fmla="*/ 3307482 h 3967305"/>
              <a:gd name="csX1243" fmla="*/ 5681176 w 5872039"/>
              <a:gd name="csY1243" fmla="*/ 3312177 h 3967305"/>
              <a:gd name="csX1244" fmla="*/ 5178826 w 5872039"/>
              <a:gd name="csY1244" fmla="*/ 3344318 h 3967305"/>
              <a:gd name="csX1245" fmla="*/ 4948209 w 5872039"/>
              <a:gd name="csY1245" fmla="*/ 3395417 h 3967305"/>
              <a:gd name="csX1246" fmla="*/ 4873156 w 5872039"/>
              <a:gd name="csY1246" fmla="*/ 3418616 h 3967305"/>
              <a:gd name="csX1247" fmla="*/ 4905759 w 5872039"/>
              <a:gd name="csY1247" fmla="*/ 3431843 h 3967305"/>
              <a:gd name="csX1248" fmla="*/ 5027987 w 5872039"/>
              <a:gd name="csY1248" fmla="*/ 3400315 h 3967305"/>
              <a:gd name="csX1249" fmla="*/ 5240518 w 5872039"/>
              <a:gd name="csY1249" fmla="*/ 3359561 h 3967305"/>
              <a:gd name="csX1250" fmla="*/ 5673140 w 5872039"/>
              <a:gd name="csY1250" fmla="*/ 3325952 h 3967305"/>
              <a:gd name="csX1251" fmla="*/ 5835597 w 5872039"/>
              <a:gd name="csY1251" fmla="*/ 3317626 h 3967305"/>
              <a:gd name="csX1252" fmla="*/ 5849907 w 5872039"/>
              <a:gd name="csY1252" fmla="*/ 3316368 h 3967305"/>
              <a:gd name="csX1253" fmla="*/ 4360793 w 5872039"/>
              <a:gd name="csY1253" fmla="*/ 3304532 h 3967305"/>
              <a:gd name="csX1254" fmla="*/ 4314808 w 5872039"/>
              <a:gd name="csY1254" fmla="*/ 3334774 h 3967305"/>
              <a:gd name="csX1255" fmla="*/ 4349133 w 5872039"/>
              <a:gd name="csY1255" fmla="*/ 3353270 h 3967305"/>
              <a:gd name="csX1256" fmla="*/ 4351385 w 5872039"/>
              <a:gd name="csY1256" fmla="*/ 3351787 h 3967305"/>
              <a:gd name="csX1257" fmla="*/ 4396073 w 5872039"/>
              <a:gd name="csY1257" fmla="*/ 3324670 h 3967305"/>
              <a:gd name="csX1258" fmla="*/ 4092450 w 5872039"/>
              <a:gd name="csY1258" fmla="*/ 3304171 h 3967305"/>
              <a:gd name="csX1259" fmla="*/ 4067517 w 5872039"/>
              <a:gd name="csY1259" fmla="*/ 3324293 h 3967305"/>
              <a:gd name="csX1260" fmla="*/ 4048943 w 5872039"/>
              <a:gd name="csY1260" fmla="*/ 3340703 h 3967305"/>
              <a:gd name="csX1261" fmla="*/ 4050749 w 5872039"/>
              <a:gd name="csY1261" fmla="*/ 3341745 h 3967305"/>
              <a:gd name="csX1262" fmla="*/ 4085347 w 5872039"/>
              <a:gd name="csY1262" fmla="*/ 3359574 h 3967305"/>
              <a:gd name="csX1263" fmla="*/ 4127276 w 5872039"/>
              <a:gd name="csY1263" fmla="*/ 3324860 h 3967305"/>
              <a:gd name="csX1264" fmla="*/ 2089908 w 5872039"/>
              <a:gd name="csY1264" fmla="*/ 3303661 h 3967305"/>
              <a:gd name="csX1265" fmla="*/ 2051937 w 5872039"/>
              <a:gd name="csY1265" fmla="*/ 3319411 h 3967305"/>
              <a:gd name="csX1266" fmla="*/ 2051660 w 5872039"/>
              <a:gd name="csY1266" fmla="*/ 3319521 h 3967305"/>
              <a:gd name="csX1267" fmla="*/ 2104548 w 5872039"/>
              <a:gd name="csY1267" fmla="*/ 3364971 h 3967305"/>
              <a:gd name="csX1268" fmla="*/ 2128443 w 5872039"/>
              <a:gd name="csY1268" fmla="*/ 3353741 h 3967305"/>
              <a:gd name="csX1269" fmla="*/ 2144652 w 5872039"/>
              <a:gd name="csY1269" fmla="*/ 3345346 h 3967305"/>
              <a:gd name="csX1270" fmla="*/ 2768657 w 5872039"/>
              <a:gd name="csY1270" fmla="*/ 3302246 h 3967305"/>
              <a:gd name="csX1271" fmla="*/ 2767674 w 5872039"/>
              <a:gd name="csY1271" fmla="*/ 3305192 h 3967305"/>
              <a:gd name="csX1272" fmla="*/ 2756718 w 5872039"/>
              <a:gd name="csY1272" fmla="*/ 3347962 h 3967305"/>
              <a:gd name="csX1273" fmla="*/ 2808678 w 5872039"/>
              <a:gd name="csY1273" fmla="*/ 3375297 h 3967305"/>
              <a:gd name="csX1274" fmla="*/ 2818235 w 5872039"/>
              <a:gd name="csY1274" fmla="*/ 3324163 h 3967305"/>
              <a:gd name="csX1275" fmla="*/ 2800256 w 5872039"/>
              <a:gd name="csY1275" fmla="*/ 3315230 h 3967305"/>
              <a:gd name="csX1276" fmla="*/ 2624772 w 5872039"/>
              <a:gd name="csY1276" fmla="*/ 3302173 h 3967305"/>
              <a:gd name="csX1277" fmla="*/ 2607542 w 5872039"/>
              <a:gd name="csY1277" fmla="*/ 3336843 h 3967305"/>
              <a:gd name="csX1278" fmla="*/ 2605640 w 5872039"/>
              <a:gd name="csY1278" fmla="*/ 3340751 h 3967305"/>
              <a:gd name="csX1279" fmla="*/ 2658678 w 5872039"/>
              <a:gd name="csY1279" fmla="*/ 3368948 h 3967305"/>
              <a:gd name="csX1280" fmla="*/ 2664483 w 5872039"/>
              <a:gd name="csY1280" fmla="*/ 3351899 h 3967305"/>
              <a:gd name="csX1281" fmla="*/ 2673783 w 5872039"/>
              <a:gd name="csY1281" fmla="*/ 3324757 h 3967305"/>
              <a:gd name="csX1282" fmla="*/ 2367649 w 5872039"/>
              <a:gd name="csY1282" fmla="*/ 3298976 h 3967305"/>
              <a:gd name="csX1283" fmla="*/ 2338051 w 5872039"/>
              <a:gd name="csY1283" fmla="*/ 3325779 h 3967305"/>
              <a:gd name="csX1284" fmla="*/ 2393784 w 5872039"/>
              <a:gd name="csY1284" fmla="*/ 3359213 h 3967305"/>
              <a:gd name="csX1285" fmla="*/ 2420784 w 5872039"/>
              <a:gd name="csY1285" fmla="*/ 3326517 h 3967305"/>
              <a:gd name="csX1286" fmla="*/ 2908083 w 5872039"/>
              <a:gd name="csY1286" fmla="*/ 3297271 h 3967305"/>
              <a:gd name="csX1287" fmla="*/ 2901079 w 5872039"/>
              <a:gd name="csY1287" fmla="*/ 3332459 h 3967305"/>
              <a:gd name="csX1288" fmla="*/ 2899089 w 5872039"/>
              <a:gd name="csY1288" fmla="*/ 3347819 h 3967305"/>
              <a:gd name="csX1289" fmla="*/ 2950407 w 5872039"/>
              <a:gd name="csY1289" fmla="*/ 3373314 h 3967305"/>
              <a:gd name="csX1290" fmla="*/ 2952585 w 5872039"/>
              <a:gd name="csY1290" fmla="*/ 3346687 h 3967305"/>
              <a:gd name="csX1291" fmla="*/ 2956564 w 5872039"/>
              <a:gd name="csY1291" fmla="*/ 3320000 h 3967305"/>
              <a:gd name="csX1292" fmla="*/ 4473774 w 5872039"/>
              <a:gd name="csY1292" fmla="*/ 3296155 h 3967305"/>
              <a:gd name="csX1293" fmla="*/ 4461549 w 5872039"/>
              <a:gd name="csY1293" fmla="*/ 3302289 h 3967305"/>
              <a:gd name="csX1294" fmla="*/ 4425367 w 5872039"/>
              <a:gd name="csY1294" fmla="*/ 3324258 h 3967305"/>
              <a:gd name="csX1295" fmla="*/ 4442918 w 5872039"/>
              <a:gd name="csY1295" fmla="*/ 3334280 h 3967305"/>
              <a:gd name="csX1296" fmla="*/ 4461287 w 5872039"/>
              <a:gd name="csY1296" fmla="*/ 3342618 h 3967305"/>
              <a:gd name="csX1297" fmla="*/ 4507826 w 5872039"/>
              <a:gd name="csY1297" fmla="*/ 3316739 h 3967305"/>
              <a:gd name="csX1298" fmla="*/ 2258915 w 5872039"/>
              <a:gd name="csY1298" fmla="*/ 3295628 h 3967305"/>
              <a:gd name="csX1299" fmla="*/ 2226996 w 5872039"/>
              <a:gd name="csY1299" fmla="*/ 3316602 h 3967305"/>
              <a:gd name="csX1300" fmla="*/ 2225321 w 5872039"/>
              <a:gd name="csY1300" fmla="*/ 3317580 h 3967305"/>
              <a:gd name="csX1301" fmla="*/ 2263196 w 5872039"/>
              <a:gd name="csY1301" fmla="*/ 3343201 h 3967305"/>
              <a:gd name="csX1302" fmla="*/ 2279998 w 5872039"/>
              <a:gd name="csY1302" fmla="*/ 3354837 h 3967305"/>
              <a:gd name="csX1303" fmla="*/ 2304382 w 5872039"/>
              <a:gd name="csY1303" fmla="*/ 3336190 h 3967305"/>
              <a:gd name="csX1304" fmla="*/ 2313206 w 5872039"/>
              <a:gd name="csY1304" fmla="*/ 3328198 h 3967305"/>
              <a:gd name="csX1305" fmla="*/ 3936485 w 5872039"/>
              <a:gd name="csY1305" fmla="*/ 3292899 h 3967305"/>
              <a:gd name="csX1306" fmla="*/ 3924115 w 5872039"/>
              <a:gd name="csY1306" fmla="*/ 3304091 h 3967305"/>
              <a:gd name="csX1307" fmla="*/ 3895968 w 5872039"/>
              <a:gd name="csY1307" fmla="*/ 3332103 h 3967305"/>
              <a:gd name="csX1308" fmla="*/ 3932796 w 5872039"/>
              <a:gd name="csY1308" fmla="*/ 3352809 h 3967305"/>
              <a:gd name="csX1309" fmla="*/ 3973702 w 5872039"/>
              <a:gd name="csY1309" fmla="*/ 3314381 h 3967305"/>
              <a:gd name="csX1310" fmla="*/ 4591305 w 5872039"/>
              <a:gd name="csY1310" fmla="*/ 3292515 h 3967305"/>
              <a:gd name="csX1311" fmla="*/ 4539829 w 5872039"/>
              <a:gd name="csY1311" fmla="*/ 3316335 h 3967305"/>
              <a:gd name="csX1312" fmla="*/ 4579082 w 5872039"/>
              <a:gd name="csY1312" fmla="*/ 3336054 h 3967305"/>
              <a:gd name="csX1313" fmla="*/ 4627752 w 5872039"/>
              <a:gd name="csY1313" fmla="*/ 3312999 h 3967305"/>
              <a:gd name="csX1314" fmla="*/ 2469202 w 5872039"/>
              <a:gd name="csY1314" fmla="*/ 3291567 h 3967305"/>
              <a:gd name="csX1315" fmla="*/ 2461360 w 5872039"/>
              <a:gd name="csY1315" fmla="*/ 3300778 h 3967305"/>
              <a:gd name="csX1316" fmla="*/ 2443998 w 5872039"/>
              <a:gd name="csY1316" fmla="*/ 3321773 h 3967305"/>
              <a:gd name="csX1317" fmla="*/ 2460612 w 5872039"/>
              <a:gd name="csY1317" fmla="*/ 3330383 h 3967305"/>
              <a:gd name="csX1318" fmla="*/ 2497106 w 5872039"/>
              <a:gd name="csY1318" fmla="*/ 3351167 h 3967305"/>
              <a:gd name="csX1319" fmla="*/ 2520378 w 5872039"/>
              <a:gd name="csY1319" fmla="*/ 3314282 h 3967305"/>
              <a:gd name="csX1320" fmla="*/ 2517340 w 5872039"/>
              <a:gd name="csY1320" fmla="*/ 3312764 h 3967305"/>
              <a:gd name="csX1321" fmla="*/ 4199683 w 5872039"/>
              <a:gd name="csY1321" fmla="*/ 3288519 h 3967305"/>
              <a:gd name="csX1322" fmla="*/ 4154924 w 5872039"/>
              <a:gd name="csY1322" fmla="*/ 3322435 h 3967305"/>
              <a:gd name="csX1323" fmla="*/ 4191613 w 5872039"/>
              <a:gd name="csY1323" fmla="*/ 3341074 h 3967305"/>
              <a:gd name="csX1324" fmla="*/ 4203313 w 5872039"/>
              <a:gd name="csY1324" fmla="*/ 3332046 h 3967305"/>
              <a:gd name="csX1325" fmla="*/ 4235783 w 5872039"/>
              <a:gd name="csY1325" fmla="*/ 3309075 h 3967305"/>
              <a:gd name="csX1326" fmla="*/ 4214641 w 5872039"/>
              <a:gd name="csY1326" fmla="*/ 3297685 h 3967305"/>
              <a:gd name="csX1327" fmla="*/ 3042106 w 5872039"/>
              <a:gd name="csY1327" fmla="*/ 3288499 h 3967305"/>
              <a:gd name="csX1328" fmla="*/ 3036585 w 5872039"/>
              <a:gd name="csY1328" fmla="*/ 3341035 h 3967305"/>
              <a:gd name="csX1329" fmla="*/ 3048654 w 5872039"/>
              <a:gd name="csY1329" fmla="*/ 3346693 h 3967305"/>
              <a:gd name="csX1330" fmla="*/ 3086946 w 5872039"/>
              <a:gd name="csY1330" fmla="*/ 3367271 h 3967305"/>
              <a:gd name="csX1331" fmla="*/ 3090897 w 5872039"/>
              <a:gd name="csY1331" fmla="*/ 3310066 h 3967305"/>
              <a:gd name="csX1332" fmla="*/ 5802291 w 5872039"/>
              <a:gd name="csY1332" fmla="*/ 3287654 h 3967305"/>
              <a:gd name="csX1333" fmla="*/ 5825633 w 5872039"/>
              <a:gd name="csY1333" fmla="*/ 3293873 h 3967305"/>
              <a:gd name="csX1334" fmla="*/ 5832394 w 5872039"/>
              <a:gd name="csY1334" fmla="*/ 3293556 h 3967305"/>
              <a:gd name="csX1335" fmla="*/ 5824797 w 5872039"/>
              <a:gd name="csY1335" fmla="*/ 3291793 h 3967305"/>
              <a:gd name="csX1336" fmla="*/ 5811614 w 5872039"/>
              <a:gd name="csY1336" fmla="*/ 3287683 h 3967305"/>
              <a:gd name="csX1337" fmla="*/ 5546042 w 5872039"/>
              <a:gd name="csY1337" fmla="*/ 3285925 h 3967305"/>
              <a:gd name="csX1338" fmla="*/ 5115051 w 5872039"/>
              <a:gd name="csY1338" fmla="*/ 3314339 h 3967305"/>
              <a:gd name="csX1339" fmla="*/ 4868568 w 5872039"/>
              <a:gd name="csY1339" fmla="*/ 3376262 h 3967305"/>
              <a:gd name="csX1340" fmla="*/ 4818099 w 5872039"/>
              <a:gd name="csY1340" fmla="*/ 3394498 h 3967305"/>
              <a:gd name="csX1341" fmla="*/ 4841972 w 5872039"/>
              <a:gd name="csY1341" fmla="*/ 3405964 h 3967305"/>
              <a:gd name="csX1342" fmla="*/ 4851406 w 5872039"/>
              <a:gd name="csY1342" fmla="*/ 3409791 h 3967305"/>
              <a:gd name="csX1343" fmla="*/ 4944512 w 5872039"/>
              <a:gd name="csY1343" fmla="*/ 3381014 h 3967305"/>
              <a:gd name="csX1344" fmla="*/ 5176530 w 5872039"/>
              <a:gd name="csY1344" fmla="*/ 3329636 h 3967305"/>
              <a:gd name="csX1345" fmla="*/ 5680883 w 5872039"/>
              <a:gd name="csY1345" fmla="*/ 3297335 h 3967305"/>
              <a:gd name="csX1346" fmla="*/ 5777813 w 5872039"/>
              <a:gd name="csY1346" fmla="*/ 3295251 h 3967305"/>
              <a:gd name="csX1347" fmla="*/ 5751328 w 5872039"/>
              <a:gd name="csY1347" fmla="*/ 3287493 h 3967305"/>
              <a:gd name="csX1348" fmla="*/ 5680615 w 5872039"/>
              <a:gd name="csY1348" fmla="*/ 3287270 h 3967305"/>
              <a:gd name="csX1349" fmla="*/ 5546042 w 5872039"/>
              <a:gd name="csY1349" fmla="*/ 3285925 h 3967305"/>
              <a:gd name="csX1350" fmla="*/ 2142817 w 5872039"/>
              <a:gd name="csY1350" fmla="*/ 3281203 h 3967305"/>
              <a:gd name="csX1351" fmla="*/ 2130459 w 5872039"/>
              <a:gd name="csY1351" fmla="*/ 3286840 h 3967305"/>
              <a:gd name="csX1352" fmla="*/ 2105774 w 5872039"/>
              <a:gd name="csY1352" fmla="*/ 3297079 h 3967305"/>
              <a:gd name="csX1353" fmla="*/ 2159238 w 5872039"/>
              <a:gd name="csY1353" fmla="*/ 3337791 h 3967305"/>
              <a:gd name="csX1354" fmla="*/ 2177272 w 5872039"/>
              <a:gd name="csY1354" fmla="*/ 3328450 h 3967305"/>
              <a:gd name="csX1355" fmla="*/ 2197458 w 5872039"/>
              <a:gd name="csY1355" fmla="*/ 3316659 h 3967305"/>
              <a:gd name="csX1356" fmla="*/ 2191100 w 5872039"/>
              <a:gd name="csY1356" fmla="*/ 3312358 h 3967305"/>
              <a:gd name="csX1357" fmla="*/ 2707113 w 5872039"/>
              <a:gd name="csY1357" fmla="*/ 3276957 h 3967305"/>
              <a:gd name="csX1358" fmla="*/ 2700421 w 5872039"/>
              <a:gd name="csY1358" fmla="*/ 3292642 h 3967305"/>
              <a:gd name="csX1359" fmla="*/ 2692117 w 5872039"/>
              <a:gd name="csY1359" fmla="*/ 3316898 h 3967305"/>
              <a:gd name="csX1360" fmla="*/ 2736871 w 5872039"/>
              <a:gd name="csY1360" fmla="*/ 3337521 h 3967305"/>
              <a:gd name="csX1361" fmla="*/ 2743207 w 5872039"/>
              <a:gd name="csY1361" fmla="*/ 3340855 h 3967305"/>
              <a:gd name="csX1362" fmla="*/ 2753632 w 5872039"/>
              <a:gd name="csY1362" fmla="*/ 3300162 h 3967305"/>
              <a:gd name="csX1363" fmla="*/ 2754837 w 5872039"/>
              <a:gd name="csY1363" fmla="*/ 3296567 h 3967305"/>
              <a:gd name="csX1364" fmla="*/ 2563093 w 5872039"/>
              <a:gd name="csY1364" fmla="*/ 3275480 h 3967305"/>
              <a:gd name="csX1365" fmla="*/ 2541821 w 5872039"/>
              <a:gd name="csY1365" fmla="*/ 3308380 h 3967305"/>
              <a:gd name="csX1366" fmla="*/ 2590513 w 5872039"/>
              <a:gd name="csY1366" fmla="*/ 3332709 h 3967305"/>
              <a:gd name="csX1367" fmla="*/ 2592546 w 5872039"/>
              <a:gd name="csY1367" fmla="*/ 3333789 h 3967305"/>
              <a:gd name="csX1368" fmla="*/ 2593981 w 5872039"/>
              <a:gd name="csY1368" fmla="*/ 3330837 h 3967305"/>
              <a:gd name="csX1369" fmla="*/ 2609999 w 5872039"/>
              <a:gd name="csY1369" fmla="*/ 3295367 h 3967305"/>
              <a:gd name="csX1370" fmla="*/ 2581247 w 5872039"/>
              <a:gd name="csY1370" fmla="*/ 3282118 h 3967305"/>
              <a:gd name="csX1371" fmla="*/ 4309390 w 5872039"/>
              <a:gd name="csY1371" fmla="*/ 3275190 h 3967305"/>
              <a:gd name="csX1372" fmla="*/ 4263943 w 5872039"/>
              <a:gd name="csY1372" fmla="*/ 3307363 h 3967305"/>
              <a:gd name="csX1373" fmla="*/ 4299971 w 5872039"/>
              <a:gd name="csY1373" fmla="*/ 3326778 h 3967305"/>
              <a:gd name="csX1374" fmla="*/ 4346356 w 5872039"/>
              <a:gd name="csY1374" fmla="*/ 3296290 h 3967305"/>
              <a:gd name="csX1375" fmla="*/ 4042198 w 5872039"/>
              <a:gd name="csY1375" fmla="*/ 3274319 h 3967305"/>
              <a:gd name="csX1376" fmla="*/ 3998600 w 5872039"/>
              <a:gd name="csY1376" fmla="*/ 3311644 h 3967305"/>
              <a:gd name="csX1377" fmla="*/ 4035318 w 5872039"/>
              <a:gd name="csY1377" fmla="*/ 3332838 h 3967305"/>
              <a:gd name="csX1378" fmla="*/ 4058520 w 5872039"/>
              <a:gd name="csY1378" fmla="*/ 3312337 h 3967305"/>
              <a:gd name="csX1379" fmla="*/ 4078742 w 5872039"/>
              <a:gd name="csY1379" fmla="*/ 3296028 h 3967305"/>
              <a:gd name="csX1380" fmla="*/ 5808980 w 5872039"/>
              <a:gd name="csY1380" fmla="*/ 3271406 h 3967305"/>
              <a:gd name="csX1381" fmla="*/ 5813596 w 5872039"/>
              <a:gd name="csY1381" fmla="*/ 3272847 h 3967305"/>
              <a:gd name="csX1382" fmla="*/ 5815354 w 5872039"/>
              <a:gd name="csY1382" fmla="*/ 3272853 h 3967305"/>
              <a:gd name="csX1383" fmla="*/ 5810352 w 5872039"/>
              <a:gd name="csY1383" fmla="*/ 3271463 h 3967305"/>
              <a:gd name="csX1384" fmla="*/ 2846756 w 5872039"/>
              <a:gd name="csY1384" fmla="*/ 3270872 h 3967305"/>
              <a:gd name="csX1385" fmla="*/ 2835033 w 5872039"/>
              <a:gd name="csY1385" fmla="*/ 3315995 h 3967305"/>
              <a:gd name="csX1386" fmla="*/ 2884992 w 5872039"/>
              <a:gd name="csY1386" fmla="*/ 3340815 h 3967305"/>
              <a:gd name="csX1387" fmla="*/ 2886225 w 5872039"/>
              <a:gd name="csY1387" fmla="*/ 3331340 h 3967305"/>
              <a:gd name="csX1388" fmla="*/ 2894331 w 5872039"/>
              <a:gd name="csY1388" fmla="*/ 3290824 h 3967305"/>
              <a:gd name="csX1389" fmla="*/ 2868886 w 5872039"/>
              <a:gd name="csY1389" fmla="*/ 3278894 h 3967305"/>
              <a:gd name="csX1390" fmla="*/ 1972007 w 5872039"/>
              <a:gd name="csY1390" fmla="*/ 3270635 h 3967305"/>
              <a:gd name="csX1391" fmla="*/ 1968994 w 5872039"/>
              <a:gd name="csY1391" fmla="*/ 3271547 h 3967305"/>
              <a:gd name="csX1392" fmla="*/ 1933131 w 5872039"/>
              <a:gd name="csY1392" fmla="*/ 3282234 h 3967305"/>
              <a:gd name="csX1393" fmla="*/ 1981392 w 5872039"/>
              <a:gd name="csY1393" fmla="*/ 3328388 h 3967305"/>
              <a:gd name="csX1394" fmla="*/ 2010640 w 5872039"/>
              <a:gd name="csY1394" fmla="*/ 3319304 h 3967305"/>
              <a:gd name="csX1395" fmla="*/ 2023098 w 5872039"/>
              <a:gd name="csY1395" fmla="*/ 3314547 h 3967305"/>
              <a:gd name="csX1396" fmla="*/ 5746391 w 5872039"/>
              <a:gd name="csY1396" fmla="*/ 3268802 h 3967305"/>
              <a:gd name="csX1397" fmla="*/ 5757540 w 5872039"/>
              <a:gd name="csY1397" fmla="*/ 3272670 h 3967305"/>
              <a:gd name="csX1398" fmla="*/ 5763515 w 5872039"/>
              <a:gd name="csY1398" fmla="*/ 3272689 h 3967305"/>
              <a:gd name="csX1399" fmla="*/ 5751763 w 5872039"/>
              <a:gd name="csY1399" fmla="*/ 3269026 h 3967305"/>
              <a:gd name="csX1400" fmla="*/ 2302985 w 5872039"/>
              <a:gd name="csY1400" fmla="*/ 3266861 h 3967305"/>
              <a:gd name="csX1401" fmla="*/ 2297798 w 5872039"/>
              <a:gd name="csY1401" fmla="*/ 3270079 h 3967305"/>
              <a:gd name="csX1402" fmla="*/ 2272698 w 5872039"/>
              <a:gd name="csY1402" fmla="*/ 3286572 h 3967305"/>
              <a:gd name="csX1403" fmla="*/ 2324712 w 5872039"/>
              <a:gd name="csY1403" fmla="*/ 3317777 h 3967305"/>
              <a:gd name="csX1404" fmla="*/ 2353543 w 5872039"/>
              <a:gd name="csY1404" fmla="*/ 3291665 h 3967305"/>
              <a:gd name="csX1405" fmla="*/ 2321464 w 5872039"/>
              <a:gd name="csY1405" fmla="*/ 3275037 h 3967305"/>
              <a:gd name="csX1406" fmla="*/ 4424845 w 5872039"/>
              <a:gd name="csY1406" fmla="*/ 3266580 h 3967305"/>
              <a:gd name="csX1407" fmla="*/ 4389302 w 5872039"/>
              <a:gd name="csY1407" fmla="*/ 3285783 h 3967305"/>
              <a:gd name="csX1408" fmla="*/ 4374746 w 5872039"/>
              <a:gd name="csY1408" fmla="*/ 3295355 h 3967305"/>
              <a:gd name="csX1409" fmla="*/ 4410624 w 5872039"/>
              <a:gd name="csY1409" fmla="*/ 3315841 h 3967305"/>
              <a:gd name="csX1410" fmla="*/ 4454897 w 5872039"/>
              <a:gd name="csY1410" fmla="*/ 3288975 h 3967305"/>
              <a:gd name="csX1411" fmla="*/ 4458723 w 5872039"/>
              <a:gd name="csY1411" fmla="*/ 3287058 h 3967305"/>
              <a:gd name="csX1412" fmla="*/ 2407004 w 5872039"/>
              <a:gd name="csY1412" fmla="*/ 3264178 h 3967305"/>
              <a:gd name="csX1413" fmla="*/ 2383463 w 5872039"/>
              <a:gd name="csY1413" fmla="*/ 3284654 h 3967305"/>
              <a:gd name="csX1414" fmla="*/ 2379427 w 5872039"/>
              <a:gd name="csY1414" fmla="*/ 3288310 h 3967305"/>
              <a:gd name="csX1415" fmla="*/ 2430485 w 5872039"/>
              <a:gd name="csY1415" fmla="*/ 3314770 h 3967305"/>
              <a:gd name="csX1416" fmla="*/ 2449534 w 5872039"/>
              <a:gd name="csY1416" fmla="*/ 3291702 h 3967305"/>
              <a:gd name="csX1417" fmla="*/ 2454991 w 5872039"/>
              <a:gd name="csY1417" fmla="*/ 3285309 h 3967305"/>
              <a:gd name="csX1418" fmla="*/ 4542173 w 5872039"/>
              <a:gd name="csY1418" fmla="*/ 3261835 h 3967305"/>
              <a:gd name="csX1419" fmla="*/ 4489436 w 5872039"/>
              <a:gd name="csY1419" fmla="*/ 3288296 h 3967305"/>
              <a:gd name="csX1420" fmla="*/ 4516036 w 5872039"/>
              <a:gd name="csY1420" fmla="*/ 3304382 h 3967305"/>
              <a:gd name="csX1421" fmla="*/ 4523397 w 5872039"/>
              <a:gd name="csY1421" fmla="*/ 3308080 h 3967305"/>
              <a:gd name="csX1422" fmla="*/ 4528279 w 5872039"/>
              <a:gd name="csY1422" fmla="*/ 3305365 h 3967305"/>
              <a:gd name="csX1423" fmla="*/ 4575842 w 5872039"/>
              <a:gd name="csY1423" fmla="*/ 3283380 h 3967305"/>
              <a:gd name="csX1424" fmla="*/ 2980143 w 5872039"/>
              <a:gd name="csY1424" fmla="*/ 3261111 h 3967305"/>
              <a:gd name="csX1425" fmla="*/ 2972733 w 5872039"/>
              <a:gd name="csY1425" fmla="*/ 3311097 h 3967305"/>
              <a:gd name="csX1426" fmla="*/ 3022258 w 5872039"/>
              <a:gd name="csY1426" fmla="*/ 3334317 h 3967305"/>
              <a:gd name="csX1427" fmla="*/ 3027786 w 5872039"/>
              <a:gd name="csY1427" fmla="*/ 3282170 h 3967305"/>
              <a:gd name="csX1428" fmla="*/ 2191564 w 5872039"/>
              <a:gd name="csY1428" fmla="*/ 3258967 h 3967305"/>
              <a:gd name="csX1429" fmla="*/ 2158861 w 5872039"/>
              <a:gd name="csY1429" fmla="*/ 3273885 h 3967305"/>
              <a:gd name="csX1430" fmla="*/ 2199226 w 5872039"/>
              <a:gd name="csY1430" fmla="*/ 3299928 h 3967305"/>
              <a:gd name="csX1431" fmla="*/ 2211680 w 5872039"/>
              <a:gd name="csY1431" fmla="*/ 3308352 h 3967305"/>
              <a:gd name="csX1432" fmla="*/ 2219351 w 5872039"/>
              <a:gd name="csY1432" fmla="*/ 3303872 h 3967305"/>
              <a:gd name="csX1433" fmla="*/ 2244172 w 5872039"/>
              <a:gd name="csY1433" fmla="*/ 3287560 h 3967305"/>
              <a:gd name="csX1434" fmla="*/ 4149756 w 5872039"/>
              <a:gd name="csY1434" fmla="*/ 3257924 h 3967305"/>
              <a:gd name="csX1435" fmla="*/ 4104758 w 5872039"/>
              <a:gd name="csY1435" fmla="*/ 3294238 h 3967305"/>
              <a:gd name="csX1436" fmla="*/ 4136250 w 5872039"/>
              <a:gd name="csY1436" fmla="*/ 3312947 h 3967305"/>
              <a:gd name="csX1437" fmla="*/ 4140117 w 5872039"/>
              <a:gd name="csY1437" fmla="*/ 3314912 h 3967305"/>
              <a:gd name="csX1438" fmla="*/ 4186025 w 5872039"/>
              <a:gd name="csY1438" fmla="*/ 3280150 h 3967305"/>
              <a:gd name="csX1439" fmla="*/ 5370984 w 5872039"/>
              <a:gd name="csY1439" fmla="*/ 3257242 h 3967305"/>
              <a:gd name="csX1440" fmla="*/ 5051195 w 5872039"/>
              <a:gd name="csY1440" fmla="*/ 3284414 h 3967305"/>
              <a:gd name="csX1441" fmla="*/ 4791248 w 5872039"/>
              <a:gd name="csY1441" fmla="*/ 3357379 h 3967305"/>
              <a:gd name="csX1442" fmla="*/ 4764158 w 5872039"/>
              <a:gd name="csY1442" fmla="*/ 3368589 h 3967305"/>
              <a:gd name="csX1443" fmla="*/ 4799357 w 5872039"/>
              <a:gd name="csY1443" fmla="*/ 3385496 h 3967305"/>
              <a:gd name="csX1444" fmla="*/ 4864393 w 5872039"/>
              <a:gd name="csY1444" fmla="*/ 3362007 h 3967305"/>
              <a:gd name="csX1445" fmla="*/ 5112595 w 5872039"/>
              <a:gd name="csY1445" fmla="*/ 3299710 h 3967305"/>
              <a:gd name="csX1446" fmla="*/ 5680802 w 5872039"/>
              <a:gd name="csY1446" fmla="*/ 3272428 h 3967305"/>
              <a:gd name="csX1447" fmla="*/ 5707865 w 5872039"/>
              <a:gd name="csY1447" fmla="*/ 3272514 h 3967305"/>
              <a:gd name="csX1448" fmla="*/ 5691086 w 5872039"/>
              <a:gd name="csY1448" fmla="*/ 3266502 h 3967305"/>
              <a:gd name="csX1449" fmla="*/ 5674395 w 5872039"/>
              <a:gd name="csY1449" fmla="*/ 3265807 h 3967305"/>
              <a:gd name="csX1450" fmla="*/ 5370984 w 5872039"/>
              <a:gd name="csY1450" fmla="*/ 3257242 h 3967305"/>
              <a:gd name="csX1451" fmla="*/ 2025338 w 5872039"/>
              <a:gd name="csY1451" fmla="*/ 3254494 h 3967305"/>
              <a:gd name="csX1452" fmla="*/ 1988845 w 5872039"/>
              <a:gd name="csY1452" fmla="*/ 3265539 h 3967305"/>
              <a:gd name="csX1453" fmla="*/ 2038866 w 5872039"/>
              <a:gd name="csY1453" fmla="*/ 3308526 h 3967305"/>
              <a:gd name="csX1454" fmla="*/ 2044409 w 5872039"/>
              <a:gd name="csY1454" fmla="*/ 3306410 h 3967305"/>
              <a:gd name="csX1455" fmla="*/ 2046625 w 5872039"/>
              <a:gd name="csY1455" fmla="*/ 3305556 h 3967305"/>
              <a:gd name="csX1456" fmla="*/ 2076250 w 5872039"/>
              <a:gd name="csY1456" fmla="*/ 3293261 h 3967305"/>
              <a:gd name="csX1457" fmla="*/ 2649141 w 5872039"/>
              <a:gd name="csY1457" fmla="*/ 3253136 h 3967305"/>
              <a:gd name="csX1458" fmla="*/ 2631366 w 5872039"/>
              <a:gd name="csY1458" fmla="*/ 3288903 h 3967305"/>
              <a:gd name="csX1459" fmla="*/ 2678608 w 5872039"/>
              <a:gd name="csY1459" fmla="*/ 3310673 h 3967305"/>
              <a:gd name="csX1460" fmla="*/ 2686888 w 5872039"/>
              <a:gd name="csY1460" fmla="*/ 3286505 h 3967305"/>
              <a:gd name="csX1461" fmla="*/ 2693390 w 5872039"/>
              <a:gd name="csY1461" fmla="*/ 3271318 h 3967305"/>
              <a:gd name="csX1462" fmla="*/ 2501935 w 5872039"/>
              <a:gd name="csY1462" fmla="*/ 3253115 h 3967305"/>
              <a:gd name="csX1463" fmla="*/ 2479248 w 5872039"/>
              <a:gd name="csY1463" fmla="*/ 3279765 h 3967305"/>
              <a:gd name="csX1464" fmla="*/ 2523827 w 5872039"/>
              <a:gd name="csY1464" fmla="*/ 3299390 h 3967305"/>
              <a:gd name="csX1465" fmla="*/ 2528463 w 5872039"/>
              <a:gd name="csY1465" fmla="*/ 3301707 h 3967305"/>
              <a:gd name="csX1466" fmla="*/ 2548828 w 5872039"/>
              <a:gd name="csY1466" fmla="*/ 3270263 h 3967305"/>
              <a:gd name="csX1467" fmla="*/ 2786436 w 5872039"/>
              <a:gd name="csY1467" fmla="*/ 3249006 h 3967305"/>
              <a:gd name="csX1468" fmla="*/ 2773352 w 5872039"/>
              <a:gd name="csY1468" fmla="*/ 3288187 h 3967305"/>
              <a:gd name="csX1469" fmla="*/ 2806305 w 5872039"/>
              <a:gd name="csY1469" fmla="*/ 3301723 h 3967305"/>
              <a:gd name="csX1470" fmla="*/ 2821410 w 5872039"/>
              <a:gd name="csY1470" fmla="*/ 3309227 h 3967305"/>
              <a:gd name="csX1471" fmla="*/ 2832752 w 5872039"/>
              <a:gd name="csY1471" fmla="*/ 3265796 h 3967305"/>
              <a:gd name="csX1472" fmla="*/ 3112631 w 5872039"/>
              <a:gd name="csY1472" fmla="*/ 3248797 h 3967305"/>
              <a:gd name="csX1473" fmla="*/ 3108595 w 5872039"/>
              <a:gd name="csY1473" fmla="*/ 3269011 h 3967305"/>
              <a:gd name="csX1474" fmla="*/ 3106433 w 5872039"/>
              <a:gd name="csY1474" fmla="*/ 3300727 h 3967305"/>
              <a:gd name="csX1475" fmla="*/ 3118809 w 5872039"/>
              <a:gd name="csY1475" fmla="*/ 3306197 h 3967305"/>
              <a:gd name="csX1476" fmla="*/ 3287523 w 5872039"/>
              <a:gd name="csY1476" fmla="*/ 3395866 h 3967305"/>
              <a:gd name="csX1477" fmla="*/ 3534073 w 5872039"/>
              <a:gd name="csY1477" fmla="*/ 3522676 h 3967305"/>
              <a:gd name="csX1478" fmla="*/ 3641084 w 5872039"/>
              <a:gd name="csY1478" fmla="*/ 3565061 h 3967305"/>
              <a:gd name="csX1479" fmla="*/ 3675754 w 5872039"/>
              <a:gd name="csY1479" fmla="*/ 3530487 h 3967305"/>
              <a:gd name="csX1480" fmla="*/ 3616679 w 5872039"/>
              <a:gd name="csY1480" fmla="*/ 3506191 h 3967305"/>
              <a:gd name="csX1481" fmla="*/ 3383065 w 5872039"/>
              <a:gd name="csY1481" fmla="*/ 3384788 h 3967305"/>
              <a:gd name="csX1482" fmla="*/ 3182638 w 5872039"/>
              <a:gd name="csY1482" fmla="*/ 3279048 h 3967305"/>
              <a:gd name="csX1483" fmla="*/ 4259628 w 5872039"/>
              <a:gd name="csY1483" fmla="*/ 3244262 h 3967305"/>
              <a:gd name="csX1484" fmla="*/ 4246825 w 5872039"/>
              <a:gd name="csY1484" fmla="*/ 3252797 h 3967305"/>
              <a:gd name="csX1485" fmla="*/ 4212398 w 5872039"/>
              <a:gd name="csY1485" fmla="*/ 3278884 h 3967305"/>
              <a:gd name="csX1486" fmla="*/ 4221902 w 5872039"/>
              <a:gd name="csY1486" fmla="*/ 3284708 h 3967305"/>
              <a:gd name="csX1487" fmla="*/ 4249332 w 5872039"/>
              <a:gd name="csY1487" fmla="*/ 3299490 h 3967305"/>
              <a:gd name="csX1488" fmla="*/ 4295394 w 5872039"/>
              <a:gd name="csY1488" fmla="*/ 3266903 h 3967305"/>
              <a:gd name="csX1489" fmla="*/ 3990780 w 5872039"/>
              <a:gd name="csY1489" fmla="*/ 3243773 h 3967305"/>
              <a:gd name="csX1490" fmla="*/ 3948030 w 5872039"/>
              <a:gd name="csY1490" fmla="*/ 3282453 h 3967305"/>
              <a:gd name="csX1491" fmla="*/ 3984983 w 5872039"/>
              <a:gd name="csY1491" fmla="*/ 3303783 h 3967305"/>
              <a:gd name="csX1492" fmla="*/ 3986353 w 5872039"/>
              <a:gd name="csY1492" fmla="*/ 3302496 h 3967305"/>
              <a:gd name="csX1493" fmla="*/ 4028677 w 5872039"/>
              <a:gd name="csY1493" fmla="*/ 3266287 h 3967305"/>
              <a:gd name="csX1494" fmla="*/ 2345117 w 5872039"/>
              <a:gd name="csY1494" fmla="*/ 3240718 h 3967305"/>
              <a:gd name="csX1495" fmla="*/ 2318298 w 5872039"/>
              <a:gd name="csY1495" fmla="*/ 3257359 h 3967305"/>
              <a:gd name="csX1496" fmla="*/ 2327897 w 5872039"/>
              <a:gd name="csY1496" fmla="*/ 3261606 h 3967305"/>
              <a:gd name="csX1497" fmla="*/ 2365320 w 5872039"/>
              <a:gd name="csY1497" fmla="*/ 3280999 h 3967305"/>
              <a:gd name="csX1498" fmla="*/ 2373132 w 5872039"/>
              <a:gd name="csY1498" fmla="*/ 3273923 h 3967305"/>
              <a:gd name="csX1499" fmla="*/ 2391968 w 5872039"/>
              <a:gd name="csY1499" fmla="*/ 3257557 h 3967305"/>
              <a:gd name="csX1500" fmla="*/ 2383627 w 5872039"/>
              <a:gd name="csY1500" fmla="*/ 3253884 h 3967305"/>
              <a:gd name="csX1501" fmla="*/ 2077125 w 5872039"/>
              <a:gd name="csY1501" fmla="*/ 3238961 h 3967305"/>
              <a:gd name="csX1502" fmla="*/ 2046784 w 5872039"/>
              <a:gd name="csY1502" fmla="*/ 3248002 h 3967305"/>
              <a:gd name="csX1503" fmla="*/ 2042880 w 5872039"/>
              <a:gd name="csY1503" fmla="*/ 3249184 h 3967305"/>
              <a:gd name="csX1504" fmla="*/ 2092114 w 5872039"/>
              <a:gd name="csY1504" fmla="*/ 3286677 h 3967305"/>
              <a:gd name="csX1505" fmla="*/ 2124617 w 5872039"/>
              <a:gd name="csY1505" fmla="*/ 3273188 h 3967305"/>
              <a:gd name="csX1506" fmla="*/ 2128002 w 5872039"/>
              <a:gd name="csY1506" fmla="*/ 3271643 h 3967305"/>
              <a:gd name="csX1507" fmla="*/ 2080153 w 5872039"/>
              <a:gd name="csY1507" fmla="*/ 3240768 h 3967305"/>
              <a:gd name="csX1508" fmla="*/ 2237770 w 5872039"/>
              <a:gd name="csY1508" fmla="*/ 3238005 h 3967305"/>
              <a:gd name="csX1509" fmla="*/ 2208518 w 5872039"/>
              <a:gd name="csY1509" fmla="*/ 3251270 h 3967305"/>
              <a:gd name="csX1510" fmla="*/ 2258256 w 5872039"/>
              <a:gd name="csY1510" fmla="*/ 3278304 h 3967305"/>
              <a:gd name="csX1511" fmla="*/ 2286660 w 5872039"/>
              <a:gd name="csY1511" fmla="*/ 3259637 h 3967305"/>
              <a:gd name="csX1512" fmla="*/ 2921603 w 5872039"/>
              <a:gd name="csY1512" fmla="*/ 3237194 h 3967305"/>
              <a:gd name="csX1513" fmla="*/ 2917978 w 5872039"/>
              <a:gd name="csY1513" fmla="*/ 3247551 h 3967305"/>
              <a:gd name="csX1514" fmla="*/ 2911083 w 5872039"/>
              <a:gd name="csY1514" fmla="*/ 3282192 h 3967305"/>
              <a:gd name="csX1515" fmla="*/ 2958861 w 5872039"/>
              <a:gd name="csY1515" fmla="*/ 3304593 h 3967305"/>
              <a:gd name="csX1516" fmla="*/ 2966259 w 5872039"/>
              <a:gd name="csY1516" fmla="*/ 3254974 h 3967305"/>
              <a:gd name="csX1517" fmla="*/ 2937182 w 5872039"/>
              <a:gd name="csY1517" fmla="*/ 3242122 h 3967305"/>
              <a:gd name="csX1518" fmla="*/ 4375229 w 5872039"/>
              <a:gd name="csY1518" fmla="*/ 3236025 h 3967305"/>
              <a:gd name="csX1519" fmla="*/ 4323368 w 5872039"/>
              <a:gd name="csY1519" fmla="*/ 3266019 h 3967305"/>
              <a:gd name="csX1520" fmla="*/ 4360315 w 5872039"/>
              <a:gd name="csY1520" fmla="*/ 3287115 h 3967305"/>
              <a:gd name="csX1521" fmla="*/ 4382321 w 5872039"/>
              <a:gd name="csY1521" fmla="*/ 3272651 h 3967305"/>
              <a:gd name="csX1522" fmla="*/ 4410097 w 5872039"/>
              <a:gd name="csY1522" fmla="*/ 3257665 h 3967305"/>
              <a:gd name="csX1523" fmla="*/ 4386167 w 5872039"/>
              <a:gd name="csY1523" fmla="*/ 3243200 h 3967305"/>
              <a:gd name="csX1524" fmla="*/ 2589229 w 5872039"/>
              <a:gd name="csY1524" fmla="*/ 3235058 h 3967305"/>
              <a:gd name="csX1525" fmla="*/ 2571332 w 5872039"/>
              <a:gd name="csY1525" fmla="*/ 3262738 h 3967305"/>
              <a:gd name="csX1526" fmla="*/ 2587040 w 5872039"/>
              <a:gd name="csY1526" fmla="*/ 3268477 h 3967305"/>
              <a:gd name="csX1527" fmla="*/ 2616096 w 5872039"/>
              <a:gd name="csY1527" fmla="*/ 3281866 h 3967305"/>
              <a:gd name="csX1528" fmla="*/ 2619977 w 5872039"/>
              <a:gd name="csY1528" fmla="*/ 3273271 h 3967305"/>
              <a:gd name="csX1529" fmla="*/ 2633715 w 5872039"/>
              <a:gd name="csY1529" fmla="*/ 3248136 h 3967305"/>
              <a:gd name="csX1530" fmla="*/ 2443950 w 5872039"/>
              <a:gd name="csY1530" fmla="*/ 3232041 h 3967305"/>
              <a:gd name="csX1531" fmla="*/ 2419383 w 5872039"/>
              <a:gd name="csY1531" fmla="*/ 3253410 h 3967305"/>
              <a:gd name="csX1532" fmla="*/ 2465055 w 5872039"/>
              <a:gd name="csY1532" fmla="*/ 3273517 h 3967305"/>
              <a:gd name="csX1533" fmla="*/ 2487099 w 5872039"/>
              <a:gd name="csY1533" fmla="*/ 3247689 h 3967305"/>
              <a:gd name="csX1534" fmla="*/ 2445012 w 5872039"/>
              <a:gd name="csY1534" fmla="*/ 3232298 h 3967305"/>
              <a:gd name="csX1535" fmla="*/ 4492483 w 5872039"/>
              <a:gd name="csY1535" fmla="*/ 3230037 h 3967305"/>
              <a:gd name="csX1536" fmla="*/ 4439993 w 5872039"/>
              <a:gd name="csY1536" fmla="*/ 3258396 h 3967305"/>
              <a:gd name="csX1537" fmla="*/ 4474399 w 5872039"/>
              <a:gd name="csY1537" fmla="*/ 3279202 h 3967305"/>
              <a:gd name="csX1538" fmla="*/ 4527629 w 5872039"/>
              <a:gd name="csY1538" fmla="*/ 3252528 h 3967305"/>
              <a:gd name="csX1539" fmla="*/ 5248352 w 5872039"/>
              <a:gd name="csY1539" fmla="*/ 3228073 h 3967305"/>
              <a:gd name="csX1540" fmla="*/ 4987394 w 5872039"/>
              <a:gd name="csY1540" fmla="*/ 3254515 h 3967305"/>
              <a:gd name="csX1541" fmla="*/ 4781410 w 5872039"/>
              <a:gd name="csY1541" fmla="*/ 3312995 h 3967305"/>
              <a:gd name="csX1542" fmla="*/ 4711257 w 5872039"/>
              <a:gd name="csY1542" fmla="*/ 3342977 h 3967305"/>
              <a:gd name="csX1543" fmla="*/ 4713738 w 5872039"/>
              <a:gd name="csY1543" fmla="*/ 3344371 h 3967305"/>
              <a:gd name="csX1544" fmla="*/ 4746185 w 5872039"/>
              <a:gd name="csY1544" fmla="*/ 3359956 h 3967305"/>
              <a:gd name="csX1545" fmla="*/ 4786549 w 5872039"/>
              <a:gd name="csY1545" fmla="*/ 3343254 h 3967305"/>
              <a:gd name="csX1546" fmla="*/ 5048526 w 5872039"/>
              <a:gd name="csY1546" fmla="*/ 3269812 h 3967305"/>
              <a:gd name="csX1547" fmla="*/ 5526157 w 5872039"/>
              <a:gd name="csY1547" fmla="*/ 3244566 h 3967305"/>
              <a:gd name="csX1548" fmla="*/ 5644065 w 5872039"/>
              <a:gd name="csY1548" fmla="*/ 3249654 h 3967305"/>
              <a:gd name="csX1549" fmla="*/ 5630665 w 5872039"/>
              <a:gd name="csY1549" fmla="*/ 3244853 h 3967305"/>
              <a:gd name="csX1550" fmla="*/ 5502832 w 5872039"/>
              <a:gd name="csY1550" fmla="*/ 3234882 h 3967305"/>
              <a:gd name="csX1551" fmla="*/ 5248352 w 5872039"/>
              <a:gd name="csY1551" fmla="*/ 3228073 h 3967305"/>
              <a:gd name="csX1552" fmla="*/ 2728658 w 5872039"/>
              <a:gd name="csY1552" fmla="*/ 3228062 h 3967305"/>
              <a:gd name="csX1553" fmla="*/ 2726410 w 5872039"/>
              <a:gd name="csY1553" fmla="*/ 3231727 h 3967305"/>
              <a:gd name="csX1554" fmla="*/ 2712913 w 5872039"/>
              <a:gd name="csY1554" fmla="*/ 3263362 h 3967305"/>
              <a:gd name="csX1555" fmla="*/ 2759548 w 5872039"/>
              <a:gd name="csY1555" fmla="*/ 3282517 h 3967305"/>
              <a:gd name="csX1556" fmla="*/ 2772479 w 5872039"/>
              <a:gd name="csY1556" fmla="*/ 3243947 h 3967305"/>
              <a:gd name="csX1557" fmla="*/ 4098230 w 5872039"/>
              <a:gd name="csY1557" fmla="*/ 3226349 h 3967305"/>
              <a:gd name="csX1558" fmla="*/ 4054092 w 5872039"/>
              <a:gd name="csY1558" fmla="*/ 3264137 h 3967305"/>
              <a:gd name="csX1559" fmla="*/ 4091056 w 5872039"/>
              <a:gd name="csY1559" fmla="*/ 3286097 h 3967305"/>
              <a:gd name="csX1560" fmla="*/ 4136250 w 5872039"/>
              <a:gd name="csY1560" fmla="*/ 3249648 h 3967305"/>
              <a:gd name="csX1561" fmla="*/ 2126325 w 5872039"/>
              <a:gd name="csY1561" fmla="*/ 3224300 h 3967305"/>
              <a:gd name="csX1562" fmla="*/ 2096011 w 5872039"/>
              <a:gd name="csY1562" fmla="*/ 3233334 h 3967305"/>
              <a:gd name="csX1563" fmla="*/ 2144041 w 5872039"/>
              <a:gd name="csY1563" fmla="*/ 3264323 h 3967305"/>
              <a:gd name="csX1564" fmla="*/ 2175229 w 5872039"/>
              <a:gd name="csY1564" fmla="*/ 3250089 h 3967305"/>
              <a:gd name="csX1565" fmla="*/ 2140643 w 5872039"/>
              <a:gd name="csY1565" fmla="*/ 3231291 h 3967305"/>
              <a:gd name="csX1566" fmla="*/ 3054199 w 5872039"/>
              <a:gd name="csY1566" fmla="*/ 3223548 h 3967305"/>
              <a:gd name="csX1567" fmla="*/ 3044863 w 5872039"/>
              <a:gd name="csY1567" fmla="*/ 3262257 h 3967305"/>
              <a:gd name="csX1568" fmla="*/ 3043733 w 5872039"/>
              <a:gd name="csY1568" fmla="*/ 3273016 h 3967305"/>
              <a:gd name="csX1569" fmla="*/ 3091983 w 5872039"/>
              <a:gd name="csY1569" fmla="*/ 3294341 h 3967305"/>
              <a:gd name="csX1570" fmla="*/ 3093946 w 5872039"/>
              <a:gd name="csY1570" fmla="*/ 3265928 h 3967305"/>
              <a:gd name="csX1571" fmla="*/ 3098619 w 5872039"/>
              <a:gd name="csY1571" fmla="*/ 3242742 h 3967305"/>
              <a:gd name="csX1572" fmla="*/ 2283133 w 5872039"/>
              <a:gd name="csY1572" fmla="*/ 3219525 h 3967305"/>
              <a:gd name="csX1573" fmla="*/ 2256149 w 5872039"/>
              <a:gd name="csY1573" fmla="*/ 3229864 h 3967305"/>
              <a:gd name="csX1574" fmla="*/ 2301882 w 5872039"/>
              <a:gd name="csY1574" fmla="*/ 3250096 h 3967305"/>
              <a:gd name="csX1575" fmla="*/ 2326999 w 5872039"/>
              <a:gd name="csY1575" fmla="*/ 3234523 h 3967305"/>
              <a:gd name="csX1576" fmla="*/ 1908800 w 5872039"/>
              <a:gd name="csY1576" fmla="*/ 3219098 h 3967305"/>
              <a:gd name="csX1577" fmla="*/ 1886025 w 5872039"/>
              <a:gd name="csY1577" fmla="*/ 3223709 h 3967305"/>
              <a:gd name="csX1578" fmla="*/ 1874362 w 5872039"/>
              <a:gd name="csY1578" fmla="*/ 3226246 h 3967305"/>
              <a:gd name="csX1579" fmla="*/ 1876338 w 5872039"/>
              <a:gd name="csY1579" fmla="*/ 3227921 h 3967305"/>
              <a:gd name="csX1580" fmla="*/ 1920647 w 5872039"/>
              <a:gd name="csY1580" fmla="*/ 3270295 h 3967305"/>
              <a:gd name="csX1581" fmla="*/ 1927804 w 5872039"/>
              <a:gd name="csY1581" fmla="*/ 3268424 h 3967305"/>
              <a:gd name="csX1582" fmla="*/ 1958687 w 5872039"/>
              <a:gd name="csY1582" fmla="*/ 3259209 h 3967305"/>
              <a:gd name="csX1583" fmla="*/ 2863901 w 5872039"/>
              <a:gd name="csY1583" fmla="*/ 3218943 h 3967305"/>
              <a:gd name="csX1584" fmla="*/ 2854303 w 5872039"/>
              <a:gd name="csY1584" fmla="*/ 3241822 h 3967305"/>
              <a:gd name="csX1585" fmla="*/ 2850526 w 5872039"/>
              <a:gd name="csY1585" fmla="*/ 3256358 h 3967305"/>
              <a:gd name="csX1586" fmla="*/ 2874549 w 5872039"/>
              <a:gd name="csY1586" fmla="*/ 3265063 h 3967305"/>
              <a:gd name="csX1587" fmla="*/ 2897346 w 5872039"/>
              <a:gd name="csY1587" fmla="*/ 3275752 h 3967305"/>
              <a:gd name="csX1588" fmla="*/ 2903596 w 5872039"/>
              <a:gd name="csY1588" fmla="*/ 3244515 h 3967305"/>
              <a:gd name="csX1589" fmla="*/ 2907688 w 5872039"/>
              <a:gd name="csY1589" fmla="*/ 3232793 h 3967305"/>
              <a:gd name="csX1590" fmla="*/ 2531916 w 5872039"/>
              <a:gd name="csY1590" fmla="*/ 3218209 h 3967305"/>
              <a:gd name="csX1591" fmla="*/ 2531038 w 5872039"/>
              <a:gd name="csY1591" fmla="*/ 3218928 h 3967305"/>
              <a:gd name="csX1592" fmla="*/ 2512150 w 5872039"/>
              <a:gd name="csY1592" fmla="*/ 3241115 h 3967305"/>
              <a:gd name="csX1593" fmla="*/ 2557075 w 5872039"/>
              <a:gd name="csY1593" fmla="*/ 3257529 h 3967305"/>
              <a:gd name="csX1594" fmla="*/ 2574443 w 5872039"/>
              <a:gd name="csY1594" fmla="*/ 3230711 h 3967305"/>
              <a:gd name="csX1595" fmla="*/ 2382909 w 5872039"/>
              <a:gd name="csY1595" fmla="*/ 3217268 h 3967305"/>
              <a:gd name="csX1596" fmla="*/ 2361424 w 5872039"/>
              <a:gd name="csY1596" fmla="*/ 3230599 h 3967305"/>
              <a:gd name="csX1597" fmla="*/ 2388906 w 5872039"/>
              <a:gd name="csY1597" fmla="*/ 3239993 h 3967305"/>
              <a:gd name="csX1598" fmla="*/ 2404356 w 5872039"/>
              <a:gd name="csY1598" fmla="*/ 3246795 h 3967305"/>
              <a:gd name="csX1599" fmla="*/ 2426263 w 5872039"/>
              <a:gd name="csY1599" fmla="*/ 3227760 h 3967305"/>
              <a:gd name="csX1600" fmla="*/ 2672897 w 5872039"/>
              <a:gd name="csY1600" fmla="*/ 3212823 h 3967305"/>
              <a:gd name="csX1601" fmla="*/ 2661964 w 5872039"/>
              <a:gd name="csY1601" fmla="*/ 3227333 h 3967305"/>
              <a:gd name="csX1602" fmla="*/ 2655731 w 5872039"/>
              <a:gd name="csY1602" fmla="*/ 3239874 h 3967305"/>
              <a:gd name="csX1603" fmla="*/ 2699208 w 5872039"/>
              <a:gd name="csY1603" fmla="*/ 3257732 h 3967305"/>
              <a:gd name="csX1604" fmla="*/ 2713640 w 5872039"/>
              <a:gd name="csY1604" fmla="*/ 3224026 h 3967305"/>
              <a:gd name="csX1605" fmla="*/ 2714349 w 5872039"/>
              <a:gd name="csY1605" fmla="*/ 3222875 h 3967305"/>
              <a:gd name="csX1606" fmla="*/ 2709065 w 5872039"/>
              <a:gd name="csY1606" fmla="*/ 3220959 h 3967305"/>
              <a:gd name="csX1607" fmla="*/ 4209829 w 5872039"/>
              <a:gd name="csY1607" fmla="*/ 3212736 h 3967305"/>
              <a:gd name="csX1608" fmla="*/ 4176483 w 5872039"/>
              <a:gd name="csY1608" fmla="*/ 3236354 h 3967305"/>
              <a:gd name="csX1609" fmla="*/ 4162027 w 5872039"/>
              <a:gd name="csY1609" fmla="*/ 3248020 h 3967305"/>
              <a:gd name="csX1610" fmla="*/ 4198745 w 5872039"/>
              <a:gd name="csY1610" fmla="*/ 3270518 h 3967305"/>
              <a:gd name="csX1611" fmla="*/ 4239013 w 5872039"/>
              <a:gd name="csY1611" fmla="*/ 3240026 h 3967305"/>
              <a:gd name="csX1612" fmla="*/ 4245800 w 5872039"/>
              <a:gd name="csY1612" fmla="*/ 3235507 h 3967305"/>
              <a:gd name="csX1613" fmla="*/ 2175314 w 5872039"/>
              <a:gd name="csY1613" fmla="*/ 3212047 h 3967305"/>
              <a:gd name="csX1614" fmla="*/ 2148214 w 5872039"/>
              <a:gd name="csY1614" fmla="*/ 3218494 h 3967305"/>
              <a:gd name="csX1615" fmla="*/ 2192152 w 5872039"/>
              <a:gd name="csY1615" fmla="*/ 3242375 h 3967305"/>
              <a:gd name="csX1616" fmla="*/ 2219556 w 5872039"/>
              <a:gd name="csY1616" fmla="*/ 3229946 h 3967305"/>
              <a:gd name="csX1617" fmla="*/ 2201295 w 5872039"/>
              <a:gd name="csY1617" fmla="*/ 3221866 h 3967305"/>
              <a:gd name="csX1618" fmla="*/ 1960661 w 5872039"/>
              <a:gd name="csY1618" fmla="*/ 3208777 h 3967305"/>
              <a:gd name="csX1619" fmla="*/ 1953318 w 5872039"/>
              <a:gd name="csY1619" fmla="*/ 3210085 h 3967305"/>
              <a:gd name="csX1620" fmla="*/ 1926600 w 5872039"/>
              <a:gd name="csY1620" fmla="*/ 3215494 h 3967305"/>
              <a:gd name="csX1621" fmla="*/ 1968595 w 5872039"/>
              <a:gd name="csY1621" fmla="*/ 3248136 h 3967305"/>
              <a:gd name="csX1622" fmla="*/ 1975562 w 5872039"/>
              <a:gd name="csY1622" fmla="*/ 3254124 h 3967305"/>
              <a:gd name="csX1623" fmla="*/ 2010304 w 5872039"/>
              <a:gd name="csY1623" fmla="*/ 3243603 h 3967305"/>
              <a:gd name="csX1624" fmla="*/ 2477784 w 5872039"/>
              <a:gd name="csY1624" fmla="*/ 3206579 h 3967305"/>
              <a:gd name="csX1625" fmla="*/ 2462475 w 5872039"/>
              <a:gd name="csY1625" fmla="*/ 3215927 h 3967305"/>
              <a:gd name="csX1626" fmla="*/ 2456776 w 5872039"/>
              <a:gd name="csY1626" fmla="*/ 3220884 h 3967305"/>
              <a:gd name="csX1627" fmla="*/ 2497330 w 5872039"/>
              <a:gd name="csY1627" fmla="*/ 3235701 h 3967305"/>
              <a:gd name="csX1628" fmla="*/ 2516202 w 5872039"/>
              <a:gd name="csY1628" fmla="*/ 3213589 h 3967305"/>
              <a:gd name="csX1629" fmla="*/ 2506144 w 5872039"/>
              <a:gd name="csY1629" fmla="*/ 3210632 h 3967305"/>
              <a:gd name="csX1630" fmla="*/ 2329088 w 5872039"/>
              <a:gd name="csY1630" fmla="*/ 3204241 h 3967305"/>
              <a:gd name="csX1631" fmla="*/ 2310068 w 5872039"/>
              <a:gd name="csY1631" fmla="*/ 3209203 h 3967305"/>
              <a:gd name="csX1632" fmla="*/ 2304770 w 5872039"/>
              <a:gd name="csY1632" fmla="*/ 3211233 h 3967305"/>
              <a:gd name="csX1633" fmla="*/ 2343312 w 5872039"/>
              <a:gd name="csY1633" fmla="*/ 3224408 h 3967305"/>
              <a:gd name="csX1634" fmla="*/ 2362712 w 5872039"/>
              <a:gd name="csY1634" fmla="*/ 3212379 h 3967305"/>
              <a:gd name="csX1635" fmla="*/ 2995819 w 5872039"/>
              <a:gd name="csY1635" fmla="*/ 3203880 h 3967305"/>
              <a:gd name="csX1636" fmla="*/ 2983373 w 5872039"/>
              <a:gd name="csY1636" fmla="*/ 3246340 h 3967305"/>
              <a:gd name="csX1637" fmla="*/ 3029427 w 5872039"/>
              <a:gd name="csY1637" fmla="*/ 3266694 h 3967305"/>
              <a:gd name="csX1638" fmla="*/ 3030287 w 5872039"/>
              <a:gd name="csY1638" fmla="*/ 3258580 h 3967305"/>
              <a:gd name="csX1639" fmla="*/ 3040059 w 5872039"/>
              <a:gd name="csY1639" fmla="*/ 3218406 h 3967305"/>
              <a:gd name="csX1640" fmla="*/ 2221184 w 5872039"/>
              <a:gd name="csY1640" fmla="*/ 3201990 h 3967305"/>
              <a:gd name="csX1641" fmla="*/ 2213775 w 5872039"/>
              <a:gd name="csY1641" fmla="*/ 3202898 h 3967305"/>
              <a:gd name="csX1642" fmla="*/ 2201148 w 5872039"/>
              <a:gd name="csY1642" fmla="*/ 3205901 h 3967305"/>
              <a:gd name="csX1643" fmla="*/ 2206874 w 5872039"/>
              <a:gd name="csY1643" fmla="*/ 3208065 h 3967305"/>
              <a:gd name="csX1644" fmla="*/ 2237716 w 5872039"/>
              <a:gd name="csY1644" fmla="*/ 3221709 h 3967305"/>
              <a:gd name="csX1645" fmla="*/ 2248231 w 5872039"/>
              <a:gd name="csY1645" fmla="*/ 3216940 h 3967305"/>
              <a:gd name="csX1646" fmla="*/ 2260985 w 5872039"/>
              <a:gd name="csY1646" fmla="*/ 3212059 h 3967305"/>
              <a:gd name="csX1647" fmla="*/ 4323186 w 5872039"/>
              <a:gd name="csY1647" fmla="*/ 3201888 h 3967305"/>
              <a:gd name="csX1648" fmla="*/ 4273193 w 5872039"/>
              <a:gd name="csY1648" fmla="*/ 3235218 h 3967305"/>
              <a:gd name="csX1649" fmla="*/ 4307744 w 5872039"/>
              <a:gd name="csY1649" fmla="*/ 3257098 h 3967305"/>
              <a:gd name="csX1650" fmla="*/ 4308579 w 5872039"/>
              <a:gd name="csY1650" fmla="*/ 3257575 h 3967305"/>
              <a:gd name="csX1651" fmla="*/ 4310371 w 5872039"/>
              <a:gd name="csY1651" fmla="*/ 3256307 h 3967305"/>
              <a:gd name="csX1652" fmla="*/ 4361304 w 5872039"/>
              <a:gd name="csY1652" fmla="*/ 3226891 h 3967305"/>
              <a:gd name="csX1653" fmla="*/ 2808353 w 5872039"/>
              <a:gd name="csY1653" fmla="*/ 3201372 h 3967305"/>
              <a:gd name="csX1654" fmla="*/ 2791405 w 5872039"/>
              <a:gd name="csY1654" fmla="*/ 3234936 h 3967305"/>
              <a:gd name="csX1655" fmla="*/ 2836540 w 5872039"/>
              <a:gd name="csY1655" fmla="*/ 3251290 h 3967305"/>
              <a:gd name="csX1656" fmla="*/ 2840521 w 5872039"/>
              <a:gd name="csY1656" fmla="*/ 3236042 h 3967305"/>
              <a:gd name="csX1657" fmla="*/ 2849647 w 5872039"/>
              <a:gd name="csY1657" fmla="*/ 3214434 h 3967305"/>
              <a:gd name="csX1658" fmla="*/ 2618315 w 5872039"/>
              <a:gd name="csY1658" fmla="*/ 3200544 h 3967305"/>
              <a:gd name="csX1659" fmla="*/ 2597860 w 5872039"/>
              <a:gd name="csY1659" fmla="*/ 3222225 h 3967305"/>
              <a:gd name="csX1660" fmla="*/ 2640957 w 5872039"/>
              <a:gd name="csY1660" fmla="*/ 3234884 h 3967305"/>
              <a:gd name="csX1661" fmla="*/ 2649945 w 5872039"/>
              <a:gd name="csY1661" fmla="*/ 3218440 h 3967305"/>
              <a:gd name="csX1662" fmla="*/ 2656921 w 5872039"/>
              <a:gd name="csY1662" fmla="*/ 3209229 h 3967305"/>
              <a:gd name="csX1663" fmla="*/ 2011406 w 5872039"/>
              <a:gd name="csY1663" fmla="*/ 3199740 h 3967305"/>
              <a:gd name="csX1664" fmla="*/ 1981751 w 5872039"/>
              <a:gd name="csY1664" fmla="*/ 3205021 h 3967305"/>
              <a:gd name="csX1665" fmla="*/ 2028284 w 5872039"/>
              <a:gd name="csY1665" fmla="*/ 3238071 h 3967305"/>
              <a:gd name="csX1666" fmla="*/ 2028366 w 5872039"/>
              <a:gd name="csY1666" fmla="*/ 3238133 h 3967305"/>
              <a:gd name="csX1667" fmla="*/ 2042406 w 5872039"/>
              <a:gd name="csY1667" fmla="*/ 3233880 h 3967305"/>
              <a:gd name="csX1668" fmla="*/ 2059890 w 5872039"/>
              <a:gd name="csY1668" fmla="*/ 3228675 h 3967305"/>
              <a:gd name="csX1669" fmla="*/ 2423071 w 5872039"/>
              <a:gd name="csY1669" fmla="*/ 3198759 h 3967305"/>
              <a:gd name="csX1670" fmla="*/ 2403473 w 5872039"/>
              <a:gd name="csY1670" fmla="*/ 3207055 h 3967305"/>
              <a:gd name="csX1671" fmla="*/ 2439944 w 5872039"/>
              <a:gd name="csY1671" fmla="*/ 3215873 h 3967305"/>
              <a:gd name="csX1672" fmla="*/ 2454276 w 5872039"/>
              <a:gd name="csY1672" fmla="*/ 3203421 h 3967305"/>
              <a:gd name="csX1673" fmla="*/ 2454545 w 5872039"/>
              <a:gd name="csY1673" fmla="*/ 3203257 h 3967305"/>
              <a:gd name="csX1674" fmla="*/ 5203664 w 5872039"/>
              <a:gd name="csY1674" fmla="*/ 3197270 h 3967305"/>
              <a:gd name="csX1675" fmla="*/ 4923619 w 5872039"/>
              <a:gd name="csY1675" fmla="*/ 3224510 h 3967305"/>
              <a:gd name="csX1676" fmla="*/ 4709520 w 5872039"/>
              <a:gd name="csY1676" fmla="*/ 3290639 h 3967305"/>
              <a:gd name="csX1677" fmla="*/ 4659952 w 5872039"/>
              <a:gd name="csY1677" fmla="*/ 3314133 h 3967305"/>
              <a:gd name="csX1678" fmla="*/ 4694922 w 5872039"/>
              <a:gd name="csY1678" fmla="*/ 3333793 h 3967305"/>
              <a:gd name="csX1679" fmla="*/ 4776832 w 5872039"/>
              <a:gd name="csY1679" fmla="*/ 3298808 h 3967305"/>
              <a:gd name="csX1680" fmla="*/ 4984645 w 5872039"/>
              <a:gd name="csY1680" fmla="*/ 3239859 h 3967305"/>
              <a:gd name="csX1681" fmla="*/ 5503382 w 5872039"/>
              <a:gd name="csY1681" fmla="*/ 3219959 h 3967305"/>
              <a:gd name="csX1682" fmla="*/ 5579674 w 5872039"/>
              <a:gd name="csY1682" fmla="*/ 3225920 h 3967305"/>
              <a:gd name="csX1683" fmla="*/ 5572219 w 5872039"/>
              <a:gd name="csY1683" fmla="*/ 3222888 h 3967305"/>
              <a:gd name="csX1684" fmla="*/ 5477059 w 5872039"/>
              <a:gd name="csY1684" fmla="*/ 3212006 h 3967305"/>
              <a:gd name="csX1685" fmla="*/ 5203664 w 5872039"/>
              <a:gd name="csY1685" fmla="*/ 3197270 h 3967305"/>
              <a:gd name="csX1686" fmla="*/ 4442733 w 5872039"/>
              <a:gd name="csY1686" fmla="*/ 3196984 h 3967305"/>
              <a:gd name="csX1687" fmla="*/ 4389613 w 5872039"/>
              <a:gd name="csY1687" fmla="*/ 3227706 h 3967305"/>
              <a:gd name="csX1688" fmla="*/ 4393969 w 5872039"/>
              <a:gd name="csY1688" fmla="*/ 3230563 h 3967305"/>
              <a:gd name="csX1689" fmla="*/ 4425258 w 5872039"/>
              <a:gd name="csY1689" fmla="*/ 3249485 h 3967305"/>
              <a:gd name="csX1690" fmla="*/ 4478220 w 5872039"/>
              <a:gd name="csY1690" fmla="*/ 3220910 h 3967305"/>
              <a:gd name="csX1691" fmla="*/ 4472603 w 5872039"/>
              <a:gd name="csY1691" fmla="*/ 3217316 h 3967305"/>
              <a:gd name="csX1692" fmla="*/ 2269586 w 5872039"/>
              <a:gd name="csY1692" fmla="*/ 3196062 h 3967305"/>
              <a:gd name="csX1693" fmla="*/ 2262008 w 5872039"/>
              <a:gd name="csY1693" fmla="*/ 3196990 h 3967305"/>
              <a:gd name="csX1694" fmla="*/ 2266218 w 5872039"/>
              <a:gd name="csY1694" fmla="*/ 3198055 h 3967305"/>
              <a:gd name="csX1695" fmla="*/ 2282783 w 5872039"/>
              <a:gd name="csY1695" fmla="*/ 3203717 h 3967305"/>
              <a:gd name="csX1696" fmla="*/ 2294580 w 5872039"/>
              <a:gd name="csY1696" fmla="*/ 3199203 h 3967305"/>
              <a:gd name="csX1697" fmla="*/ 4046317 w 5872039"/>
              <a:gd name="csY1697" fmla="*/ 3194767 h 3967305"/>
              <a:gd name="csX1698" fmla="*/ 4035568 w 5872039"/>
              <a:gd name="csY1698" fmla="*/ 3203249 h 3967305"/>
              <a:gd name="csX1699" fmla="*/ 4002289 w 5872039"/>
              <a:gd name="csY1699" fmla="*/ 3233360 h 3967305"/>
              <a:gd name="csX1700" fmla="*/ 4040576 w 5872039"/>
              <a:gd name="csY1700" fmla="*/ 3256107 h 3967305"/>
              <a:gd name="csX1701" fmla="*/ 4084904 w 5872039"/>
              <a:gd name="csY1701" fmla="*/ 3218183 h 3967305"/>
              <a:gd name="csX1702" fmla="*/ 4070573 w 5872039"/>
              <a:gd name="csY1702" fmla="*/ 3209401 h 3967305"/>
              <a:gd name="csX1703" fmla="*/ 2063730 w 5872039"/>
              <a:gd name="csY1703" fmla="*/ 3193738 h 3967305"/>
              <a:gd name="csX1704" fmla="*/ 2035647 w 5872039"/>
              <a:gd name="csY1704" fmla="*/ 3196924 h 3967305"/>
              <a:gd name="csX1705" fmla="*/ 2079216 w 5872039"/>
              <a:gd name="csY1705" fmla="*/ 3222920 h 3967305"/>
              <a:gd name="csX1706" fmla="*/ 2106725 w 5872039"/>
              <a:gd name="csY1706" fmla="*/ 3214730 h 3967305"/>
              <a:gd name="csX1707" fmla="*/ 2383970 w 5872039"/>
              <a:gd name="csY1707" fmla="*/ 3193170 h 3967305"/>
              <a:gd name="csX1708" fmla="*/ 2371449 w 5872039"/>
              <a:gd name="csY1708" fmla="*/ 3193189 h 3967305"/>
              <a:gd name="csX1709" fmla="*/ 2359268 w 5872039"/>
              <a:gd name="csY1709" fmla="*/ 3196367 h 3967305"/>
              <a:gd name="csX1710" fmla="*/ 2380325 w 5872039"/>
              <a:gd name="csY1710" fmla="*/ 3201458 h 3967305"/>
              <a:gd name="csX1711" fmla="*/ 2384317 w 5872039"/>
              <a:gd name="csY1711" fmla="*/ 3198983 h 3967305"/>
              <a:gd name="csX1712" fmla="*/ 2394516 w 5872039"/>
              <a:gd name="csY1712" fmla="*/ 3194678 h 3967305"/>
              <a:gd name="csX1713" fmla="*/ 2567455 w 5872039"/>
              <a:gd name="csY1713" fmla="*/ 3189102 h 3967305"/>
              <a:gd name="csX1714" fmla="*/ 2545713 w 5872039"/>
              <a:gd name="csY1714" fmla="*/ 3206909 h 3967305"/>
              <a:gd name="csX1715" fmla="*/ 2582803 w 5872039"/>
              <a:gd name="csY1715" fmla="*/ 3217803 h 3967305"/>
              <a:gd name="csX1716" fmla="*/ 2585712 w 5872039"/>
              <a:gd name="csY1716" fmla="*/ 3213311 h 3967305"/>
              <a:gd name="csX1717" fmla="*/ 2601415 w 5872039"/>
              <a:gd name="csY1717" fmla="*/ 3196741 h 3967305"/>
              <a:gd name="csX1718" fmla="*/ 2154592 w 5872039"/>
              <a:gd name="csY1718" fmla="*/ 3188307 h 3967305"/>
              <a:gd name="csX1719" fmla="*/ 2176630 w 5872039"/>
              <a:gd name="csY1719" fmla="*/ 3196635 h 3967305"/>
              <a:gd name="csX1720" fmla="*/ 2188686 w 5872039"/>
              <a:gd name="csY1720" fmla="*/ 3193769 h 3967305"/>
              <a:gd name="csX1721" fmla="*/ 2167630 w 5872039"/>
              <a:gd name="csY1721" fmla="*/ 3188442 h 3967305"/>
              <a:gd name="csX1722" fmla="*/ 2112291 w 5872039"/>
              <a:gd name="csY1722" fmla="*/ 3188229 h 3967305"/>
              <a:gd name="csX1723" fmla="*/ 2091208 w 5872039"/>
              <a:gd name="csY1723" fmla="*/ 3190621 h 3967305"/>
              <a:gd name="csX1724" fmla="*/ 2127762 w 5872039"/>
              <a:gd name="csY1724" fmla="*/ 3208465 h 3967305"/>
              <a:gd name="csX1725" fmla="*/ 2131265 w 5872039"/>
              <a:gd name="csY1725" fmla="*/ 3207423 h 3967305"/>
              <a:gd name="csX1726" fmla="*/ 2150792 w 5872039"/>
              <a:gd name="csY1726" fmla="*/ 3202779 h 3967305"/>
              <a:gd name="csX1727" fmla="*/ 2753750 w 5872039"/>
              <a:gd name="csY1727" fmla="*/ 3187143 h 3967305"/>
              <a:gd name="csX1728" fmla="*/ 2736616 w 5872039"/>
              <a:gd name="csY1728" fmla="*/ 3215084 h 3967305"/>
              <a:gd name="csX1729" fmla="*/ 2777233 w 5872039"/>
              <a:gd name="csY1729" fmla="*/ 3229801 h 3967305"/>
              <a:gd name="csX1730" fmla="*/ 2793985 w 5872039"/>
              <a:gd name="csY1730" fmla="*/ 3196827 h 3967305"/>
              <a:gd name="csX1731" fmla="*/ 2773052 w 5872039"/>
              <a:gd name="csY1731" fmla="*/ 3190206 h 3967305"/>
              <a:gd name="csX1732" fmla="*/ 2511300 w 5872039"/>
              <a:gd name="csY1732" fmla="*/ 3186521 h 3967305"/>
              <a:gd name="csX1733" fmla="*/ 2509260 w 5872039"/>
              <a:gd name="csY1733" fmla="*/ 3187358 h 3967305"/>
              <a:gd name="csX1734" fmla="*/ 2497562 w 5872039"/>
              <a:gd name="csY1734" fmla="*/ 3194501 h 3967305"/>
              <a:gd name="csX1735" fmla="*/ 2509041 w 5872039"/>
              <a:gd name="csY1735" fmla="*/ 3196137 h 3967305"/>
              <a:gd name="csX1736" fmla="*/ 2528620 w 5872039"/>
              <a:gd name="csY1736" fmla="*/ 3201888 h 3967305"/>
              <a:gd name="csX1737" fmla="*/ 2545483 w 5872039"/>
              <a:gd name="csY1737" fmla="*/ 3188045 h 3967305"/>
              <a:gd name="csX1738" fmla="*/ 3125099 w 5872039"/>
              <a:gd name="csY1738" fmla="*/ 3186368 h 3967305"/>
              <a:gd name="csX1739" fmla="*/ 3115610 w 5872039"/>
              <a:gd name="csY1739" fmla="*/ 3233883 h 3967305"/>
              <a:gd name="csX1740" fmla="*/ 3189071 w 5872039"/>
              <a:gd name="csY1740" fmla="*/ 3265701 h 3967305"/>
              <a:gd name="csX1741" fmla="*/ 3390166 w 5872039"/>
              <a:gd name="csY1741" fmla="*/ 3371761 h 3967305"/>
              <a:gd name="csX1742" fmla="*/ 3622221 w 5872039"/>
              <a:gd name="csY1742" fmla="*/ 3492380 h 3967305"/>
              <a:gd name="csX1743" fmla="*/ 3687149 w 5872039"/>
              <a:gd name="csY1743" fmla="*/ 3519125 h 3967305"/>
              <a:gd name="csX1744" fmla="*/ 3722459 w 5872039"/>
              <a:gd name="csY1744" fmla="*/ 3483914 h 3967305"/>
              <a:gd name="csX1745" fmla="*/ 3703541 w 5872039"/>
              <a:gd name="csY1745" fmla="*/ 3475802 h 3967305"/>
              <a:gd name="csX1746" fmla="*/ 3483706 w 5872039"/>
              <a:gd name="csY1746" fmla="*/ 3359882 h 3967305"/>
              <a:gd name="csX1747" fmla="*/ 3253006 w 5872039"/>
              <a:gd name="csY1747" fmla="*/ 3238685 h 3967305"/>
              <a:gd name="csX1748" fmla="*/ 2939714 w 5872039"/>
              <a:gd name="csY1748" fmla="*/ 3185458 h 3967305"/>
              <a:gd name="csX1749" fmla="*/ 2926505 w 5872039"/>
              <a:gd name="csY1749" fmla="*/ 3223192 h 3967305"/>
              <a:gd name="csX1750" fmla="*/ 2942284 w 5872039"/>
              <a:gd name="csY1750" fmla="*/ 3228180 h 3967305"/>
              <a:gd name="csX1751" fmla="*/ 2969993 w 5872039"/>
              <a:gd name="csY1751" fmla="*/ 3240427 h 3967305"/>
              <a:gd name="csX1752" fmla="*/ 2981990 w 5872039"/>
              <a:gd name="csY1752" fmla="*/ 3199340 h 3967305"/>
              <a:gd name="csX1753" fmla="*/ 2465180 w 5872039"/>
              <a:gd name="csY1753" fmla="*/ 3184464 h 3967305"/>
              <a:gd name="csX1754" fmla="*/ 2451910 w 5872039"/>
              <a:gd name="csY1754" fmla="*/ 3187994 h 3967305"/>
              <a:gd name="csX1755" fmla="*/ 2474359 w 5872039"/>
              <a:gd name="csY1755" fmla="*/ 3191194 h 3967305"/>
              <a:gd name="csX1756" fmla="*/ 2484031 w 5872039"/>
              <a:gd name="csY1756" fmla="*/ 3185305 h 3967305"/>
              <a:gd name="csX1757" fmla="*/ 4158501 w 5872039"/>
              <a:gd name="csY1757" fmla="*/ 3180383 h 3967305"/>
              <a:gd name="csX1758" fmla="*/ 4110418 w 5872039"/>
              <a:gd name="csY1758" fmla="*/ 3216396 h 3967305"/>
              <a:gd name="csX1759" fmla="*/ 4148526 w 5872039"/>
              <a:gd name="csY1759" fmla="*/ 3239747 h 3967305"/>
              <a:gd name="csX1760" fmla="*/ 4168360 w 5872039"/>
              <a:gd name="csY1760" fmla="*/ 3223751 h 3967305"/>
              <a:gd name="csX1761" fmla="*/ 4196163 w 5872039"/>
              <a:gd name="csY1761" fmla="*/ 3204085 h 3967305"/>
              <a:gd name="csX1762" fmla="*/ 4168251 w 5872039"/>
              <a:gd name="csY1762" fmla="*/ 3186415 h 3967305"/>
              <a:gd name="csX1763" fmla="*/ 2698818 w 5872039"/>
              <a:gd name="csY1763" fmla="*/ 3178424 h 3967305"/>
              <a:gd name="csX1764" fmla="*/ 2682719 w 5872039"/>
              <a:gd name="csY1764" fmla="*/ 3199788 h 3967305"/>
              <a:gd name="csX1765" fmla="*/ 2713416 w 5872039"/>
              <a:gd name="csY1765" fmla="*/ 3206677 h 3967305"/>
              <a:gd name="csX1766" fmla="*/ 2722342 w 5872039"/>
              <a:gd name="csY1766" fmla="*/ 3209911 h 3967305"/>
              <a:gd name="csX1767" fmla="*/ 2737929 w 5872039"/>
              <a:gd name="csY1767" fmla="*/ 3184631 h 3967305"/>
              <a:gd name="csX1768" fmla="*/ 1848778 w 5872039"/>
              <a:gd name="csY1768" fmla="*/ 3170838 h 3967305"/>
              <a:gd name="csX1769" fmla="*/ 1813618 w 5872039"/>
              <a:gd name="csY1769" fmla="*/ 3174730 h 3967305"/>
              <a:gd name="csX1770" fmla="*/ 1860157 w 5872039"/>
              <a:gd name="csY1770" fmla="*/ 3214198 h 3967305"/>
              <a:gd name="csX1771" fmla="*/ 1882984 w 5872039"/>
              <a:gd name="csY1771" fmla="*/ 3209240 h 3967305"/>
              <a:gd name="csX1772" fmla="*/ 1893814 w 5872039"/>
              <a:gd name="csY1772" fmla="*/ 3207049 h 3967305"/>
              <a:gd name="csX1773" fmla="*/ 2650864 w 5872039"/>
              <a:gd name="csY1773" fmla="*/ 3170812 h 3967305"/>
              <a:gd name="csX1774" fmla="*/ 2636748 w 5872039"/>
              <a:gd name="csY1774" fmla="*/ 3181005 h 3967305"/>
              <a:gd name="csX1775" fmla="*/ 2630157 w 5872039"/>
              <a:gd name="csY1775" fmla="*/ 3187991 h 3967305"/>
              <a:gd name="csX1776" fmla="*/ 2666780 w 5872039"/>
              <a:gd name="csY1776" fmla="*/ 3196211 h 3967305"/>
              <a:gd name="csX1777" fmla="*/ 2682244 w 5872039"/>
              <a:gd name="csY1777" fmla="*/ 3175793 h 3967305"/>
              <a:gd name="csX1778" fmla="*/ 2884214 w 5872039"/>
              <a:gd name="csY1778" fmla="*/ 3170524 h 3967305"/>
              <a:gd name="csX1779" fmla="*/ 2869657 w 5872039"/>
              <a:gd name="csY1779" fmla="*/ 3205223 h 3967305"/>
              <a:gd name="csX1780" fmla="*/ 2912576 w 5872039"/>
              <a:gd name="csY1780" fmla="*/ 3218790 h 3967305"/>
              <a:gd name="csX1781" fmla="*/ 2925807 w 5872039"/>
              <a:gd name="csY1781" fmla="*/ 3180892 h 3967305"/>
              <a:gd name="csX1782" fmla="*/ 2918948 w 5872039"/>
              <a:gd name="csY1782" fmla="*/ 3178640 h 3967305"/>
              <a:gd name="csX1783" fmla="*/ 2567907 w 5872039"/>
              <a:gd name="csY1783" fmla="*/ 3170348 h 3967305"/>
              <a:gd name="csX1784" fmla="*/ 2548161 w 5872039"/>
              <a:gd name="csY1784" fmla="*/ 3171393 h 3967305"/>
              <a:gd name="csX1785" fmla="*/ 2543983 w 5872039"/>
              <a:gd name="csY1785" fmla="*/ 3173108 h 3967305"/>
              <a:gd name="csX1786" fmla="*/ 2562673 w 5872039"/>
              <a:gd name="csY1786" fmla="*/ 3173933 h 3967305"/>
              <a:gd name="csX1787" fmla="*/ 2565154 w 5872039"/>
              <a:gd name="csY1787" fmla="*/ 3171897 h 3967305"/>
              <a:gd name="csX1788" fmla="*/ 4273501 w 5872039"/>
              <a:gd name="csY1788" fmla="*/ 3169298 h 3967305"/>
              <a:gd name="csX1789" fmla="*/ 4261503 w 5872039"/>
              <a:gd name="csY1789" fmla="*/ 3176136 h 3967305"/>
              <a:gd name="csX1790" fmla="*/ 4222980 w 5872039"/>
              <a:gd name="csY1790" fmla="*/ 3203421 h 3967305"/>
              <a:gd name="csX1791" fmla="*/ 4259376 w 5872039"/>
              <a:gd name="csY1791" fmla="*/ 3226468 h 3967305"/>
              <a:gd name="csX1792" fmla="*/ 4309638 w 5872039"/>
              <a:gd name="csY1792" fmla="*/ 3193002 h 3967305"/>
              <a:gd name="csX1793" fmla="*/ 3067433 w 5872039"/>
              <a:gd name="csY1793" fmla="*/ 3168677 h 3967305"/>
              <a:gd name="csX1794" fmla="*/ 3057751 w 5872039"/>
              <a:gd name="csY1794" fmla="*/ 3208822 h 3967305"/>
              <a:gd name="csX1795" fmla="*/ 3101625 w 5872039"/>
              <a:gd name="csY1795" fmla="*/ 3227825 h 3967305"/>
              <a:gd name="csX1796" fmla="*/ 3110980 w 5872039"/>
              <a:gd name="csY1796" fmla="*/ 3181405 h 3967305"/>
              <a:gd name="csX1797" fmla="*/ 2627931 w 5872039"/>
              <a:gd name="csY1797" fmla="*/ 3167172 h 3967305"/>
              <a:gd name="csX1798" fmla="*/ 2601172 w 5872039"/>
              <a:gd name="csY1798" fmla="*/ 3168588 h 3967305"/>
              <a:gd name="csX1799" fmla="*/ 2584734 w 5872039"/>
              <a:gd name="csY1799" fmla="*/ 3177797 h 3967305"/>
              <a:gd name="csX1800" fmla="*/ 2613293 w 5872039"/>
              <a:gd name="csY1800" fmla="*/ 3184206 h 3967305"/>
              <a:gd name="csX1801" fmla="*/ 2627117 w 5872039"/>
              <a:gd name="csY1801" fmla="*/ 3169619 h 3967305"/>
              <a:gd name="csX1802" fmla="*/ 2630048 w 5872039"/>
              <a:gd name="csY1802" fmla="*/ 3167508 h 3967305"/>
              <a:gd name="csX1803" fmla="*/ 2042970 w 5872039"/>
              <a:gd name="csY1803" fmla="*/ 3167074 h 3967305"/>
              <a:gd name="csX1804" fmla="*/ 2066447 w 5872039"/>
              <a:gd name="csY1804" fmla="*/ 3178534 h 3967305"/>
              <a:gd name="csX1805" fmla="*/ 2081106 w 5872039"/>
              <a:gd name="csY1805" fmla="*/ 3176874 h 3967305"/>
              <a:gd name="csX1806" fmla="*/ 2052081 w 5872039"/>
              <a:gd name="csY1806" fmla="*/ 3168473 h 3967305"/>
              <a:gd name="csX1807" fmla="*/ 5157876 w 5872039"/>
              <a:gd name="csY1807" fmla="*/ 3166922 h 3967305"/>
              <a:gd name="csX1808" fmla="*/ 4859844 w 5872039"/>
              <a:gd name="csY1808" fmla="*/ 3194478 h 3967305"/>
              <a:gd name="csX1809" fmla="*/ 4691943 w 5872039"/>
              <a:gd name="csY1809" fmla="*/ 3245945 h 3967305"/>
              <a:gd name="csX1810" fmla="*/ 4607866 w 5872039"/>
              <a:gd name="csY1810" fmla="*/ 3284851 h 3967305"/>
              <a:gd name="csX1811" fmla="*/ 4644132 w 5872039"/>
              <a:gd name="csY1811" fmla="*/ 3305239 h 3967305"/>
              <a:gd name="csX1812" fmla="*/ 4704490 w 5872039"/>
              <a:gd name="csY1812" fmla="*/ 3276647 h 3967305"/>
              <a:gd name="csX1813" fmla="*/ 4920656 w 5872039"/>
              <a:gd name="csY1813" fmla="*/ 3209961 h 3967305"/>
              <a:gd name="csX1814" fmla="*/ 5477977 w 5872039"/>
              <a:gd name="csY1814" fmla="*/ 3197190 h 3967305"/>
              <a:gd name="csX1815" fmla="*/ 5521174 w 5872039"/>
              <a:gd name="csY1815" fmla="*/ 3202132 h 3967305"/>
              <a:gd name="csX1816" fmla="*/ 5519446 w 5872039"/>
              <a:gd name="csY1816" fmla="*/ 3201429 h 3967305"/>
              <a:gd name="csX1817" fmla="*/ 5449284 w 5872039"/>
              <a:gd name="csY1817" fmla="*/ 3190796 h 3967305"/>
              <a:gd name="csX1818" fmla="*/ 5157876 w 5872039"/>
              <a:gd name="csY1818" fmla="*/ 3166922 h 3967305"/>
              <a:gd name="csX1819" fmla="*/ 1900307 w 5872039"/>
              <a:gd name="csY1819" fmla="*/ 3166440 h 3967305"/>
              <a:gd name="csX1820" fmla="*/ 1871038 w 5872039"/>
              <a:gd name="csY1820" fmla="*/ 3168375 h 3967305"/>
              <a:gd name="csX1821" fmla="*/ 1866609 w 5872039"/>
              <a:gd name="csY1821" fmla="*/ 3168865 h 3967305"/>
              <a:gd name="csX1822" fmla="*/ 1911206 w 5872039"/>
              <a:gd name="csY1822" fmla="*/ 3203529 h 3967305"/>
              <a:gd name="csX1823" fmla="*/ 1943782 w 5872039"/>
              <a:gd name="csY1823" fmla="*/ 3196937 h 3967305"/>
              <a:gd name="csX1824" fmla="*/ 1982902 w 5872039"/>
              <a:gd name="csY1824" fmla="*/ 3165454 h 3967305"/>
              <a:gd name="csX1825" fmla="*/ 2014653 w 5872039"/>
              <a:gd name="csY1825" fmla="*/ 3184398 h 3967305"/>
              <a:gd name="csX1826" fmla="*/ 2038963 w 5872039"/>
              <a:gd name="csY1826" fmla="*/ 3181646 h 3967305"/>
              <a:gd name="csX1827" fmla="*/ 2015153 w 5872039"/>
              <a:gd name="csY1827" fmla="*/ 3170020 h 3967305"/>
              <a:gd name="csX1828" fmla="*/ 2004848 w 5872039"/>
              <a:gd name="csY1828" fmla="*/ 3165929 h 3967305"/>
              <a:gd name="csX1829" fmla="*/ 1931922 w 5872039"/>
              <a:gd name="csY1829" fmla="*/ 3164350 h 3967305"/>
              <a:gd name="csX1830" fmla="*/ 1924749 w 5872039"/>
              <a:gd name="csY1830" fmla="*/ 3164824 h 3967305"/>
              <a:gd name="csX1831" fmla="*/ 1929202 w 5872039"/>
              <a:gd name="csY1831" fmla="*/ 3167701 h 3967305"/>
              <a:gd name="csX1832" fmla="*/ 1964843 w 5872039"/>
              <a:gd name="csY1832" fmla="*/ 3193013 h 3967305"/>
              <a:gd name="csX1833" fmla="*/ 1992027 w 5872039"/>
              <a:gd name="csY1833" fmla="*/ 3188176 h 3967305"/>
              <a:gd name="csX1834" fmla="*/ 1952864 w 5872039"/>
              <a:gd name="csY1834" fmla="*/ 3164803 h 3967305"/>
              <a:gd name="csX1835" fmla="*/ 4393168 w 5872039"/>
              <a:gd name="csY1835" fmla="*/ 3163245 h 3967305"/>
              <a:gd name="csX1836" fmla="*/ 4337242 w 5872039"/>
              <a:gd name="csY1836" fmla="*/ 3193358 h 3967305"/>
              <a:gd name="csX1837" fmla="*/ 4375696 w 5872039"/>
              <a:gd name="csY1837" fmla="*/ 3218579 h 3967305"/>
              <a:gd name="csX1838" fmla="*/ 4429126 w 5872039"/>
              <a:gd name="csY1838" fmla="*/ 3187721 h 3967305"/>
              <a:gd name="csX1839" fmla="*/ 2833626 w 5872039"/>
              <a:gd name="csY1839" fmla="*/ 3159011 h 3967305"/>
              <a:gd name="csX1840" fmla="*/ 2823097 w 5872039"/>
              <a:gd name="csY1840" fmla="*/ 3172174 h 3967305"/>
              <a:gd name="csX1841" fmla="*/ 2815115 w 5872039"/>
              <a:gd name="csY1841" fmla="*/ 3187982 h 3967305"/>
              <a:gd name="csX1842" fmla="*/ 2855436 w 5872039"/>
              <a:gd name="csY1842" fmla="*/ 3200727 h 3967305"/>
              <a:gd name="csX1843" fmla="*/ 2869631 w 5872039"/>
              <a:gd name="csY1843" fmla="*/ 3167116 h 3967305"/>
              <a:gd name="csX1844" fmla="*/ 2837068 w 5872039"/>
              <a:gd name="csY1844" fmla="*/ 3159507 h 3967305"/>
              <a:gd name="csX1845" fmla="*/ 3013718 w 5872039"/>
              <a:gd name="csY1845" fmla="*/ 3152979 h 3967305"/>
              <a:gd name="csX1846" fmla="*/ 3007150 w 5872039"/>
              <a:gd name="csY1846" fmla="*/ 3165222 h 3967305"/>
              <a:gd name="csX1847" fmla="*/ 3000027 w 5872039"/>
              <a:gd name="csY1847" fmla="*/ 3189522 h 3967305"/>
              <a:gd name="csX1848" fmla="*/ 3043610 w 5872039"/>
              <a:gd name="csY1848" fmla="*/ 3203806 h 3967305"/>
              <a:gd name="csX1849" fmla="*/ 3053168 w 5872039"/>
              <a:gd name="csY1849" fmla="*/ 3164508 h 3967305"/>
              <a:gd name="csX1850" fmla="*/ 2783045 w 5872039"/>
              <a:gd name="csY1850" fmla="*/ 3151715 h 3967305"/>
              <a:gd name="csX1851" fmla="*/ 2763002 w 5872039"/>
              <a:gd name="csY1851" fmla="*/ 3173053 h 3967305"/>
              <a:gd name="csX1852" fmla="*/ 2776550 w 5872039"/>
              <a:gd name="csY1852" fmla="*/ 3175791 h 3967305"/>
              <a:gd name="csX1853" fmla="*/ 2800780 w 5872039"/>
              <a:gd name="csY1853" fmla="*/ 3183451 h 3967305"/>
              <a:gd name="csX1854" fmla="*/ 2810795 w 5872039"/>
              <a:gd name="csY1854" fmla="*/ 3163737 h 3967305"/>
              <a:gd name="csX1855" fmla="*/ 2816564 w 5872039"/>
              <a:gd name="csY1855" fmla="*/ 3156550 h 3967305"/>
              <a:gd name="csX1856" fmla="*/ 2657301 w 5872039"/>
              <a:gd name="csY1856" fmla="*/ 3147886 h 3967305"/>
              <a:gd name="csX1857" fmla="*/ 2641086 w 5872039"/>
              <a:gd name="csY1857" fmla="*/ 3149164 h 3967305"/>
              <a:gd name="csX1858" fmla="*/ 2630909 w 5872039"/>
              <a:gd name="csY1858" fmla="*/ 3152630 h 3967305"/>
              <a:gd name="csX1859" fmla="*/ 2648062 w 5872039"/>
              <a:gd name="csY1859" fmla="*/ 3154538 h 3967305"/>
              <a:gd name="csX1860" fmla="*/ 4105832 w 5872039"/>
              <a:gd name="csY1860" fmla="*/ 3147798 h 3967305"/>
              <a:gd name="csX1861" fmla="*/ 4058772 w 5872039"/>
              <a:gd name="csY1861" fmla="*/ 3184937 h 3967305"/>
              <a:gd name="csX1862" fmla="*/ 4078395 w 5872039"/>
              <a:gd name="csY1862" fmla="*/ 3196774 h 3967305"/>
              <a:gd name="csX1863" fmla="*/ 4096769 w 5872039"/>
              <a:gd name="csY1863" fmla="*/ 3208033 h 3967305"/>
              <a:gd name="csX1864" fmla="*/ 4097504 w 5872039"/>
              <a:gd name="csY1864" fmla="*/ 3207404 h 3967305"/>
              <a:gd name="csX1865" fmla="*/ 4144890 w 5872039"/>
              <a:gd name="csY1865" fmla="*/ 3171962 h 3967305"/>
              <a:gd name="csX1866" fmla="*/ 2733635 w 5872039"/>
              <a:gd name="csY1866" fmla="*/ 3147292 h 3967305"/>
              <a:gd name="csX1867" fmla="*/ 2715466 w 5872039"/>
              <a:gd name="csY1867" fmla="*/ 3163446 h 3967305"/>
              <a:gd name="csX1868" fmla="*/ 2747055 w 5872039"/>
              <a:gd name="csY1868" fmla="*/ 3169830 h 3967305"/>
              <a:gd name="csX1869" fmla="*/ 2749696 w 5872039"/>
              <a:gd name="csY1869" fmla="*/ 3165546 h 3967305"/>
              <a:gd name="csX1870" fmla="*/ 2765161 w 5872039"/>
              <a:gd name="csY1870" fmla="*/ 3149135 h 3967305"/>
              <a:gd name="csX1871" fmla="*/ 2760094 w 5872039"/>
              <a:gd name="csY1871" fmla="*/ 3148405 h 3967305"/>
              <a:gd name="csX1872" fmla="*/ 2688776 w 5872039"/>
              <a:gd name="csY1872" fmla="*/ 3145406 h 3967305"/>
              <a:gd name="csX1873" fmla="*/ 2685717 w 5872039"/>
              <a:gd name="csY1873" fmla="*/ 3145647 h 3967305"/>
              <a:gd name="csX1874" fmla="*/ 2670019 w 5872039"/>
              <a:gd name="csY1874" fmla="*/ 3156982 h 3967305"/>
              <a:gd name="csX1875" fmla="*/ 2696991 w 5872039"/>
              <a:gd name="csY1875" fmla="*/ 3159983 h 3967305"/>
              <a:gd name="csX1876" fmla="*/ 2712323 w 5872039"/>
              <a:gd name="csY1876" fmla="*/ 3146396 h 3967305"/>
              <a:gd name="csX1877" fmla="*/ 1939235 w 5872039"/>
              <a:gd name="csY1877" fmla="*/ 3141052 h 3967305"/>
              <a:gd name="csX1878" fmla="*/ 1956334 w 5872039"/>
              <a:gd name="csY1878" fmla="*/ 3149601 h 3967305"/>
              <a:gd name="csX1879" fmla="*/ 1957009 w 5872039"/>
              <a:gd name="csY1879" fmla="*/ 3150003 h 3967305"/>
              <a:gd name="csX1880" fmla="*/ 1965182 w 5872039"/>
              <a:gd name="csY1880" fmla="*/ 3150179 h 3967305"/>
              <a:gd name="csX1881" fmla="*/ 1943972 w 5872039"/>
              <a:gd name="csY1881" fmla="*/ 3141758 h 3967305"/>
              <a:gd name="csX1882" fmla="*/ 2962420 w 5872039"/>
              <a:gd name="csY1882" fmla="*/ 3140353 h 3967305"/>
              <a:gd name="csX1883" fmla="*/ 2946023 w 5872039"/>
              <a:gd name="csY1883" fmla="*/ 3167434 h 3967305"/>
              <a:gd name="csX1884" fmla="*/ 2944645 w 5872039"/>
              <a:gd name="csY1884" fmla="*/ 3171370 h 3967305"/>
              <a:gd name="csX1885" fmla="*/ 2986182 w 5872039"/>
              <a:gd name="csY1885" fmla="*/ 3184984 h 3967305"/>
              <a:gd name="csX1886" fmla="*/ 2993536 w 5872039"/>
              <a:gd name="csY1886" fmla="*/ 3159796 h 3967305"/>
              <a:gd name="csX1887" fmla="*/ 2999407 w 5872039"/>
              <a:gd name="csY1887" fmla="*/ 3148796 h 3967305"/>
              <a:gd name="csX1888" fmla="*/ 2984917 w 5872039"/>
              <a:gd name="csY1888" fmla="*/ 3144561 h 3967305"/>
              <a:gd name="csX1889" fmla="*/ 5111149 w 5872039"/>
              <a:gd name="csY1889" fmla="*/ 3137097 h 3967305"/>
              <a:gd name="csX1890" fmla="*/ 4796070 w 5872039"/>
              <a:gd name="csY1890" fmla="*/ 3164579 h 3967305"/>
              <a:gd name="csX1891" fmla="*/ 4622916 w 5872039"/>
              <a:gd name="csY1891" fmla="*/ 3221320 h 3967305"/>
              <a:gd name="csX1892" fmla="*/ 4557566 w 5872039"/>
              <a:gd name="csY1892" fmla="*/ 3254111 h 3967305"/>
              <a:gd name="csX1893" fmla="*/ 4589235 w 5872039"/>
              <a:gd name="csY1893" fmla="*/ 3274377 h 3967305"/>
              <a:gd name="csX1894" fmla="*/ 4591981 w 5872039"/>
              <a:gd name="csY1894" fmla="*/ 3275921 h 3967305"/>
              <a:gd name="csX1895" fmla="*/ 4687067 w 5872039"/>
              <a:gd name="csY1895" fmla="*/ 3231969 h 3967305"/>
              <a:gd name="csX1896" fmla="*/ 4856747 w 5872039"/>
              <a:gd name="csY1896" fmla="*/ 3180036 h 3967305"/>
              <a:gd name="csX1897" fmla="*/ 5256532 w 5872039"/>
              <a:gd name="csY1897" fmla="*/ 3155964 h 3967305"/>
              <a:gd name="csX1898" fmla="*/ 5438741 w 5872039"/>
              <a:gd name="csY1898" fmla="*/ 3174802 h 3967305"/>
              <a:gd name="csX1899" fmla="*/ 5419815 w 5872039"/>
              <a:gd name="csY1899" fmla="*/ 3171220 h 3967305"/>
              <a:gd name="csX1900" fmla="*/ 5111149 w 5872039"/>
              <a:gd name="csY1900" fmla="*/ 3137097 h 3967305"/>
              <a:gd name="csX1901" fmla="*/ 4222700 w 5872039"/>
              <a:gd name="csY1901" fmla="*/ 3136859 h 3967305"/>
              <a:gd name="csX1902" fmla="*/ 4192141 w 5872039"/>
              <a:gd name="csY1902" fmla="*/ 3155186 h 3967305"/>
              <a:gd name="csX1903" fmla="*/ 4171321 w 5872039"/>
              <a:gd name="csY1903" fmla="*/ 3170780 h 3967305"/>
              <a:gd name="csX1904" fmla="*/ 4176313 w 5872039"/>
              <a:gd name="csY1904" fmla="*/ 3173868 h 3967305"/>
              <a:gd name="csX1905" fmla="*/ 4209327 w 5872039"/>
              <a:gd name="csY1905" fmla="*/ 3194774 h 3967305"/>
              <a:gd name="csX1906" fmla="*/ 4254163 w 5872039"/>
              <a:gd name="csY1906" fmla="*/ 3163061 h 3967305"/>
              <a:gd name="csX1907" fmla="*/ 4259305 w 5872039"/>
              <a:gd name="csY1907" fmla="*/ 3160137 h 3967305"/>
              <a:gd name="csX1908" fmla="*/ 3141950 w 5872039"/>
              <a:gd name="csY1908" fmla="*/ 3133823 h 3967305"/>
              <a:gd name="csX1909" fmla="*/ 3129873 w 5872039"/>
              <a:gd name="csY1909" fmla="*/ 3162464 h 3967305"/>
              <a:gd name="csX1910" fmla="*/ 3128056 w 5872039"/>
              <a:gd name="csY1910" fmla="*/ 3171563 h 3967305"/>
              <a:gd name="csX1911" fmla="*/ 3259279 w 5872039"/>
              <a:gd name="csY1911" fmla="*/ 3225231 h 3967305"/>
              <a:gd name="csX1912" fmla="*/ 3490860 w 5872039"/>
              <a:gd name="csY1912" fmla="*/ 3346881 h 3967305"/>
              <a:gd name="csX1913" fmla="*/ 3709301 w 5872039"/>
              <a:gd name="csY1913" fmla="*/ 3462118 h 3967305"/>
              <a:gd name="csX1914" fmla="*/ 3733779 w 5872039"/>
              <a:gd name="csY1914" fmla="*/ 3472625 h 3967305"/>
              <a:gd name="csX1915" fmla="*/ 3770759 w 5872039"/>
              <a:gd name="csY1915" fmla="*/ 3435749 h 3967305"/>
              <a:gd name="csX1916" fmla="*/ 3771050 w 5872039"/>
              <a:gd name="csY1916" fmla="*/ 3435460 h 3967305"/>
              <a:gd name="csX1917" fmla="*/ 3583038 w 5872039"/>
              <a:gd name="csY1917" fmla="*/ 3334468 h 3967305"/>
              <a:gd name="csX1918" fmla="*/ 3323374 w 5872039"/>
              <a:gd name="csY1918" fmla="*/ 3198268 h 3967305"/>
              <a:gd name="csX1919" fmla="*/ 3186392 w 5872039"/>
              <a:gd name="csY1919" fmla="*/ 3145276 h 3967305"/>
              <a:gd name="csX1920" fmla="*/ 1872527 w 5872039"/>
              <a:gd name="csY1920" fmla="*/ 3131101 h 3967305"/>
              <a:gd name="csX1921" fmla="*/ 1903815 w 5872039"/>
              <a:gd name="csY1921" fmla="*/ 3151306 h 3967305"/>
              <a:gd name="csX1922" fmla="*/ 1923825 w 5872039"/>
              <a:gd name="csY1922" fmla="*/ 3149982 h 3967305"/>
              <a:gd name="csX1923" fmla="*/ 1891863 w 5872039"/>
              <a:gd name="csY1923" fmla="*/ 3133986 h 3967305"/>
              <a:gd name="csX1924" fmla="*/ 2911457 w 5872039"/>
              <a:gd name="csY1924" fmla="*/ 3130821 h 3967305"/>
              <a:gd name="csX1925" fmla="*/ 2893115 w 5872039"/>
              <a:gd name="csY1925" fmla="*/ 3157329 h 3967305"/>
              <a:gd name="csX1926" fmla="*/ 2923021 w 5872039"/>
              <a:gd name="csY1926" fmla="*/ 3164282 h 3967305"/>
              <a:gd name="csX1927" fmla="*/ 2930724 w 5872039"/>
              <a:gd name="csY1927" fmla="*/ 3166807 h 3967305"/>
              <a:gd name="csX1928" fmla="*/ 2932664 w 5872039"/>
              <a:gd name="csY1928" fmla="*/ 3161249 h 3967305"/>
              <a:gd name="csX1929" fmla="*/ 2946999 w 5872039"/>
              <a:gd name="csY1929" fmla="*/ 3137469 h 3967305"/>
              <a:gd name="csX1930" fmla="*/ 4343456 w 5872039"/>
              <a:gd name="csY1930" fmla="*/ 3129431 h 3967305"/>
              <a:gd name="csX1931" fmla="*/ 4287978 w 5872039"/>
              <a:gd name="csY1931" fmla="*/ 3161048 h 3967305"/>
              <a:gd name="csX1932" fmla="*/ 4323066 w 5872039"/>
              <a:gd name="csY1932" fmla="*/ 3184061 h 3967305"/>
              <a:gd name="csX1933" fmla="*/ 4323620 w 5872039"/>
              <a:gd name="csY1933" fmla="*/ 3183692 h 3967305"/>
              <a:gd name="csX1934" fmla="*/ 4379269 w 5872039"/>
              <a:gd name="csY1934" fmla="*/ 3153784 h 3967305"/>
              <a:gd name="csX1935" fmla="*/ 4366303 w 5872039"/>
              <a:gd name="csY1935" fmla="*/ 3144958 h 3967305"/>
              <a:gd name="csX1936" fmla="*/ 1813001 w 5872039"/>
              <a:gd name="csY1936" fmla="*/ 3127197 h 3967305"/>
              <a:gd name="csX1937" fmla="*/ 1849779 w 5872039"/>
              <a:gd name="csY1937" fmla="*/ 3155783 h 3967305"/>
              <a:gd name="csX1938" fmla="*/ 1870046 w 5872039"/>
              <a:gd name="csY1938" fmla="*/ 3153540 h 3967305"/>
              <a:gd name="csX1939" fmla="*/ 1879587 w 5872039"/>
              <a:gd name="csY1939" fmla="*/ 3152909 h 3967305"/>
              <a:gd name="csX1940" fmla="*/ 1838329 w 5872039"/>
              <a:gd name="csY1940" fmla="*/ 3128250 h 3967305"/>
              <a:gd name="csX1941" fmla="*/ 1787023 w 5872039"/>
              <a:gd name="csY1941" fmla="*/ 3126512 h 3967305"/>
              <a:gd name="csX1942" fmla="*/ 1757539 w 5872039"/>
              <a:gd name="csY1942" fmla="*/ 3127169 h 3967305"/>
              <a:gd name="csX1943" fmla="*/ 1798126 w 5872039"/>
              <a:gd name="csY1943" fmla="*/ 3161592 h 3967305"/>
              <a:gd name="csX1944" fmla="*/ 1801162 w 5872039"/>
              <a:gd name="csY1944" fmla="*/ 3161162 h 3967305"/>
              <a:gd name="csX1945" fmla="*/ 1832215 w 5872039"/>
              <a:gd name="csY1945" fmla="*/ 3157726 h 3967305"/>
              <a:gd name="csX1946" fmla="*/ 2735228 w 5872039"/>
              <a:gd name="csY1946" fmla="*/ 3126098 h 3967305"/>
              <a:gd name="csX1947" fmla="*/ 2722866 w 5872039"/>
              <a:gd name="csY1947" fmla="*/ 3128118 h 3967305"/>
              <a:gd name="csX1948" fmla="*/ 2714869 w 5872039"/>
              <a:gd name="csY1948" fmla="*/ 3131731 h 3967305"/>
              <a:gd name="csX1949" fmla="*/ 2728255 w 5872039"/>
              <a:gd name="csY1949" fmla="*/ 3132277 h 3967305"/>
              <a:gd name="csX1950" fmla="*/ 2860596 w 5872039"/>
              <a:gd name="csY1950" fmla="*/ 3125293 h 3967305"/>
              <a:gd name="csX1951" fmla="*/ 2844089 w 5872039"/>
              <a:gd name="csY1951" fmla="*/ 3145930 h 3967305"/>
              <a:gd name="csX1952" fmla="*/ 2877561 w 5872039"/>
              <a:gd name="csY1952" fmla="*/ 3153713 h 3967305"/>
              <a:gd name="csX1953" fmla="*/ 2895173 w 5872039"/>
              <a:gd name="csY1953" fmla="*/ 3128348 h 3967305"/>
              <a:gd name="csX1954" fmla="*/ 2790062 w 5872039"/>
              <a:gd name="csY1954" fmla="*/ 3122711 h 3967305"/>
              <a:gd name="csX1955" fmla="*/ 2767288 w 5872039"/>
              <a:gd name="csY1955" fmla="*/ 3123300 h 3967305"/>
              <a:gd name="csX1956" fmla="*/ 2749798 w 5872039"/>
              <a:gd name="csY1956" fmla="*/ 3133155 h 3967305"/>
              <a:gd name="csX1957" fmla="*/ 2760964 w 5872039"/>
              <a:gd name="csY1957" fmla="*/ 3133610 h 3967305"/>
              <a:gd name="csX1958" fmla="*/ 2777547 w 5872039"/>
              <a:gd name="csY1958" fmla="*/ 3135992 h 3967305"/>
              <a:gd name="csX1959" fmla="*/ 2822032 w 5872039"/>
              <a:gd name="csY1959" fmla="*/ 3121884 h 3967305"/>
              <a:gd name="csX1960" fmla="*/ 2811488 w 5872039"/>
              <a:gd name="csY1960" fmla="*/ 3122157 h 3967305"/>
              <a:gd name="csX1961" fmla="*/ 2809626 w 5872039"/>
              <a:gd name="csY1961" fmla="*/ 3123414 h 3967305"/>
              <a:gd name="csX1962" fmla="*/ 2795404 w 5872039"/>
              <a:gd name="csY1962" fmla="*/ 3138556 h 3967305"/>
              <a:gd name="csX1963" fmla="*/ 2827326 w 5872039"/>
              <a:gd name="csY1963" fmla="*/ 3143141 h 3967305"/>
              <a:gd name="csX1964" fmla="*/ 2842906 w 5872039"/>
              <a:gd name="csY1964" fmla="*/ 3123729 h 3967305"/>
              <a:gd name="csX1965" fmla="*/ 3089269 w 5872039"/>
              <a:gd name="csY1965" fmla="*/ 3120248 h 3967305"/>
              <a:gd name="csX1966" fmla="*/ 3072941 w 5872039"/>
              <a:gd name="csY1966" fmla="*/ 3154830 h 3967305"/>
              <a:gd name="csX1967" fmla="*/ 3113923 w 5872039"/>
              <a:gd name="csY1967" fmla="*/ 3166804 h 3967305"/>
              <a:gd name="csX1968" fmla="*/ 3115811 w 5872039"/>
              <a:gd name="csY1968" fmla="*/ 3157439 h 3967305"/>
              <a:gd name="csX1969" fmla="*/ 3127392 w 5872039"/>
              <a:gd name="csY1969" fmla="*/ 3130072 h 3967305"/>
              <a:gd name="csX1970" fmla="*/ 3037603 w 5872039"/>
              <a:gd name="csY1970" fmla="*/ 3108458 h 3967305"/>
              <a:gd name="csX1971" fmla="*/ 3020884 w 5872039"/>
              <a:gd name="csY1971" fmla="*/ 3139622 h 3967305"/>
              <a:gd name="csX1972" fmla="*/ 3058404 w 5872039"/>
              <a:gd name="csY1972" fmla="*/ 3150583 h 3967305"/>
              <a:gd name="csX1973" fmla="*/ 3074578 w 5872039"/>
              <a:gd name="csY1973" fmla="*/ 3116462 h 3967305"/>
              <a:gd name="csX1974" fmla="*/ 3050814 w 5872039"/>
              <a:gd name="csY1974" fmla="*/ 3110338 h 3967305"/>
              <a:gd name="csX1975" fmla="*/ 1837160 w 5872039"/>
              <a:gd name="csY1975" fmla="*/ 3108263 h 3967305"/>
              <a:gd name="csX1976" fmla="*/ 1845465 w 5872039"/>
              <a:gd name="csY1976" fmla="*/ 3113626 h 3967305"/>
              <a:gd name="csX1977" fmla="*/ 1851697 w 5872039"/>
              <a:gd name="csY1977" fmla="*/ 3113883 h 3967305"/>
              <a:gd name="csX1978" fmla="*/ 1843775 w 5872039"/>
              <a:gd name="csY1978" fmla="*/ 3109917 h 3967305"/>
              <a:gd name="csX1979" fmla="*/ 5061862 w 5872039"/>
              <a:gd name="csY1979" fmla="*/ 3107363 h 3967305"/>
              <a:gd name="csX1980" fmla="*/ 4732215 w 5872039"/>
              <a:gd name="csY1980" fmla="*/ 3134680 h 3967305"/>
              <a:gd name="csX1981" fmla="*/ 4554187 w 5872039"/>
              <a:gd name="csY1981" fmla="*/ 3196700 h 3967305"/>
              <a:gd name="csX1982" fmla="*/ 4507375 w 5872039"/>
              <a:gd name="csY1982" fmla="*/ 3221992 h 3967305"/>
              <a:gd name="csX1983" fmla="*/ 4543031 w 5872039"/>
              <a:gd name="csY1983" fmla="*/ 3244809 h 3967305"/>
              <a:gd name="csX1984" fmla="*/ 4617677 w 5872039"/>
              <a:gd name="csY1984" fmla="*/ 3207402 h 3967305"/>
              <a:gd name="csX1985" fmla="*/ 4792760 w 5872039"/>
              <a:gd name="csY1985" fmla="*/ 3150110 h 3967305"/>
              <a:gd name="csX1986" fmla="*/ 5215806 w 5872039"/>
              <a:gd name="csY1986" fmla="*/ 3128708 h 3967305"/>
              <a:gd name="csX1987" fmla="*/ 5378397 w 5872039"/>
              <a:gd name="csY1987" fmla="*/ 3150616 h 3967305"/>
              <a:gd name="csX1988" fmla="*/ 5378214 w 5872039"/>
              <a:gd name="csY1988" fmla="*/ 3150574 h 3967305"/>
              <a:gd name="csX1989" fmla="*/ 5061862 w 5872039"/>
              <a:gd name="csY1989" fmla="*/ 3107363 h 3967305"/>
              <a:gd name="csX1990" fmla="*/ 4171069 w 5872039"/>
              <a:gd name="csY1990" fmla="*/ 3104026 h 3967305"/>
              <a:gd name="csX1991" fmla="*/ 4122932 w 5872039"/>
              <a:gd name="csY1991" fmla="*/ 3134303 h 3967305"/>
              <a:gd name="csX1992" fmla="*/ 4118285 w 5872039"/>
              <a:gd name="csY1992" fmla="*/ 3137971 h 3967305"/>
              <a:gd name="csX1993" fmla="*/ 4157720 w 5872039"/>
              <a:gd name="csY1993" fmla="*/ 3162366 h 3967305"/>
              <a:gd name="csX1994" fmla="*/ 4184534 w 5872039"/>
              <a:gd name="csY1994" fmla="*/ 3142311 h 3967305"/>
              <a:gd name="csX1995" fmla="*/ 4208612 w 5872039"/>
              <a:gd name="csY1995" fmla="*/ 3127900 h 3967305"/>
              <a:gd name="csX1996" fmla="*/ 2815680 w 5872039"/>
              <a:gd name="csY1996" fmla="*/ 3101551 h 3967305"/>
              <a:gd name="csX1997" fmla="*/ 2810246 w 5872039"/>
              <a:gd name="csY1997" fmla="*/ 3102049 h 3967305"/>
              <a:gd name="csX1998" fmla="*/ 2800907 w 5872039"/>
              <a:gd name="csY1998" fmla="*/ 3104356 h 3967305"/>
              <a:gd name="csX1999" fmla="*/ 2795208 w 5872039"/>
              <a:gd name="csY1999" fmla="*/ 3107568 h 3967305"/>
              <a:gd name="csX2000" fmla="*/ 2805831 w 5872039"/>
              <a:gd name="csY2000" fmla="*/ 3108214 h 3967305"/>
              <a:gd name="csX2001" fmla="*/ 2986164 w 5872039"/>
              <a:gd name="csY2001" fmla="*/ 3101137 h 3967305"/>
              <a:gd name="csX2002" fmla="*/ 2970643 w 5872039"/>
              <a:gd name="csY2002" fmla="*/ 3126772 h 3967305"/>
              <a:gd name="csX2003" fmla="*/ 2988011 w 5872039"/>
              <a:gd name="csY2003" fmla="*/ 3130018 h 3967305"/>
              <a:gd name="csX2004" fmla="*/ 3006541 w 5872039"/>
              <a:gd name="csY2004" fmla="*/ 3135431 h 3967305"/>
              <a:gd name="csX2005" fmla="*/ 3022116 w 5872039"/>
              <a:gd name="csY2005" fmla="*/ 3106254 h 3967305"/>
              <a:gd name="csX2006" fmla="*/ 2937314 w 5872039"/>
              <a:gd name="csY2006" fmla="*/ 3097147 h 3967305"/>
              <a:gd name="csX2007" fmla="*/ 2930527 w 5872039"/>
              <a:gd name="csY2007" fmla="*/ 3103260 h 3967305"/>
              <a:gd name="csX2008" fmla="*/ 2920716 w 5872039"/>
              <a:gd name="csY2008" fmla="*/ 3117440 h 3967305"/>
              <a:gd name="csX2009" fmla="*/ 2955190 w 5872039"/>
              <a:gd name="csY2009" fmla="*/ 3123883 h 3967305"/>
              <a:gd name="csX2010" fmla="*/ 2970266 w 5872039"/>
              <a:gd name="csY2010" fmla="*/ 3098874 h 3967305"/>
              <a:gd name="csX2011" fmla="*/ 2964884 w 5872039"/>
              <a:gd name="csY2011" fmla="*/ 3098108 h 3967305"/>
              <a:gd name="csX2012" fmla="*/ 2867304 w 5872039"/>
              <a:gd name="csY2012" fmla="*/ 3096814 h 3967305"/>
              <a:gd name="csX2013" fmla="*/ 2846151 w 5872039"/>
              <a:gd name="csY2013" fmla="*/ 3098755 h 3967305"/>
              <a:gd name="csX2014" fmla="*/ 2829965 w 5872039"/>
              <a:gd name="csY2014" fmla="*/ 3109683 h 3967305"/>
              <a:gd name="csX2015" fmla="*/ 2853053 w 5872039"/>
              <a:gd name="csY2015" fmla="*/ 3111087 h 3967305"/>
              <a:gd name="csX2016" fmla="*/ 2859678 w 5872039"/>
              <a:gd name="csY2016" fmla="*/ 3102832 h 3967305"/>
              <a:gd name="csX2017" fmla="*/ 2892680 w 5872039"/>
              <a:gd name="csY2017" fmla="*/ 3095592 h 3967305"/>
              <a:gd name="csX2018" fmla="*/ 2871578 w 5872039"/>
              <a:gd name="csY2018" fmla="*/ 3112215 h 3967305"/>
              <a:gd name="csX2019" fmla="*/ 2902979 w 5872039"/>
              <a:gd name="csY2019" fmla="*/ 3114125 h 3967305"/>
              <a:gd name="csX2020" fmla="*/ 2904812 w 5872039"/>
              <a:gd name="csY2020" fmla="*/ 3114468 h 3967305"/>
              <a:gd name="csX2021" fmla="*/ 2917322 w 5872039"/>
              <a:gd name="csY2021" fmla="*/ 3096451 h 3967305"/>
              <a:gd name="csX2022" fmla="*/ 4292656 w 5872039"/>
              <a:gd name="csY2022" fmla="*/ 3094905 h 3967305"/>
              <a:gd name="csX2023" fmla="*/ 4236925 w 5872039"/>
              <a:gd name="csY2023" fmla="*/ 3128328 h 3967305"/>
              <a:gd name="csX2024" fmla="*/ 4273899 w 5872039"/>
              <a:gd name="csY2024" fmla="*/ 3151836 h 3967305"/>
              <a:gd name="csX2025" fmla="*/ 4329713 w 5872039"/>
              <a:gd name="csY2025" fmla="*/ 3120090 h 3967305"/>
              <a:gd name="csX2026" fmla="*/ 1765888 w 5872039"/>
              <a:gd name="csY2026" fmla="*/ 3092028 h 3967305"/>
              <a:gd name="csX2027" fmla="*/ 1775972 w 5872039"/>
              <a:gd name="csY2027" fmla="*/ 3098415 h 3967305"/>
              <a:gd name="csX2028" fmla="*/ 1792824 w 5872039"/>
              <a:gd name="csY2028" fmla="*/ 3111514 h 3967305"/>
              <a:gd name="csX2029" fmla="*/ 1793640 w 5872039"/>
              <a:gd name="csY2029" fmla="*/ 3111496 h 3967305"/>
              <a:gd name="csX2030" fmla="*/ 1811528 w 5872039"/>
              <a:gd name="csY2030" fmla="*/ 3112231 h 3967305"/>
              <a:gd name="csX2031" fmla="*/ 1781667 w 5872039"/>
              <a:gd name="csY2031" fmla="*/ 3094384 h 3967305"/>
              <a:gd name="csX2032" fmla="*/ 1775999 w 5872039"/>
              <a:gd name="csY2032" fmla="*/ 3092967 h 3967305"/>
              <a:gd name="csX2033" fmla="*/ 1709979 w 5872039"/>
              <a:gd name="csY2033" fmla="*/ 3086835 h 3967305"/>
              <a:gd name="csX2034" fmla="*/ 1740486 w 5872039"/>
              <a:gd name="csY2034" fmla="*/ 3112708 h 3967305"/>
              <a:gd name="csX2035" fmla="*/ 1766189 w 5872039"/>
              <a:gd name="csY2035" fmla="*/ 3112122 h 3967305"/>
              <a:gd name="csX2036" fmla="*/ 1732624 w 5872039"/>
              <a:gd name="csY2036" fmla="*/ 3088938 h 3967305"/>
              <a:gd name="csX2037" fmla="*/ 3161990 w 5872039"/>
              <a:gd name="csY2037" fmla="*/ 3086299 h 3967305"/>
              <a:gd name="csX2038" fmla="*/ 3147769 w 5872039"/>
              <a:gd name="csY2038" fmla="*/ 3120024 h 3967305"/>
              <a:gd name="csX2039" fmla="*/ 3190784 w 5872039"/>
              <a:gd name="csY2039" fmla="*/ 3131100 h 3967305"/>
              <a:gd name="csX2040" fmla="*/ 3329514 w 5872039"/>
              <a:gd name="csY2040" fmla="*/ 3184761 h 3967305"/>
              <a:gd name="csX2041" fmla="*/ 3590299 w 5872039"/>
              <a:gd name="csY2041" fmla="*/ 3321547 h 3967305"/>
              <a:gd name="csX2042" fmla="*/ 3782021 w 5872039"/>
              <a:gd name="csY2042" fmla="*/ 3424544 h 3967305"/>
              <a:gd name="csX2043" fmla="*/ 3821150 w 5872039"/>
              <a:gd name="csY2043" fmla="*/ 3385613 h 3967305"/>
              <a:gd name="csX2044" fmla="*/ 3681223 w 5872039"/>
              <a:gd name="csY2044" fmla="*/ 3308867 h 3967305"/>
              <a:gd name="csX2045" fmla="*/ 3393716 w 5872039"/>
              <a:gd name="csY2045" fmla="*/ 3157879 h 3967305"/>
              <a:gd name="csX2046" fmla="*/ 3254679 w 5872039"/>
              <a:gd name="csY2046" fmla="*/ 3107092 h 3967305"/>
              <a:gd name="csX2047" fmla="*/ 4987655 w 5872039"/>
              <a:gd name="csY2047" fmla="*/ 3077071 h 3967305"/>
              <a:gd name="csX2048" fmla="*/ 4668440 w 5872039"/>
              <a:gd name="csY2048" fmla="*/ 3104755 h 3967305"/>
              <a:gd name="csX2049" fmla="*/ 4485846 w 5872039"/>
              <a:gd name="csY2049" fmla="*/ 3172049 h 3967305"/>
              <a:gd name="csX2050" fmla="*/ 4456958 w 5872039"/>
              <a:gd name="csY2050" fmla="*/ 3188756 h 3967305"/>
              <a:gd name="csX2051" fmla="*/ 4480712 w 5872039"/>
              <a:gd name="csY2051" fmla="*/ 3204929 h 3967305"/>
              <a:gd name="csX2052" fmla="*/ 4493121 w 5872039"/>
              <a:gd name="csY2052" fmla="*/ 3212870 h 3967305"/>
              <a:gd name="csX2053" fmla="*/ 4548699 w 5872039"/>
              <a:gd name="csY2053" fmla="*/ 3182883 h 3967305"/>
              <a:gd name="csX2054" fmla="*/ 4728797 w 5872039"/>
              <a:gd name="csY2054" fmla="*/ 3120238 h 3967305"/>
              <a:gd name="csX2055" fmla="*/ 5175479 w 5872039"/>
              <a:gd name="csY2055" fmla="*/ 3102653 h 3967305"/>
              <a:gd name="csX2056" fmla="*/ 5290175 w 5872039"/>
              <a:gd name="csY2056" fmla="*/ 3121461 h 3967305"/>
              <a:gd name="csX2057" fmla="*/ 5148491 w 5872039"/>
              <a:gd name="csY2057" fmla="*/ 3094175 h 3967305"/>
              <a:gd name="csX2058" fmla="*/ 4987655 w 5872039"/>
              <a:gd name="csY2058" fmla="*/ 3077071 h 3967305"/>
              <a:gd name="csX2059" fmla="*/ 2892347 w 5872039"/>
              <a:gd name="csY2059" fmla="*/ 3077050 h 3967305"/>
              <a:gd name="csX2060" fmla="*/ 2883487 w 5872039"/>
              <a:gd name="csY2060" fmla="*/ 3078428 h 3967305"/>
              <a:gd name="csX2061" fmla="*/ 2872503 w 5872039"/>
              <a:gd name="csY2061" fmla="*/ 3082927 h 3967305"/>
              <a:gd name="csX2062" fmla="*/ 2884836 w 5872039"/>
              <a:gd name="csY2062" fmla="*/ 3082978 h 3967305"/>
              <a:gd name="csX2063" fmla="*/ 3110399 w 5872039"/>
              <a:gd name="csY2063" fmla="*/ 3075496 h 3967305"/>
              <a:gd name="csX2064" fmla="*/ 3095704 w 5872039"/>
              <a:gd name="csY2064" fmla="*/ 3106618 h 3967305"/>
              <a:gd name="csX2065" fmla="*/ 3133229 w 5872039"/>
              <a:gd name="csY2065" fmla="*/ 3116280 h 3967305"/>
              <a:gd name="csX2066" fmla="*/ 3147310 w 5872039"/>
              <a:gd name="csY2066" fmla="*/ 3083006 h 3967305"/>
              <a:gd name="csX2067" fmla="*/ 3116565 w 5872039"/>
              <a:gd name="csY2067" fmla="*/ 3076109 h 3967305"/>
              <a:gd name="csX2068" fmla="*/ 3062174 w 5872039"/>
              <a:gd name="csY2068" fmla="*/ 3070704 h 3967305"/>
              <a:gd name="csX2069" fmla="*/ 3051190 w 5872039"/>
              <a:gd name="csY2069" fmla="*/ 3083131 h 3967305"/>
              <a:gd name="csX2070" fmla="*/ 3045071 w 5872039"/>
              <a:gd name="csY2070" fmla="*/ 3094538 h 3967305"/>
              <a:gd name="csX2071" fmla="*/ 3053376 w 5872039"/>
              <a:gd name="csY2071" fmla="*/ 3095720 h 3967305"/>
              <a:gd name="csX2072" fmla="*/ 3081034 w 5872039"/>
              <a:gd name="csY2072" fmla="*/ 3102841 h 3967305"/>
              <a:gd name="csX2073" fmla="*/ 3094734 w 5872039"/>
              <a:gd name="csY2073" fmla="*/ 3073940 h 3967305"/>
              <a:gd name="csX2074" fmla="*/ 2946809 w 5872039"/>
              <a:gd name="csY2074" fmla="*/ 3068729 h 3967305"/>
              <a:gd name="csX2075" fmla="*/ 2945738 w 5872039"/>
              <a:gd name="csY2075" fmla="*/ 3068747 h 3967305"/>
              <a:gd name="csX2076" fmla="*/ 2922091 w 5872039"/>
              <a:gd name="csY2076" fmla="*/ 3072424 h 3967305"/>
              <a:gd name="csX2077" fmla="*/ 2908567 w 5872039"/>
              <a:gd name="csY2077" fmla="*/ 3083078 h 3967305"/>
              <a:gd name="csX2078" fmla="*/ 2930803 w 5872039"/>
              <a:gd name="csY2078" fmla="*/ 3083171 h 3967305"/>
              <a:gd name="csX2079" fmla="*/ 2995077 w 5872039"/>
              <a:gd name="csY2079" fmla="*/ 3067936 h 3967305"/>
              <a:gd name="csX2080" fmla="*/ 2969275 w 5872039"/>
              <a:gd name="csY2080" fmla="*/ 3068360 h 3967305"/>
              <a:gd name="csX2081" fmla="*/ 2952729 w 5872039"/>
              <a:gd name="csY2081" fmla="*/ 3083263 h 3967305"/>
              <a:gd name="csX2082" fmla="*/ 2966219 w 5872039"/>
              <a:gd name="csY2082" fmla="*/ 3083319 h 3967305"/>
              <a:gd name="csX2083" fmla="*/ 2978583 w 5872039"/>
              <a:gd name="csY2083" fmla="*/ 3085078 h 3967305"/>
              <a:gd name="csX2084" fmla="*/ 2979193 w 5872039"/>
              <a:gd name="csY2084" fmla="*/ 3084066 h 3967305"/>
              <a:gd name="csX2085" fmla="*/ 3028739 w 5872039"/>
              <a:gd name="csY2085" fmla="*/ 3067382 h 3967305"/>
              <a:gd name="csX2086" fmla="*/ 3016251 w 5872039"/>
              <a:gd name="csY2086" fmla="*/ 3067588 h 3967305"/>
              <a:gd name="csX2087" fmla="*/ 2996487 w 5872039"/>
              <a:gd name="csY2087" fmla="*/ 3087626 h 3967305"/>
              <a:gd name="csX2088" fmla="*/ 3029548 w 5872039"/>
              <a:gd name="csY2088" fmla="*/ 3092330 h 3967305"/>
              <a:gd name="csX2089" fmla="*/ 3039017 w 5872039"/>
              <a:gd name="csY2089" fmla="*/ 3074589 h 3967305"/>
              <a:gd name="csX2090" fmla="*/ 3044038 w 5872039"/>
              <a:gd name="csY2090" fmla="*/ 3068902 h 3967305"/>
              <a:gd name="csX2091" fmla="*/ 1725294 w 5872039"/>
              <a:gd name="csY2091" fmla="*/ 3066315 h 3967305"/>
              <a:gd name="csX2092" fmla="*/ 1738268 w 5872039"/>
              <a:gd name="csY2092" fmla="*/ 3074533 h 3967305"/>
              <a:gd name="csX2093" fmla="*/ 1745764 w 5872039"/>
              <a:gd name="csY2093" fmla="*/ 3075227 h 3967305"/>
              <a:gd name="csX2094" fmla="*/ 4240758 w 5872039"/>
              <a:gd name="csY2094" fmla="*/ 3060191 h 3967305"/>
              <a:gd name="csX2095" fmla="*/ 4184959 w 5872039"/>
              <a:gd name="csY2095" fmla="*/ 3095289 h 3967305"/>
              <a:gd name="csX2096" fmla="*/ 4222850 w 5872039"/>
              <a:gd name="csY2096" fmla="*/ 3119380 h 3967305"/>
              <a:gd name="csX2097" fmla="*/ 4279119 w 5872039"/>
              <a:gd name="csY2097" fmla="*/ 3085705 h 3967305"/>
              <a:gd name="csX2098" fmla="*/ 4252409 w 5872039"/>
              <a:gd name="csY2098" fmla="*/ 3067551 h 3967305"/>
              <a:gd name="csX2099" fmla="*/ 2966200 w 5872039"/>
              <a:gd name="csY2099" fmla="*/ 3051232 h 3967305"/>
              <a:gd name="csX2100" fmla="*/ 2961290 w 5872039"/>
              <a:gd name="csY2100" fmla="*/ 3052300 h 3967305"/>
              <a:gd name="csX2101" fmla="*/ 2953122 w 5872039"/>
              <a:gd name="csY2101" fmla="*/ 3056294 h 3967305"/>
              <a:gd name="csX2102" fmla="*/ 2961027 w 5872039"/>
              <a:gd name="csY2102" fmla="*/ 3055899 h 3967305"/>
              <a:gd name="csX2103" fmla="*/ 1660122 w 5872039"/>
              <a:gd name="csY2103" fmla="*/ 3050374 h 3967305"/>
              <a:gd name="csX2104" fmla="*/ 1687408 w 5872039"/>
              <a:gd name="csY2104" fmla="*/ 3069823 h 3967305"/>
              <a:gd name="csX2105" fmla="*/ 1707666 w 5872039"/>
              <a:gd name="csY2105" fmla="*/ 3071699 h 3967305"/>
              <a:gd name="csX2106" fmla="*/ 1699610 w 5872039"/>
              <a:gd name="csY2106" fmla="*/ 3066135 h 3967305"/>
              <a:gd name="csX2107" fmla="*/ 1674069 w 5872039"/>
              <a:gd name="csY2107" fmla="*/ 3052780 h 3967305"/>
              <a:gd name="csX2108" fmla="*/ 4934578 w 5872039"/>
              <a:gd name="csY2108" fmla="*/ 3047601 h 3967305"/>
              <a:gd name="csX2109" fmla="*/ 4604771 w 5872039"/>
              <a:gd name="csY2109" fmla="*/ 3074857 h 3967305"/>
              <a:gd name="csX2110" fmla="*/ 4462907 w 5872039"/>
              <a:gd name="csY2110" fmla="*/ 3125695 h 3967305"/>
              <a:gd name="csX2111" fmla="*/ 4407866 w 5872039"/>
              <a:gd name="csY2111" fmla="*/ 3155331 h 3967305"/>
              <a:gd name="csX2112" fmla="*/ 4443362 w 5872039"/>
              <a:gd name="csY2112" fmla="*/ 3179499 h 3967305"/>
              <a:gd name="csX2113" fmla="*/ 4480028 w 5872039"/>
              <a:gd name="csY2113" fmla="*/ 3158322 h 3967305"/>
              <a:gd name="csX2114" fmla="*/ 4664809 w 5872039"/>
              <a:gd name="csY2114" fmla="*/ 3090313 h 3967305"/>
              <a:gd name="csX2115" fmla="*/ 5095687 w 5872039"/>
              <a:gd name="csY2115" fmla="*/ 3071801 h 3967305"/>
              <a:gd name="csX2116" fmla="*/ 5202085 w 5872039"/>
              <a:gd name="csY2116" fmla="*/ 3090827 h 3967305"/>
              <a:gd name="csX2117" fmla="*/ 5099307 w 5872039"/>
              <a:gd name="csY2117" fmla="*/ 3068319 h 3967305"/>
              <a:gd name="csX2118" fmla="*/ 4934578 w 5872039"/>
              <a:gd name="csY2118" fmla="*/ 3047601 h 3967305"/>
              <a:gd name="csX2119" fmla="*/ 3187162 w 5872039"/>
              <a:gd name="csY2119" fmla="*/ 3042677 h 3967305"/>
              <a:gd name="csX2120" fmla="*/ 3171745 w 5872039"/>
              <a:gd name="csY2120" fmla="*/ 3063164 h 3967305"/>
              <a:gd name="csX2121" fmla="*/ 3167864 w 5872039"/>
              <a:gd name="csY2121" fmla="*/ 3072368 h 3967305"/>
              <a:gd name="csX2122" fmla="*/ 3258775 w 5872039"/>
              <a:gd name="csY2122" fmla="*/ 3092739 h 3967305"/>
              <a:gd name="csX2123" fmla="*/ 3399749 w 5872039"/>
              <a:gd name="csY2123" fmla="*/ 3144211 h 3967305"/>
              <a:gd name="csX2124" fmla="*/ 3688644 w 5872039"/>
              <a:gd name="csY2124" fmla="*/ 3295893 h 3967305"/>
              <a:gd name="csX2125" fmla="*/ 3832154 w 5872039"/>
              <a:gd name="csY2125" fmla="*/ 3374664 h 3967305"/>
              <a:gd name="csX2126" fmla="*/ 3871586 w 5872039"/>
              <a:gd name="csY2126" fmla="*/ 3335431 h 3967305"/>
              <a:gd name="csX2127" fmla="*/ 3778768 w 5872039"/>
              <a:gd name="csY2127" fmla="*/ 3283265 h 3967305"/>
              <a:gd name="csX2128" fmla="*/ 3464085 w 5872039"/>
              <a:gd name="csY2128" fmla="*/ 3117435 h 3967305"/>
              <a:gd name="csX2129" fmla="*/ 3323318 w 5872039"/>
              <a:gd name="csY2129" fmla="*/ 3068927 h 3967305"/>
              <a:gd name="csX2130" fmla="*/ 3021286 w 5872039"/>
              <a:gd name="csY2130" fmla="*/ 3041320 h 3967305"/>
              <a:gd name="csX2131" fmla="*/ 3007601 w 5872039"/>
              <a:gd name="csY2131" fmla="*/ 3042230 h 3967305"/>
              <a:gd name="csX2132" fmla="*/ 3004847 w 5872039"/>
              <a:gd name="csY2132" fmla="*/ 3042829 h 3967305"/>
              <a:gd name="csX2133" fmla="*/ 2985342 w 5872039"/>
              <a:gd name="csY2133" fmla="*/ 3053888 h 3967305"/>
              <a:gd name="csX2134" fmla="*/ 2984403 w 5872039"/>
              <a:gd name="csY2134" fmla="*/ 3054734 h 3967305"/>
              <a:gd name="csX2135" fmla="*/ 3009300 w 5872039"/>
              <a:gd name="csY2135" fmla="*/ 3053492 h 3967305"/>
              <a:gd name="csX2136" fmla="*/ 3138740 w 5872039"/>
              <a:gd name="csY2136" fmla="*/ 3039254 h 3967305"/>
              <a:gd name="csX2137" fmla="*/ 3120642 w 5872039"/>
              <a:gd name="csY2137" fmla="*/ 3061786 h 3967305"/>
              <a:gd name="csX2138" fmla="*/ 3153203 w 5872039"/>
              <a:gd name="csY2138" fmla="*/ 3069082 h 3967305"/>
              <a:gd name="csX2139" fmla="*/ 3158825 w 5872039"/>
              <a:gd name="csY2139" fmla="*/ 3055796 h 3967305"/>
              <a:gd name="csX2140" fmla="*/ 3169868 w 5872039"/>
              <a:gd name="csY2140" fmla="*/ 3041097 h 3967305"/>
              <a:gd name="csX2141" fmla="*/ 3071324 w 5872039"/>
              <a:gd name="csY2141" fmla="*/ 3037992 h 3967305"/>
              <a:gd name="csX2142" fmla="*/ 3043624 w 5872039"/>
              <a:gd name="csY2142" fmla="*/ 3039834 h 3967305"/>
              <a:gd name="csX2143" fmla="*/ 3030995 w 5872039"/>
              <a:gd name="csY2143" fmla="*/ 3052639 h 3967305"/>
              <a:gd name="csX2144" fmla="*/ 3056187 w 5872039"/>
              <a:gd name="csY2144" fmla="*/ 3055139 h 3967305"/>
              <a:gd name="csX2145" fmla="*/ 3092622 w 5872039"/>
              <a:gd name="csY2145" fmla="*/ 3036575 h 3967305"/>
              <a:gd name="csX2146" fmla="*/ 3092324 w 5872039"/>
              <a:gd name="csY2146" fmla="*/ 3036595 h 3967305"/>
              <a:gd name="csX2147" fmla="*/ 3074340 w 5872039"/>
              <a:gd name="csY2147" fmla="*/ 3056941 h 3967305"/>
              <a:gd name="csX2148" fmla="*/ 3103211 w 5872039"/>
              <a:gd name="csY2148" fmla="*/ 3059806 h 3967305"/>
              <a:gd name="csX2149" fmla="*/ 3120565 w 5872039"/>
              <a:gd name="csY2149" fmla="*/ 3038179 h 3967305"/>
              <a:gd name="csX2150" fmla="*/ 3093476 w 5872039"/>
              <a:gd name="csY2150" fmla="*/ 3036575 h 3967305"/>
              <a:gd name="csX2151" fmla="*/ 3039987 w 5872039"/>
              <a:gd name="csY2151" fmla="*/ 3023947 h 3967305"/>
              <a:gd name="csX2152" fmla="*/ 3036389 w 5872039"/>
              <a:gd name="csY2152" fmla="*/ 3024945 h 3967305"/>
              <a:gd name="csX2153" fmla="*/ 3035243 w 5872039"/>
              <a:gd name="csY2153" fmla="*/ 3025595 h 3967305"/>
              <a:gd name="csX2154" fmla="*/ 3037688 w 5872039"/>
              <a:gd name="csY2154" fmla="*/ 3025431 h 3967305"/>
              <a:gd name="csX2155" fmla="*/ 4702341 w 5872039"/>
              <a:gd name="csY2155" fmla="*/ 3017181 h 3967305"/>
              <a:gd name="csX2156" fmla="*/ 4540916 w 5872039"/>
              <a:gd name="csY2156" fmla="*/ 3044851 h 3967305"/>
              <a:gd name="csX2157" fmla="*/ 4395992 w 5872039"/>
              <a:gd name="csY2157" fmla="*/ 3099490 h 3967305"/>
              <a:gd name="csX2158" fmla="*/ 4357793 w 5872039"/>
              <a:gd name="csY2158" fmla="*/ 3121260 h 3967305"/>
              <a:gd name="csX2159" fmla="*/ 4374712 w 5872039"/>
              <a:gd name="csY2159" fmla="*/ 3132758 h 3967305"/>
              <a:gd name="csX2160" fmla="*/ 4393981 w 5872039"/>
              <a:gd name="csY2160" fmla="*/ 3145878 h 3967305"/>
              <a:gd name="csX2161" fmla="*/ 4457248 w 5872039"/>
              <a:gd name="csY2161" fmla="*/ 3111876 h 3967305"/>
              <a:gd name="csX2162" fmla="*/ 4600927 w 5872039"/>
              <a:gd name="csY2162" fmla="*/ 3060468 h 3967305"/>
              <a:gd name="csX2163" fmla="*/ 5045560 w 5872039"/>
              <a:gd name="csY2163" fmla="*/ 3044571 h 3967305"/>
              <a:gd name="csX2164" fmla="*/ 5100324 w 5872039"/>
              <a:gd name="csY2164" fmla="*/ 3055742 h 3967305"/>
              <a:gd name="csX2165" fmla="*/ 5032028 w 5872039"/>
              <a:gd name="csY2165" fmla="*/ 3039608 h 3967305"/>
              <a:gd name="csX2166" fmla="*/ 4702341 w 5872039"/>
              <a:gd name="csY2166" fmla="*/ 3017181 h 3967305"/>
              <a:gd name="csX2167" fmla="*/ 3093365 w 5872039"/>
              <a:gd name="csY2167" fmla="*/ 3013023 h 3967305"/>
              <a:gd name="csX2168" fmla="*/ 3082343 w 5872039"/>
              <a:gd name="csY2168" fmla="*/ 3014284 h 3967305"/>
              <a:gd name="csX2169" fmla="*/ 3068211 w 5872039"/>
              <a:gd name="csY2169" fmla="*/ 3023377 h 3967305"/>
              <a:gd name="csX2170" fmla="*/ 3085237 w 5872039"/>
              <a:gd name="csY2170" fmla="*/ 3022231 h 3967305"/>
              <a:gd name="csX2171" fmla="*/ 3145537 w 5872039"/>
              <a:gd name="csY2171" fmla="*/ 3007056 h 3967305"/>
              <a:gd name="csX2172" fmla="*/ 3122330 w 5872039"/>
              <a:gd name="csY2172" fmla="*/ 3009710 h 3967305"/>
              <a:gd name="csX2173" fmla="*/ 3105179 w 5872039"/>
              <a:gd name="csY2173" fmla="*/ 3022052 h 3967305"/>
              <a:gd name="csX2174" fmla="*/ 3104868 w 5872039"/>
              <a:gd name="csY2174" fmla="*/ 3022404 h 3967305"/>
              <a:gd name="csX2175" fmla="*/ 3131938 w 5872039"/>
              <a:gd name="csY2175" fmla="*/ 3024003 h 3967305"/>
              <a:gd name="csX2176" fmla="*/ 3214092 w 5872039"/>
              <a:gd name="csY2176" fmla="*/ 3006887 h 3967305"/>
              <a:gd name="csX2177" fmla="*/ 3197056 w 5872039"/>
              <a:gd name="csY2177" fmla="*/ 3029527 h 3967305"/>
              <a:gd name="csX2178" fmla="*/ 3327039 w 5872039"/>
              <a:gd name="csY2178" fmla="*/ 3054559 h 3967305"/>
              <a:gd name="csX2179" fmla="*/ 3469932 w 5872039"/>
              <a:gd name="csY2179" fmla="*/ 3103767 h 3967305"/>
              <a:gd name="csX2180" fmla="*/ 3786270 w 5872039"/>
              <a:gd name="csY2180" fmla="*/ 3270425 h 3967305"/>
              <a:gd name="csX2181" fmla="*/ 3882527 w 5872039"/>
              <a:gd name="csY2181" fmla="*/ 3324545 h 3967305"/>
              <a:gd name="csX2182" fmla="*/ 3914590 w 5872039"/>
              <a:gd name="csY2182" fmla="*/ 3292644 h 3967305"/>
              <a:gd name="csX2183" fmla="*/ 3922950 w 5872039"/>
              <a:gd name="csY2183" fmla="*/ 3285086 h 3967305"/>
              <a:gd name="csX2184" fmla="*/ 3876045 w 5872039"/>
              <a:gd name="csY2184" fmla="*/ 3258012 h 3967305"/>
              <a:gd name="csX2185" fmla="*/ 3534506 w 5872039"/>
              <a:gd name="csY2185" fmla="*/ 3077045 h 3967305"/>
              <a:gd name="csX2186" fmla="*/ 3248102 w 5872039"/>
              <a:gd name="csY2186" fmla="*/ 3007532 h 3967305"/>
              <a:gd name="csX2187" fmla="*/ 3165551 w 5872039"/>
              <a:gd name="csY2187" fmla="*/ 3005966 h 3967305"/>
              <a:gd name="csX2188" fmla="*/ 3165352 w 5872039"/>
              <a:gd name="csY2188" fmla="*/ 3006124 h 3967305"/>
              <a:gd name="csX2189" fmla="*/ 3150127 w 5872039"/>
              <a:gd name="csY2189" fmla="*/ 3025078 h 3967305"/>
              <a:gd name="csX2190" fmla="*/ 3180551 w 5872039"/>
              <a:gd name="csY2190" fmla="*/ 3026876 h 3967305"/>
              <a:gd name="csX2191" fmla="*/ 3195829 w 5872039"/>
              <a:gd name="csY2191" fmla="*/ 3006540 h 3967305"/>
              <a:gd name="csX2192" fmla="*/ 3120117 w 5872039"/>
              <a:gd name="csY2192" fmla="*/ 2993065 h 3967305"/>
              <a:gd name="csX2193" fmla="*/ 3110829 w 5872039"/>
              <a:gd name="csY2193" fmla="*/ 2996186 h 3967305"/>
              <a:gd name="csX2194" fmla="*/ 3116732 w 5872039"/>
              <a:gd name="csY2194" fmla="*/ 2995508 h 3967305"/>
              <a:gd name="csX2195" fmla="*/ 3170647 w 5872039"/>
              <a:gd name="csY2195" fmla="*/ 2982996 h 3967305"/>
              <a:gd name="csX2196" fmla="*/ 3156244 w 5872039"/>
              <a:gd name="csY2196" fmla="*/ 2985307 h 3967305"/>
              <a:gd name="csX2197" fmla="*/ 3146885 w 5872039"/>
              <a:gd name="csY2197" fmla="*/ 2992041 h 3967305"/>
              <a:gd name="csX2198" fmla="*/ 3155888 w 5872039"/>
              <a:gd name="csY2198" fmla="*/ 2991006 h 3967305"/>
              <a:gd name="csX2199" fmla="*/ 3160477 w 5872039"/>
              <a:gd name="csY2199" fmla="*/ 2991088 h 3967305"/>
              <a:gd name="csX2200" fmla="*/ 4725568 w 5872039"/>
              <a:gd name="csY2200" fmla="*/ 2982754 h 3967305"/>
              <a:gd name="csX2201" fmla="*/ 4477089 w 5872039"/>
              <a:gd name="csY2201" fmla="*/ 3014873 h 3967305"/>
              <a:gd name="csX2202" fmla="*/ 4328977 w 5872039"/>
              <a:gd name="csY2202" fmla="*/ 3073122 h 3967305"/>
              <a:gd name="csX2203" fmla="*/ 4306654 w 5872039"/>
              <a:gd name="csY2203" fmla="*/ 3086509 h 3967305"/>
              <a:gd name="csX2204" fmla="*/ 4344061 w 5872039"/>
              <a:gd name="csY2204" fmla="*/ 3111929 h 3967305"/>
              <a:gd name="csX2205" fmla="*/ 4390112 w 5872039"/>
              <a:gd name="csY2205" fmla="*/ 3085737 h 3967305"/>
              <a:gd name="csX2206" fmla="*/ 4536939 w 5872039"/>
              <a:gd name="csY2206" fmla="*/ 3030463 h 3967305"/>
              <a:gd name="csX2207" fmla="*/ 4977864 w 5872039"/>
              <a:gd name="csY2207" fmla="*/ 3015103 h 3967305"/>
              <a:gd name="csX2208" fmla="*/ 5017715 w 5872039"/>
              <a:gd name="csY2208" fmla="*/ 3022659 h 3967305"/>
              <a:gd name="csX2209" fmla="*/ 4976850 w 5872039"/>
              <a:gd name="csY2209" fmla="*/ 3011999 h 3967305"/>
              <a:gd name="csX2210" fmla="*/ 4725568 w 5872039"/>
              <a:gd name="csY2210" fmla="*/ 2982754 h 3967305"/>
              <a:gd name="csX2211" fmla="*/ 3219391 w 5872039"/>
              <a:gd name="csY2211" fmla="*/ 2975176 h 3967305"/>
              <a:gd name="csX2212" fmla="*/ 3200528 w 5872039"/>
              <a:gd name="csY2212" fmla="*/ 2978202 h 3967305"/>
              <a:gd name="csX2213" fmla="*/ 3183773 w 5872039"/>
              <a:gd name="csY2213" fmla="*/ 2991502 h 3967305"/>
              <a:gd name="csX2214" fmla="*/ 3206818 w 5872039"/>
              <a:gd name="csY2214" fmla="*/ 2991911 h 3967305"/>
              <a:gd name="csX2215" fmla="*/ 3313744 w 5872039"/>
              <a:gd name="csY2215" fmla="*/ 2973190 h 3967305"/>
              <a:gd name="csX2216" fmla="*/ 3242841 w 5872039"/>
              <a:gd name="csY2216" fmla="*/ 2974577 h 3967305"/>
              <a:gd name="csX2217" fmla="*/ 3231221 w 5872039"/>
              <a:gd name="csY2217" fmla="*/ 2984122 h 3967305"/>
              <a:gd name="csX2218" fmla="*/ 3225116 w 5872039"/>
              <a:gd name="csY2218" fmla="*/ 2992236 h 3967305"/>
              <a:gd name="csX2219" fmla="*/ 3249046 w 5872039"/>
              <a:gd name="csY2219" fmla="*/ 2992662 h 3967305"/>
              <a:gd name="csX2220" fmla="*/ 3540139 w 5872039"/>
              <a:gd name="csY2220" fmla="*/ 3063324 h 3967305"/>
              <a:gd name="csX2221" fmla="*/ 3883626 w 5872039"/>
              <a:gd name="csY2221" fmla="*/ 3245278 h 3967305"/>
              <a:gd name="csX2222" fmla="*/ 3934500 w 5872039"/>
              <a:gd name="csY2222" fmla="*/ 3274644 h 3967305"/>
              <a:gd name="csX2223" fmla="*/ 3977423 w 5872039"/>
              <a:gd name="csY2223" fmla="*/ 3235839 h 3967305"/>
              <a:gd name="csX2224" fmla="*/ 3973136 w 5872039"/>
              <a:gd name="csY2224" fmla="*/ 3233292 h 3967305"/>
              <a:gd name="csX2225" fmla="*/ 3604849 w 5872039"/>
              <a:gd name="csY2225" fmla="*/ 3036629 h 3967305"/>
              <a:gd name="csX2226" fmla="*/ 3313744 w 5872039"/>
              <a:gd name="csY2226" fmla="*/ 2973190 h 3967305"/>
              <a:gd name="csX2227" fmla="*/ 3195920 w 5872039"/>
              <a:gd name="csY2227" fmla="*/ 2962887 h 3967305"/>
              <a:gd name="csX2228" fmla="*/ 3192157 w 5872039"/>
              <a:gd name="csY2228" fmla="*/ 2964572 h 3967305"/>
              <a:gd name="csX2229" fmla="*/ 3194219 w 5872039"/>
              <a:gd name="csY2229" fmla="*/ 2964240 h 3967305"/>
              <a:gd name="csX2230" fmla="*/ 4639610 w 5872039"/>
              <a:gd name="csY2230" fmla="*/ 2952534 h 3967305"/>
              <a:gd name="csX2231" fmla="*/ 4413233 w 5872039"/>
              <a:gd name="csY2231" fmla="*/ 2984947 h 3967305"/>
              <a:gd name="csX2232" fmla="*/ 4262020 w 5872039"/>
              <a:gd name="csY2232" fmla="*/ 3046817 h 3967305"/>
              <a:gd name="csX2233" fmla="*/ 4254664 w 5872039"/>
              <a:gd name="csY2233" fmla="*/ 3051444 h 3967305"/>
              <a:gd name="csX2234" fmla="*/ 4260176 w 5872039"/>
              <a:gd name="csY2234" fmla="*/ 3054925 h 3967305"/>
              <a:gd name="csX2235" fmla="*/ 4293131 w 5872039"/>
              <a:gd name="csY2235" fmla="*/ 3077319 h 3967305"/>
              <a:gd name="csX2236" fmla="*/ 4322881 w 5872039"/>
              <a:gd name="csY2236" fmla="*/ 3059515 h 3967305"/>
              <a:gd name="csX2237" fmla="*/ 4472978 w 5872039"/>
              <a:gd name="csY2237" fmla="*/ 3000591 h 3967305"/>
              <a:gd name="csX2238" fmla="*/ 4809282 w 5872039"/>
              <a:gd name="csY2238" fmla="*/ 2971772 h 3967305"/>
              <a:gd name="csX2239" fmla="*/ 4913546 w 5872039"/>
              <a:gd name="csY2239" fmla="*/ 2985245 h 3967305"/>
              <a:gd name="csX2240" fmla="*/ 4869154 w 5872039"/>
              <a:gd name="csY2240" fmla="*/ 2974944 h 3967305"/>
              <a:gd name="csX2241" fmla="*/ 4639610 w 5872039"/>
              <a:gd name="csY2241" fmla="*/ 2952534 h 3967305"/>
              <a:gd name="csX2242" fmla="*/ 3247254 w 5872039"/>
              <a:gd name="csY2242" fmla="*/ 2951899 h 3967305"/>
              <a:gd name="csX2243" fmla="*/ 3228898 w 5872039"/>
              <a:gd name="csY2243" fmla="*/ 2955683 h 3967305"/>
              <a:gd name="csX2244" fmla="*/ 3223275 w 5872039"/>
              <a:gd name="csY2244" fmla="*/ 2960146 h 3967305"/>
              <a:gd name="csX2245" fmla="*/ 3237594 w 5872039"/>
              <a:gd name="csY2245" fmla="*/ 2959867 h 3967305"/>
              <a:gd name="csX2246" fmla="*/ 3379740 w 5872039"/>
              <a:gd name="csY2246" fmla="*/ 2939036 h 3967305"/>
              <a:gd name="csX2247" fmla="*/ 3284292 w 5872039"/>
              <a:gd name="csY2247" fmla="*/ 2944264 h 3967305"/>
              <a:gd name="csX2248" fmla="*/ 3278217 w 5872039"/>
              <a:gd name="csY2248" fmla="*/ 2945517 h 3967305"/>
              <a:gd name="csX2249" fmla="*/ 3261312 w 5872039"/>
              <a:gd name="csY2249" fmla="*/ 2959404 h 3967305"/>
              <a:gd name="csX2250" fmla="*/ 3314216 w 5872039"/>
              <a:gd name="csY2250" fmla="*/ 2958371 h 3967305"/>
              <a:gd name="csX2251" fmla="*/ 3610348 w 5872039"/>
              <a:gd name="csY2251" fmla="*/ 3022827 h 3967305"/>
              <a:gd name="csX2252" fmla="*/ 3980877 w 5872039"/>
              <a:gd name="csY2252" fmla="*/ 3220639 h 3967305"/>
              <a:gd name="csX2253" fmla="*/ 3988939 w 5872039"/>
              <a:gd name="csY2253" fmla="*/ 3225429 h 3967305"/>
              <a:gd name="csX2254" fmla="*/ 4026967 w 5872039"/>
              <a:gd name="csY2254" fmla="*/ 3191049 h 3967305"/>
              <a:gd name="csX2255" fmla="*/ 4032686 w 5872039"/>
              <a:gd name="csY2255" fmla="*/ 3186543 h 3967305"/>
              <a:gd name="csX2256" fmla="*/ 3878501 w 5872039"/>
              <a:gd name="csY2256" fmla="*/ 3093520 h 3967305"/>
              <a:gd name="csX2257" fmla="*/ 3675297 w 5872039"/>
              <a:gd name="csY2257" fmla="*/ 2996239 h 3967305"/>
              <a:gd name="csX2258" fmla="*/ 3379740 w 5872039"/>
              <a:gd name="csY2258" fmla="*/ 2939036 h 3967305"/>
              <a:gd name="csX2259" fmla="*/ 3444710 w 5872039"/>
              <a:gd name="csY2259" fmla="*/ 2904797 h 3967305"/>
              <a:gd name="csX2260" fmla="*/ 3348067 w 5872039"/>
              <a:gd name="csY2260" fmla="*/ 2913377 h 3967305"/>
              <a:gd name="csX2261" fmla="*/ 3304029 w 5872039"/>
              <a:gd name="csY2261" fmla="*/ 2924313 h 3967305"/>
              <a:gd name="csX2262" fmla="*/ 3298841 w 5872039"/>
              <a:gd name="csY2262" fmla="*/ 2928575 h 3967305"/>
              <a:gd name="csX2263" fmla="*/ 3379661 w 5872039"/>
              <a:gd name="csY2263" fmla="*/ 2924148 h 3967305"/>
              <a:gd name="csX2264" fmla="*/ 3680556 w 5872039"/>
              <a:gd name="csY2264" fmla="*/ 2982331 h 3967305"/>
              <a:gd name="csX2265" fmla="*/ 3885322 w 5872039"/>
              <a:gd name="csY2265" fmla="*/ 3080303 h 3967305"/>
              <a:gd name="csX2266" fmla="*/ 4045152 w 5872039"/>
              <a:gd name="csY2266" fmla="*/ 3176720 h 3967305"/>
              <a:gd name="csX2267" fmla="*/ 4092401 w 5872039"/>
              <a:gd name="csY2267" fmla="*/ 3139489 h 3967305"/>
              <a:gd name="csX2268" fmla="*/ 3963509 w 5872039"/>
              <a:gd name="csY2268" fmla="*/ 3059747 h 3967305"/>
              <a:gd name="csX2269" fmla="*/ 3745613 w 5872039"/>
              <a:gd name="csY2269" fmla="*/ 2955742 h 3967305"/>
              <a:gd name="csX2270" fmla="*/ 3444710 w 5872039"/>
              <a:gd name="csY2270" fmla="*/ 2904797 h 3967305"/>
              <a:gd name="csX2271" fmla="*/ 3586973 w 5872039"/>
              <a:gd name="csY2271" fmla="*/ 2870454 h 3967305"/>
              <a:gd name="csX2272" fmla="*/ 3510300 w 5872039"/>
              <a:gd name="csY2272" fmla="*/ 2870508 h 3967305"/>
              <a:gd name="csX2273" fmla="*/ 3411949 w 5872039"/>
              <a:gd name="csY2273" fmla="*/ 2882598 h 3967305"/>
              <a:gd name="csX2274" fmla="*/ 3361167 w 5872039"/>
              <a:gd name="csY2274" fmla="*/ 2897289 h 3967305"/>
              <a:gd name="csX2275" fmla="*/ 3444205 w 5872039"/>
              <a:gd name="csY2275" fmla="*/ 2889900 h 3967305"/>
              <a:gd name="csX2276" fmla="*/ 3750765 w 5872039"/>
              <a:gd name="csY2276" fmla="*/ 2941754 h 3967305"/>
              <a:gd name="csX2277" fmla="*/ 3970437 w 5872039"/>
              <a:gd name="csY2277" fmla="*/ 3046509 h 3967305"/>
              <a:gd name="csX2278" fmla="*/ 4104864 w 5872039"/>
              <a:gd name="csY2278" fmla="*/ 3129668 h 3967305"/>
              <a:gd name="csX2279" fmla="*/ 4115163 w 5872039"/>
              <a:gd name="csY2279" fmla="*/ 3121553 h 3967305"/>
              <a:gd name="csX2280" fmla="*/ 4157171 w 5872039"/>
              <a:gd name="csY2280" fmla="*/ 3095188 h 3967305"/>
              <a:gd name="csX2281" fmla="*/ 4049124 w 5872039"/>
              <a:gd name="csY2281" fmla="*/ 3026478 h 3967305"/>
              <a:gd name="csX2282" fmla="*/ 3816034 w 5872039"/>
              <a:gd name="csY2282" fmla="*/ 2915379 h 3967305"/>
              <a:gd name="csX2283" fmla="*/ 3586973 w 5872039"/>
              <a:gd name="csY2283" fmla="*/ 2870454 h 3967305"/>
              <a:gd name="csX2284" fmla="*/ 3664698 w 5872039"/>
              <a:gd name="csY2284" fmla="*/ 2834429 h 3967305"/>
              <a:gd name="csX2285" fmla="*/ 3588084 w 5872039"/>
              <a:gd name="csY2285" fmla="*/ 2835502 h 3967305"/>
              <a:gd name="csX2286" fmla="*/ 3487753 w 5872039"/>
              <a:gd name="csY2286" fmla="*/ 2849312 h 3967305"/>
              <a:gd name="csX2287" fmla="*/ 3437514 w 5872039"/>
              <a:gd name="csY2287" fmla="*/ 2864505 h 3967305"/>
              <a:gd name="csX2288" fmla="*/ 3509281 w 5872039"/>
              <a:gd name="csY2288" fmla="*/ 2855664 h 3967305"/>
              <a:gd name="csX2289" fmla="*/ 3820946 w 5872039"/>
              <a:gd name="csY2289" fmla="*/ 2901391 h 3967305"/>
              <a:gd name="csX2290" fmla="*/ 4056035 w 5872039"/>
              <a:gd name="csY2290" fmla="*/ 3013321 h 3967305"/>
              <a:gd name="csX2291" fmla="*/ 4171075 w 5872039"/>
              <a:gd name="csY2291" fmla="*/ 3086461 h 3967305"/>
              <a:gd name="csX2292" fmla="*/ 4226890 w 5872039"/>
              <a:gd name="csY2292" fmla="*/ 3051430 h 3967305"/>
              <a:gd name="csX2293" fmla="*/ 4135316 w 5872039"/>
              <a:gd name="csY2293" fmla="*/ 2993580 h 3967305"/>
              <a:gd name="csX2294" fmla="*/ 3886430 w 5872039"/>
              <a:gd name="csY2294" fmla="*/ 2874936 h 3967305"/>
              <a:gd name="csX2295" fmla="*/ 3664698 w 5872039"/>
              <a:gd name="csY2295" fmla="*/ 2834429 h 3967305"/>
              <a:gd name="csX2296" fmla="*/ 3638122 w 5872039"/>
              <a:gd name="csY2296" fmla="*/ 2819177 h 3967305"/>
              <a:gd name="csX2297" fmla="*/ 3891235 w 5872039"/>
              <a:gd name="csY2297" fmla="*/ 2860921 h 3967305"/>
              <a:gd name="csX2298" fmla="*/ 4142333 w 5872039"/>
              <a:gd name="csY2298" fmla="*/ 2980512 h 3967305"/>
              <a:gd name="csX2299" fmla="*/ 4240808 w 5872039"/>
              <a:gd name="csY2299" fmla="*/ 3042695 h 3967305"/>
              <a:gd name="csX2300" fmla="*/ 4255810 w 5872039"/>
              <a:gd name="csY2300" fmla="*/ 3033280 h 3967305"/>
              <a:gd name="csX2301" fmla="*/ 4409068 w 5872039"/>
              <a:gd name="csY2301" fmla="*/ 2970692 h 3967305"/>
              <a:gd name="csX2302" fmla="*/ 5098782 w 5872039"/>
              <a:gd name="csY2302" fmla="*/ 3020632 h 3967305"/>
              <a:gd name="csX2303" fmla="*/ 5230135 w 5872039"/>
              <a:gd name="csY2303" fmla="*/ 3069813 h 3967305"/>
              <a:gd name="csX2304" fmla="*/ 5343953 w 5872039"/>
              <a:gd name="csY2304" fmla="*/ 3109260 h 3967305"/>
              <a:gd name="csX2305" fmla="*/ 5419429 w 5872039"/>
              <a:gd name="csY2305" fmla="*/ 3133026 h 3967305"/>
              <a:gd name="csX2306" fmla="*/ 5432674 w 5872039"/>
              <a:gd name="csY2306" fmla="*/ 3137605 h 3967305"/>
              <a:gd name="csX2307" fmla="*/ 5471111 w 5872039"/>
              <a:gd name="csY2307" fmla="*/ 3148642 h 3967305"/>
              <a:gd name="csX2308" fmla="*/ 5484673 w 5872039"/>
              <a:gd name="csY2308" fmla="*/ 3152860 h 3967305"/>
              <a:gd name="csX2309" fmla="*/ 5518975 w 5872039"/>
              <a:gd name="csY2309" fmla="*/ 3163188 h 3967305"/>
              <a:gd name="csX2310" fmla="*/ 5522660 w 5872039"/>
              <a:gd name="csY2310" fmla="*/ 3164125 h 3967305"/>
              <a:gd name="csX2311" fmla="*/ 5618163 w 5872039"/>
              <a:gd name="csY2311" fmla="*/ 3189362 h 3967305"/>
              <a:gd name="csX2312" fmla="*/ 5725813 w 5872039"/>
              <a:gd name="csY2312" fmla="*/ 3213099 h 3967305"/>
              <a:gd name="csX2313" fmla="*/ 5806353 w 5872039"/>
              <a:gd name="csY2313" fmla="*/ 3227548 h 3967305"/>
              <a:gd name="csX2314" fmla="*/ 5872039 w 5872039"/>
              <a:gd name="csY2314" fmla="*/ 3235409 h 3967305"/>
              <a:gd name="csX2315" fmla="*/ 5872039 w 5872039"/>
              <a:gd name="csY2315" fmla="*/ 3305703 h 3967305"/>
              <a:gd name="csX2316" fmla="*/ 5870254 w 5872039"/>
              <a:gd name="csY2316" fmla="*/ 3305763 h 3967305"/>
              <a:gd name="csX2317" fmla="*/ 5872039 w 5872039"/>
              <a:gd name="csY2317" fmla="*/ 3306239 h 3967305"/>
              <a:gd name="csX2318" fmla="*/ 5872039 w 5872039"/>
              <a:gd name="csY2318" fmla="*/ 3329320 h 3967305"/>
              <a:gd name="csX2319" fmla="*/ 5836762 w 5872039"/>
              <a:gd name="csY2319" fmla="*/ 3332422 h 3967305"/>
              <a:gd name="csX2320" fmla="*/ 5673834 w 5872039"/>
              <a:gd name="csY2320" fmla="*/ 3340768 h 3967305"/>
              <a:gd name="csX2321" fmla="*/ 5242600 w 5872039"/>
              <a:gd name="csY2321" fmla="*/ 3374243 h 3967305"/>
              <a:gd name="csX2322" fmla="*/ 5031167 w 5872039"/>
              <a:gd name="csY2322" fmla="*/ 3414824 h 3967305"/>
              <a:gd name="csX2323" fmla="*/ 4928866 w 5872039"/>
              <a:gd name="csY2323" fmla="*/ 3441218 h 3967305"/>
              <a:gd name="csX2324" fmla="*/ 4957890 w 5872039"/>
              <a:gd name="csY2324" fmla="*/ 3452993 h 3967305"/>
              <a:gd name="csX2325" fmla="*/ 5116132 w 5872039"/>
              <a:gd name="csY2325" fmla="*/ 3419999 h 3967305"/>
              <a:gd name="csX2326" fmla="*/ 5304506 w 5872039"/>
              <a:gd name="csY2326" fmla="*/ 3389406 h 3967305"/>
              <a:gd name="csX2327" fmla="*/ 5654133 w 5872039"/>
              <a:gd name="csY2327" fmla="*/ 3358680 h 3967305"/>
              <a:gd name="csX2328" fmla="*/ 5854481 w 5872039"/>
              <a:gd name="csY2328" fmla="*/ 3343391 h 3967305"/>
              <a:gd name="csX2329" fmla="*/ 5872039 w 5872039"/>
              <a:gd name="csY2329" fmla="*/ 3341151 h 3967305"/>
              <a:gd name="csX2330" fmla="*/ 5872039 w 5872039"/>
              <a:gd name="csY2330" fmla="*/ 3356154 h 3967305"/>
              <a:gd name="csX2331" fmla="*/ 5856076 w 5872039"/>
              <a:gd name="csY2331" fmla="*/ 3358193 h 3967305"/>
              <a:gd name="csX2332" fmla="*/ 5655094 w 5872039"/>
              <a:gd name="csY2332" fmla="*/ 3373549 h 3967305"/>
              <a:gd name="csX2333" fmla="*/ 5306295 w 5872039"/>
              <a:gd name="csY2333" fmla="*/ 3404195 h 3967305"/>
              <a:gd name="csX2334" fmla="*/ 5118704 w 5872039"/>
              <a:gd name="csY2334" fmla="*/ 3434658 h 3967305"/>
              <a:gd name="csX2335" fmla="*/ 4983860 w 5872039"/>
              <a:gd name="csY2335" fmla="*/ 3462773 h 3967305"/>
              <a:gd name="csX2336" fmla="*/ 5012068 w 5872039"/>
              <a:gd name="csY2336" fmla="*/ 3472259 h 3967305"/>
              <a:gd name="csX2337" fmla="*/ 5057549 w 5872039"/>
              <a:gd name="csY2337" fmla="*/ 3465193 h 3967305"/>
              <a:gd name="csX2338" fmla="*/ 5368442 w 5872039"/>
              <a:gd name="csY2338" fmla="*/ 3419358 h 3967305"/>
              <a:gd name="csX2339" fmla="*/ 5618389 w 5872039"/>
              <a:gd name="csY2339" fmla="*/ 3396026 h 3967305"/>
              <a:gd name="csX2340" fmla="*/ 5806108 w 5872039"/>
              <a:gd name="csY2340" fmla="*/ 3379067 h 3967305"/>
              <a:gd name="csX2341" fmla="*/ 5872039 w 5872039"/>
              <a:gd name="csY2341" fmla="*/ 3370648 h 3967305"/>
              <a:gd name="csX2342" fmla="*/ 5872039 w 5872039"/>
              <a:gd name="csY2342" fmla="*/ 3385643 h 3967305"/>
              <a:gd name="csX2343" fmla="*/ 5807963 w 5872039"/>
              <a:gd name="csY2343" fmla="*/ 3393834 h 3967305"/>
              <a:gd name="csX2344" fmla="*/ 5619617 w 5872039"/>
              <a:gd name="csY2344" fmla="*/ 3410842 h 3967305"/>
              <a:gd name="csX2345" fmla="*/ 5370070 w 5872039"/>
              <a:gd name="csY2345" fmla="*/ 3434147 h 3967305"/>
              <a:gd name="csX2346" fmla="*/ 5059979 w 5872039"/>
              <a:gd name="csY2346" fmla="*/ 3479876 h 3967305"/>
              <a:gd name="csX2347" fmla="*/ 5042700 w 5872039"/>
              <a:gd name="csY2347" fmla="*/ 3482559 h 3967305"/>
              <a:gd name="csX2348" fmla="*/ 5065820 w 5872039"/>
              <a:gd name="csY2348" fmla="*/ 3490334 h 3967305"/>
              <a:gd name="csX2349" fmla="*/ 5204052 w 5872039"/>
              <a:gd name="csY2349" fmla="*/ 3475044 h 3967305"/>
              <a:gd name="csX2350" fmla="*/ 5432403 w 5872039"/>
              <a:gd name="csY2350" fmla="*/ 3449310 h 3967305"/>
              <a:gd name="csX2351" fmla="*/ 5556002 w 5872039"/>
              <a:gd name="csY2351" fmla="*/ 3437937 h 3967305"/>
              <a:gd name="csX2352" fmla="*/ 5791467 w 5872039"/>
              <a:gd name="csY2352" fmla="*/ 3414920 h 3967305"/>
              <a:gd name="csX2353" fmla="*/ 5872039 w 5872039"/>
              <a:gd name="csY2353" fmla="*/ 3403041 h 3967305"/>
              <a:gd name="csX2354" fmla="*/ 5872039 w 5872039"/>
              <a:gd name="csY2354" fmla="*/ 3419848 h 3967305"/>
              <a:gd name="csX2355" fmla="*/ 5868939 w 5872039"/>
              <a:gd name="csY2355" fmla="*/ 3420346 h 3967305"/>
              <a:gd name="csX2356" fmla="*/ 5557363 w 5872039"/>
              <a:gd name="csY2356" fmla="*/ 3452700 h 3967305"/>
              <a:gd name="csX2357" fmla="*/ 5433844 w 5872039"/>
              <a:gd name="csY2357" fmla="*/ 3464072 h 3967305"/>
              <a:gd name="csX2358" fmla="*/ 5205867 w 5872039"/>
              <a:gd name="csY2358" fmla="*/ 3489753 h 3967305"/>
              <a:gd name="csX2359" fmla="*/ 5100282 w 5872039"/>
              <a:gd name="csY2359" fmla="*/ 3501922 h 3967305"/>
              <a:gd name="csX2360" fmla="*/ 5105784 w 5872039"/>
              <a:gd name="csY2360" fmla="*/ 3503773 h 3967305"/>
              <a:gd name="csX2361" fmla="*/ 5121870 w 5872039"/>
              <a:gd name="csY2361" fmla="*/ 3508121 h 3967305"/>
              <a:gd name="csX2362" fmla="*/ 5390224 w 5872039"/>
              <a:gd name="csY2362" fmla="*/ 3488098 h 3967305"/>
              <a:gd name="csX2363" fmla="*/ 5496418 w 5872039"/>
              <a:gd name="csY2363" fmla="*/ 3479235 h 3967305"/>
              <a:gd name="csX2364" fmla="*/ 5692132 w 5872039"/>
              <a:gd name="csY2364" fmla="*/ 3462017 h 3967305"/>
              <a:gd name="csX2365" fmla="*/ 5872039 w 5872039"/>
              <a:gd name="csY2365" fmla="*/ 3440514 h 3967305"/>
              <a:gd name="csX2366" fmla="*/ 5872039 w 5872039"/>
              <a:gd name="csY2366" fmla="*/ 3455441 h 3967305"/>
              <a:gd name="csX2367" fmla="*/ 5694097 w 5872039"/>
              <a:gd name="csY2367" fmla="*/ 3476734 h 3967305"/>
              <a:gd name="csX2368" fmla="*/ 5497592 w 5872039"/>
              <a:gd name="csY2368" fmla="*/ 3494024 h 3967305"/>
              <a:gd name="csX2369" fmla="*/ 5391479 w 5872039"/>
              <a:gd name="csY2369" fmla="*/ 3502887 h 3967305"/>
              <a:gd name="csX2370" fmla="*/ 5165011 w 5872039"/>
              <a:gd name="csY2370" fmla="*/ 3519782 h 3967305"/>
              <a:gd name="csX2371" fmla="*/ 5176730 w 5872039"/>
              <a:gd name="csY2371" fmla="*/ 3522950 h 3967305"/>
              <a:gd name="csX2372" fmla="*/ 5253408 w 5872039"/>
              <a:gd name="csY2372" fmla="*/ 3523203 h 3967305"/>
              <a:gd name="csX2373" fmla="*/ 5560406 w 5872039"/>
              <a:gd name="csY2373" fmla="*/ 3509161 h 3967305"/>
              <a:gd name="csX2374" fmla="*/ 5727600 w 5872039"/>
              <a:gd name="csY2374" fmla="*/ 3495743 h 3967305"/>
              <a:gd name="csX2375" fmla="*/ 5872039 w 5872039"/>
              <a:gd name="csY2375" fmla="*/ 3477303 h 3967305"/>
              <a:gd name="csX2376" fmla="*/ 5872039 w 5872039"/>
              <a:gd name="csY2376" fmla="*/ 3492270 h 3967305"/>
              <a:gd name="csX2377" fmla="*/ 5729535 w 5872039"/>
              <a:gd name="csY2377" fmla="*/ 3510497 h 3967305"/>
              <a:gd name="csX2378" fmla="*/ 5561394 w 5872039"/>
              <a:gd name="csY2378" fmla="*/ 3524004 h 3967305"/>
              <a:gd name="csX2379" fmla="*/ 5252839 w 5872039"/>
              <a:gd name="csY2379" fmla="*/ 3538095 h 3967305"/>
              <a:gd name="csX2380" fmla="*/ 5236922 w 5872039"/>
              <a:gd name="csY2380" fmla="*/ 3538039 h 3967305"/>
              <a:gd name="csX2381" fmla="*/ 5367363 w 5872039"/>
              <a:gd name="csY2381" fmla="*/ 3543548 h 3967305"/>
              <a:gd name="csX2382" fmla="*/ 5624368 w 5872039"/>
              <a:gd name="csY2382" fmla="*/ 3538979 h 3967305"/>
              <a:gd name="csX2383" fmla="*/ 5827417 w 5872039"/>
              <a:gd name="csY2383" fmla="*/ 3522460 h 3967305"/>
              <a:gd name="csX2384" fmla="*/ 5872039 w 5872039"/>
              <a:gd name="csY2384" fmla="*/ 3515284 h 3967305"/>
              <a:gd name="csX2385" fmla="*/ 5872039 w 5872039"/>
              <a:gd name="csY2385" fmla="*/ 3530365 h 3967305"/>
              <a:gd name="csX2386" fmla="*/ 5829682 w 5872039"/>
              <a:gd name="csY2386" fmla="*/ 3537190 h 3967305"/>
              <a:gd name="csX2387" fmla="*/ 5625116 w 5872039"/>
              <a:gd name="csY2387" fmla="*/ 3553848 h 3967305"/>
              <a:gd name="csX2388" fmla="*/ 5366641 w 5872039"/>
              <a:gd name="csY2388" fmla="*/ 3558455 h 3967305"/>
              <a:gd name="csX2389" fmla="*/ 5360919 w 5872039"/>
              <a:gd name="csY2389" fmla="*/ 3558212 h 3967305"/>
              <a:gd name="csX2390" fmla="*/ 5436870 w 5872039"/>
              <a:gd name="csY2390" fmla="*/ 3565226 h 3967305"/>
              <a:gd name="csX2391" fmla="*/ 5688356 w 5872039"/>
              <a:gd name="csY2391" fmla="*/ 3569012 h 3967305"/>
              <a:gd name="csX2392" fmla="*/ 5872039 w 5872039"/>
              <a:gd name="csY2392" fmla="*/ 3555344 h 3967305"/>
              <a:gd name="csX2393" fmla="*/ 5872039 w 5872039"/>
              <a:gd name="csY2393" fmla="*/ 3570220 h 3967305"/>
              <a:gd name="csX2394" fmla="*/ 5688864 w 5872039"/>
              <a:gd name="csY2394" fmla="*/ 3583881 h 3967305"/>
              <a:gd name="csX2395" fmla="*/ 5503364 w 5872039"/>
              <a:gd name="csY2395" fmla="*/ 3583485 h 3967305"/>
              <a:gd name="csX2396" fmla="*/ 5462690 w 5872039"/>
              <a:gd name="csY2396" fmla="*/ 3580272 h 3967305"/>
              <a:gd name="csX2397" fmla="*/ 5505421 w 5872039"/>
              <a:gd name="csY2397" fmla="*/ 3586378 h 3967305"/>
              <a:gd name="csX2398" fmla="*/ 5723795 w 5872039"/>
              <a:gd name="csY2398" fmla="*/ 3598649 h 3967305"/>
              <a:gd name="csX2399" fmla="*/ 5872039 w 5872039"/>
              <a:gd name="csY2399" fmla="*/ 3589654 h 3967305"/>
              <a:gd name="csX2400" fmla="*/ 5872039 w 5872039"/>
              <a:gd name="csY2400" fmla="*/ 3606269 h 3967305"/>
              <a:gd name="csX2401" fmla="*/ 5859572 w 5872039"/>
              <a:gd name="csY2401" fmla="*/ 3607844 h 3967305"/>
              <a:gd name="csX2402" fmla="*/ 5371878 w 5872039"/>
              <a:gd name="csY2402" fmla="*/ 3582022 h 3967305"/>
              <a:gd name="csX2403" fmla="*/ 5301202 w 5872039"/>
              <a:gd name="csY2403" fmla="*/ 3567513 h 3967305"/>
              <a:gd name="csX2404" fmla="*/ 5293665 w 5872039"/>
              <a:gd name="csY2404" fmla="*/ 3566917 h 3967305"/>
              <a:gd name="csX2405" fmla="*/ 5158474 w 5872039"/>
              <a:gd name="csY2405" fmla="*/ 3546153 h 3967305"/>
              <a:gd name="csX2406" fmla="*/ 5070049 w 5872039"/>
              <a:gd name="csY2406" fmla="*/ 3537564 h 3967305"/>
              <a:gd name="csX2407" fmla="*/ 5054539 w 5872039"/>
              <a:gd name="csY2407" fmla="*/ 3535031 h 3967305"/>
              <a:gd name="csX2408" fmla="*/ 4949540 w 5872039"/>
              <a:gd name="csY2408" fmla="*/ 3529256 h 3967305"/>
              <a:gd name="csX2409" fmla="*/ 4941936 w 5872039"/>
              <a:gd name="csY2409" fmla="*/ 3528335 h 3967305"/>
              <a:gd name="csX2410" fmla="*/ 4833105 w 5872039"/>
              <a:gd name="csY2410" fmla="*/ 3526806 h 3967305"/>
              <a:gd name="csX2411" fmla="*/ 4826192 w 5872039"/>
              <a:gd name="csY2411" fmla="*/ 3526257 h 3967305"/>
              <a:gd name="csX2412" fmla="*/ 4715692 w 5872039"/>
              <a:gd name="csY2412" fmla="*/ 3528524 h 3967305"/>
              <a:gd name="csX2413" fmla="*/ 4715633 w 5872039"/>
              <a:gd name="csY2413" fmla="*/ 3528531 h 3967305"/>
              <a:gd name="csX2414" fmla="*/ 4602249 w 5872039"/>
              <a:gd name="csY2414" fmla="*/ 3535569 h 3967305"/>
              <a:gd name="csX2415" fmla="*/ 4581809 w 5872039"/>
              <a:gd name="csY2415" fmla="*/ 3535454 h 3967305"/>
              <a:gd name="csX2416" fmla="*/ 4507156 w 5872039"/>
              <a:gd name="csY2416" fmla="*/ 3545460 h 3967305"/>
              <a:gd name="csX2417" fmla="*/ 4477802 w 5872039"/>
              <a:gd name="csY2417" fmla="*/ 3546554 h 3967305"/>
              <a:gd name="csX2418" fmla="*/ 4418902 w 5872039"/>
              <a:gd name="csY2418" fmla="*/ 3557319 h 3967305"/>
              <a:gd name="csX2419" fmla="*/ 4376711 w 5872039"/>
              <a:gd name="csY2419" fmla="*/ 3560767 h 3967305"/>
              <a:gd name="csX2420" fmla="*/ 4335120 w 5872039"/>
              <a:gd name="csY2420" fmla="*/ 3570453 h 3967305"/>
              <a:gd name="csX2421" fmla="*/ 4278657 w 5872039"/>
              <a:gd name="csY2421" fmla="*/ 3577629 h 3967305"/>
              <a:gd name="csX2422" fmla="*/ 4254588 w 5872039"/>
              <a:gd name="csY2422" fmla="*/ 3584465 h 3967305"/>
              <a:gd name="csX2423" fmla="*/ 4175608 w 5872039"/>
              <a:gd name="csY2423" fmla="*/ 3598126 h 3967305"/>
              <a:gd name="csX2424" fmla="*/ 4081557 w 5872039"/>
              <a:gd name="csY2424" fmla="*/ 3619749 h 3967305"/>
              <a:gd name="csX2425" fmla="*/ 4070712 w 5872039"/>
              <a:gd name="csY2425" fmla="*/ 3621033 h 3967305"/>
              <a:gd name="csX2426" fmla="*/ 4006479 w 5872039"/>
              <a:gd name="csY2426" fmla="*/ 3638787 h 3967305"/>
              <a:gd name="csX2427" fmla="*/ 3976796 w 5872039"/>
              <a:gd name="csY2427" fmla="*/ 3643541 h 3967305"/>
              <a:gd name="csX2428" fmla="*/ 3932443 w 5872039"/>
              <a:gd name="csY2428" fmla="*/ 3657852 h 3967305"/>
              <a:gd name="csX2429" fmla="*/ 3886132 w 5872039"/>
              <a:gd name="csY2429" fmla="*/ 3667189 h 3967305"/>
              <a:gd name="csX2430" fmla="*/ 3859121 w 5872039"/>
              <a:gd name="csY2430" fmla="*/ 3677152 h 3967305"/>
              <a:gd name="csX2431" fmla="*/ 3772396 w 5872039"/>
              <a:gd name="csY2431" fmla="*/ 3698205 h 3967305"/>
              <a:gd name="csX2432" fmla="*/ 3692431 w 5872039"/>
              <a:gd name="csY2432" fmla="*/ 3723246 h 3967305"/>
              <a:gd name="csX2433" fmla="*/ 3680307 w 5872039"/>
              <a:gd name="csY2433" fmla="*/ 3725106 h 3967305"/>
              <a:gd name="csX2434" fmla="*/ 3620391 w 5872039"/>
              <a:gd name="csY2434" fmla="*/ 3746351 h 3967305"/>
              <a:gd name="csX2435" fmla="*/ 3594939 w 5872039"/>
              <a:gd name="csY2435" fmla="*/ 3751180 h 3967305"/>
              <a:gd name="csX2436" fmla="*/ 3548414 w 5872039"/>
              <a:gd name="csY2436" fmla="*/ 3769588 h 3967305"/>
              <a:gd name="csX2437" fmla="*/ 3510505 w 5872039"/>
              <a:gd name="csY2437" fmla="*/ 3778133 h 3967305"/>
              <a:gd name="csX2438" fmla="*/ 3476835 w 5872039"/>
              <a:gd name="csY2438" fmla="*/ 3792825 h 3967305"/>
              <a:gd name="csX2439" fmla="*/ 3422747 w 5872039"/>
              <a:gd name="csY2439" fmla="*/ 3806928 h 3967305"/>
              <a:gd name="csX2440" fmla="*/ 3406748 w 5872039"/>
              <a:gd name="csY2440" fmla="*/ 3814636 h 3967305"/>
              <a:gd name="csX2441" fmla="*/ 3341689 w 5872039"/>
              <a:gd name="csY2441" fmla="*/ 3834252 h 3967305"/>
              <a:gd name="csX2442" fmla="*/ 3335141 w 5872039"/>
              <a:gd name="csY2442" fmla="*/ 3837670 h 3967305"/>
              <a:gd name="csX2443" fmla="*/ 3234692 w 5872039"/>
              <a:gd name="csY2443" fmla="*/ 3871448 h 3967305"/>
              <a:gd name="csX2444" fmla="*/ 3162402 w 5872039"/>
              <a:gd name="csY2444" fmla="*/ 3898245 h 3967305"/>
              <a:gd name="csX2445" fmla="*/ 3054767 w 5872039"/>
              <a:gd name="csY2445" fmla="*/ 3920748 h 3967305"/>
              <a:gd name="csX2446" fmla="*/ 3026944 w 5872039"/>
              <a:gd name="csY2446" fmla="*/ 3921452 h 3967305"/>
              <a:gd name="csX2447" fmla="*/ 3018809 w 5872039"/>
              <a:gd name="csY2447" fmla="*/ 3939034 h 3967305"/>
              <a:gd name="csX2448" fmla="*/ 2994890 w 5872039"/>
              <a:gd name="csY2448" fmla="*/ 3967305 h 3967305"/>
              <a:gd name="csX2449" fmla="*/ 2975506 w 5872039"/>
              <a:gd name="csY2449" fmla="*/ 3967305 h 3967305"/>
              <a:gd name="csX2450" fmla="*/ 3006209 w 5872039"/>
              <a:gd name="csY2450" fmla="*/ 3931106 h 3967305"/>
              <a:gd name="csX2451" fmla="*/ 3010466 w 5872039"/>
              <a:gd name="csY2451" fmla="*/ 3921869 h 3967305"/>
              <a:gd name="csX2452" fmla="*/ 2913796 w 5872039"/>
              <a:gd name="csY2452" fmla="*/ 3924315 h 3967305"/>
              <a:gd name="csX2453" fmla="*/ 2904653 w 5872039"/>
              <a:gd name="csY2453" fmla="*/ 3922722 h 3967305"/>
              <a:gd name="csX2454" fmla="*/ 2864587 w 5872039"/>
              <a:gd name="csY2454" fmla="*/ 3967305 h 3967305"/>
              <a:gd name="csX2455" fmla="*/ 2839894 w 5872039"/>
              <a:gd name="csY2455" fmla="*/ 3967305 h 3967305"/>
              <a:gd name="csX2456" fmla="*/ 2852164 w 5872039"/>
              <a:gd name="csY2456" fmla="*/ 3958771 h 3967305"/>
              <a:gd name="csX2457" fmla="*/ 2887358 w 5872039"/>
              <a:gd name="csY2457" fmla="*/ 3919709 h 3967305"/>
              <a:gd name="csX2458" fmla="*/ 2789031 w 5872039"/>
              <a:gd name="csY2458" fmla="*/ 3902579 h 3967305"/>
              <a:gd name="csX2459" fmla="*/ 2778428 w 5872039"/>
              <a:gd name="csY2459" fmla="*/ 3913479 h 3967305"/>
              <a:gd name="csX2460" fmla="*/ 2702897 w 5872039"/>
              <a:gd name="csY2460" fmla="*/ 3963068 h 3967305"/>
              <a:gd name="csX2461" fmla="*/ 2693223 w 5872039"/>
              <a:gd name="csY2461" fmla="*/ 3967305 h 3967305"/>
              <a:gd name="csX2462" fmla="*/ 2656457 w 5872039"/>
              <a:gd name="csY2462" fmla="*/ 3967305 h 3967305"/>
              <a:gd name="csX2463" fmla="*/ 2694484 w 5872039"/>
              <a:gd name="csY2463" fmla="*/ 3950778 h 3967305"/>
              <a:gd name="csX2464" fmla="*/ 2768367 w 5872039"/>
              <a:gd name="csY2464" fmla="*/ 3902533 h 3967305"/>
              <a:gd name="csX2465" fmla="*/ 2771329 w 5872039"/>
              <a:gd name="csY2465" fmla="*/ 3899495 h 3967305"/>
              <a:gd name="csX2466" fmla="*/ 2769184 w 5872039"/>
              <a:gd name="csY2466" fmla="*/ 3899121 h 3967305"/>
              <a:gd name="csX2467" fmla="*/ 2677056 w 5872039"/>
              <a:gd name="csY2467" fmla="*/ 3868420 h 3967305"/>
              <a:gd name="csX2468" fmla="*/ 2615076 w 5872039"/>
              <a:gd name="csY2468" fmla="*/ 3906928 h 3967305"/>
              <a:gd name="csX2469" fmla="*/ 2476896 w 5872039"/>
              <a:gd name="csY2469" fmla="*/ 3957388 h 3967305"/>
              <a:gd name="csX2470" fmla="*/ 2419478 w 5872039"/>
              <a:gd name="csY2470" fmla="*/ 3967305 h 3967305"/>
              <a:gd name="csX2471" fmla="*/ 2318945 w 5872039"/>
              <a:gd name="csY2471" fmla="*/ 3967305 h 3967305"/>
              <a:gd name="csX2472" fmla="*/ 2457350 w 5872039"/>
              <a:gd name="csY2472" fmla="*/ 3945610 h 3967305"/>
              <a:gd name="csX2473" fmla="*/ 2599362 w 5872039"/>
              <a:gd name="csY2473" fmla="*/ 3897086 h 3967305"/>
              <a:gd name="csX2474" fmla="*/ 2659795 w 5872039"/>
              <a:gd name="csY2474" fmla="*/ 3861145 h 3967305"/>
              <a:gd name="csX2475" fmla="*/ 2576216 w 5872039"/>
              <a:gd name="csY2475" fmla="*/ 3821428 h 3967305"/>
              <a:gd name="csX2476" fmla="*/ 2530962 w 5872039"/>
              <a:gd name="csY2476" fmla="*/ 3847619 h 3967305"/>
              <a:gd name="csX2477" fmla="*/ 1997130 w 5872039"/>
              <a:gd name="csY2477" fmla="*/ 3926727 h 3967305"/>
              <a:gd name="csX2478" fmla="*/ 1860958 w 5872039"/>
              <a:gd name="csY2478" fmla="*/ 3917224 h 3967305"/>
              <a:gd name="csX2479" fmla="*/ 1463840 w 5872039"/>
              <a:gd name="csY2479" fmla="*/ 3913620 h 3967305"/>
              <a:gd name="csX2480" fmla="*/ 1296408 w 5872039"/>
              <a:gd name="csY2480" fmla="*/ 3954196 h 3967305"/>
              <a:gd name="csX2481" fmla="*/ 1270015 w 5872039"/>
              <a:gd name="csY2481" fmla="*/ 3967305 h 3967305"/>
              <a:gd name="csX2482" fmla="*/ 1236871 w 5872039"/>
              <a:gd name="csY2482" fmla="*/ 3967305 h 3967305"/>
              <a:gd name="csX2483" fmla="*/ 1291282 w 5872039"/>
              <a:gd name="csY2483" fmla="*/ 3940288 h 3967305"/>
              <a:gd name="csX2484" fmla="*/ 1461917 w 5872039"/>
              <a:gd name="csY2484" fmla="*/ 3898911 h 3967305"/>
              <a:gd name="csX2485" fmla="*/ 1862133 w 5872039"/>
              <a:gd name="csY2485" fmla="*/ 3902435 h 3967305"/>
              <a:gd name="csX2486" fmla="*/ 1997985 w 5872039"/>
              <a:gd name="csY2486" fmla="*/ 3911912 h 3967305"/>
              <a:gd name="csX2487" fmla="*/ 2523197 w 5872039"/>
              <a:gd name="csY2487" fmla="*/ 3834951 h 3967305"/>
              <a:gd name="csX2488" fmla="*/ 2560034 w 5872039"/>
              <a:gd name="csY2488" fmla="*/ 3813739 h 3967305"/>
              <a:gd name="csX2489" fmla="*/ 2535893 w 5872039"/>
              <a:gd name="csY2489" fmla="*/ 3802267 h 3967305"/>
              <a:gd name="csX2490" fmla="*/ 2482440 w 5872039"/>
              <a:gd name="csY2490" fmla="*/ 3770353 h 3967305"/>
              <a:gd name="csX2491" fmla="*/ 2456441 w 5872039"/>
              <a:gd name="csY2491" fmla="*/ 3784890 h 3967305"/>
              <a:gd name="csX2492" fmla="*/ 1917151 w 5872039"/>
              <a:gd name="csY2492" fmla="*/ 3869866 h 3967305"/>
              <a:gd name="csX2493" fmla="*/ 1799185 w 5872039"/>
              <a:gd name="csY2493" fmla="*/ 3865195 h 3967305"/>
              <a:gd name="csX2494" fmla="*/ 1393204 w 5872039"/>
              <a:gd name="csY2494" fmla="*/ 3875445 h 3967305"/>
              <a:gd name="csX2495" fmla="*/ 1230470 w 5872039"/>
              <a:gd name="csY2495" fmla="*/ 3921415 h 3967305"/>
              <a:gd name="csX2496" fmla="*/ 1145142 w 5872039"/>
              <a:gd name="csY2496" fmla="*/ 3967305 h 3967305"/>
              <a:gd name="csX2497" fmla="*/ 1113949 w 5872039"/>
              <a:gd name="csY2497" fmla="*/ 3967305 h 3967305"/>
              <a:gd name="csX2498" fmla="*/ 1224838 w 5872039"/>
              <a:gd name="csY2498" fmla="*/ 3907693 h 3967305"/>
              <a:gd name="csX2499" fmla="*/ 1390642 w 5872039"/>
              <a:gd name="csY2499" fmla="*/ 3860843 h 3967305"/>
              <a:gd name="csX2500" fmla="*/ 1799825 w 5872039"/>
              <a:gd name="csY2500" fmla="*/ 3850405 h 3967305"/>
              <a:gd name="csX2501" fmla="*/ 1917552 w 5872039"/>
              <a:gd name="csY2501" fmla="*/ 3855077 h 3967305"/>
              <a:gd name="csX2502" fmla="*/ 2448826 w 5872039"/>
              <a:gd name="csY2502" fmla="*/ 3772200 h 3967305"/>
              <a:gd name="csX2503" fmla="*/ 2467820 w 5872039"/>
              <a:gd name="csY2503" fmla="*/ 3761624 h 3967305"/>
              <a:gd name="csX2504" fmla="*/ 2457268 w 5872039"/>
              <a:gd name="csY2504" fmla="*/ 3755324 h 3967305"/>
              <a:gd name="csX2505" fmla="*/ 2396654 w 5872039"/>
              <a:gd name="csY2505" fmla="*/ 3713613 h 3967305"/>
              <a:gd name="csX2506" fmla="*/ 2372864 w 5872039"/>
              <a:gd name="csY2506" fmla="*/ 3725883 h 3967305"/>
              <a:gd name="csX2507" fmla="*/ 1837013 w 5872039"/>
              <a:gd name="csY2507" fmla="*/ 3813032 h 3967305"/>
              <a:gd name="csX2508" fmla="*/ 1740003 w 5872039"/>
              <a:gd name="csY2508" fmla="*/ 3812124 h 3967305"/>
              <a:gd name="csX2509" fmla="*/ 1322436 w 5872039"/>
              <a:gd name="csY2509" fmla="*/ 3837272 h 3967305"/>
              <a:gd name="csX2510" fmla="*/ 1164401 w 5872039"/>
              <a:gd name="csY2510" fmla="*/ 3888633 h 3967305"/>
              <a:gd name="csX2511" fmla="*/ 1086158 w 5872039"/>
              <a:gd name="csY2511" fmla="*/ 3930343 h 3967305"/>
              <a:gd name="csX2512" fmla="*/ 1034769 w 5872039"/>
              <a:gd name="csY2512" fmla="*/ 3967305 h 3967305"/>
              <a:gd name="csX2513" fmla="*/ 1011684 w 5872039"/>
              <a:gd name="csY2513" fmla="*/ 3967305 h 3967305"/>
              <a:gd name="csX2514" fmla="*/ 1023467 w 5872039"/>
              <a:gd name="csY2514" fmla="*/ 3955912 h 3967305"/>
              <a:gd name="csX2515" fmla="*/ 1158367 w 5872039"/>
              <a:gd name="csY2515" fmla="*/ 3875125 h 3967305"/>
              <a:gd name="csX2516" fmla="*/ 1319365 w 5872039"/>
              <a:gd name="csY2516" fmla="*/ 3822802 h 3967305"/>
              <a:gd name="csX2517" fmla="*/ 1740243 w 5872039"/>
              <a:gd name="csY2517" fmla="*/ 3797308 h 3967305"/>
              <a:gd name="csX2518" fmla="*/ 1837094 w 5872039"/>
              <a:gd name="csY2518" fmla="*/ 3798216 h 3967305"/>
              <a:gd name="csX2519" fmla="*/ 1841952 w 5872039"/>
              <a:gd name="csY2519" fmla="*/ 3798216 h 3967305"/>
              <a:gd name="csX2520" fmla="*/ 2366766 w 5872039"/>
              <a:gd name="csY2520" fmla="*/ 3712422 h 3967305"/>
              <a:gd name="csX2521" fmla="*/ 2382871 w 5872039"/>
              <a:gd name="csY2521" fmla="*/ 3704127 h 3967305"/>
              <a:gd name="csX2522" fmla="*/ 2365805 w 5872039"/>
              <a:gd name="csY2522" fmla="*/ 3692384 h 3967305"/>
              <a:gd name="csX2523" fmla="*/ 2318369 w 5872039"/>
              <a:gd name="csY2523" fmla="*/ 3655001 h 3967305"/>
              <a:gd name="csX2524" fmla="*/ 2317188 w 5872039"/>
              <a:gd name="csY2524" fmla="*/ 3655615 h 3967305"/>
              <a:gd name="csX2525" fmla="*/ 1757007 w 5872039"/>
              <a:gd name="csY2525" fmla="*/ 3756252 h 3967305"/>
              <a:gd name="csX2526" fmla="*/ 1684288 w 5872039"/>
              <a:gd name="csY2526" fmla="*/ 3757800 h 3967305"/>
              <a:gd name="csX2527" fmla="*/ 1251800 w 5872039"/>
              <a:gd name="csY2527" fmla="*/ 3799178 h 3967305"/>
              <a:gd name="csX2528" fmla="*/ 1098463 w 5872039"/>
              <a:gd name="csY2528" fmla="*/ 3855905 h 3967305"/>
              <a:gd name="csX2529" fmla="*/ 953866 w 5872039"/>
              <a:gd name="csY2529" fmla="*/ 3952406 h 3967305"/>
              <a:gd name="csX2530" fmla="*/ 938795 w 5872039"/>
              <a:gd name="csY2530" fmla="*/ 3967305 h 3967305"/>
              <a:gd name="csX2531" fmla="*/ 917731 w 5872039"/>
              <a:gd name="csY2531" fmla="*/ 3967305 h 3967305"/>
              <a:gd name="csX2532" fmla="*/ 944338 w 5872039"/>
              <a:gd name="csY2532" fmla="*/ 3941013 h 3967305"/>
              <a:gd name="csX2533" fmla="*/ 1091923 w 5872039"/>
              <a:gd name="csY2533" fmla="*/ 3842531 h 3967305"/>
              <a:gd name="csX2534" fmla="*/ 1248089 w 5872039"/>
              <a:gd name="csY2534" fmla="*/ 3784735 h 3967305"/>
              <a:gd name="csX2535" fmla="*/ 1684049 w 5872039"/>
              <a:gd name="csY2535" fmla="*/ 3742878 h 3967305"/>
              <a:gd name="csX2536" fmla="*/ 1756686 w 5872039"/>
              <a:gd name="csY2536" fmla="*/ 3741329 h 3967305"/>
              <a:gd name="csX2537" fmla="*/ 2239297 w 5872039"/>
              <a:gd name="csY2537" fmla="*/ 3670206 h 3967305"/>
              <a:gd name="csX2538" fmla="*/ 2305053 w 5872039"/>
              <a:gd name="csY2538" fmla="*/ 3644507 h 3967305"/>
              <a:gd name="csX2539" fmla="*/ 2259065 w 5872039"/>
              <a:gd name="csY2539" fmla="*/ 3608265 h 3967305"/>
              <a:gd name="csX2540" fmla="*/ 2242540 w 5872039"/>
              <a:gd name="csY2540" fmla="*/ 3593446 h 3967305"/>
              <a:gd name="csX2541" fmla="*/ 2199717 w 5872039"/>
              <a:gd name="csY2541" fmla="*/ 3611863 h 3967305"/>
              <a:gd name="csX2542" fmla="*/ 1677001 w 5872039"/>
              <a:gd name="csY2542" fmla="*/ 3699391 h 3967305"/>
              <a:gd name="csX2543" fmla="*/ 1632339 w 5872039"/>
              <a:gd name="csY2543" fmla="*/ 3701687 h 3967305"/>
              <a:gd name="csX2544" fmla="*/ 1181163 w 5872039"/>
              <a:gd name="csY2544" fmla="*/ 3760977 h 3967305"/>
              <a:gd name="csX2545" fmla="*/ 1032552 w 5872039"/>
              <a:gd name="csY2545" fmla="*/ 3823097 h 3967305"/>
              <a:gd name="csX2546" fmla="*/ 894591 w 5872039"/>
              <a:gd name="csY2546" fmla="*/ 3922778 h 3967305"/>
              <a:gd name="csX2547" fmla="*/ 857190 w 5872039"/>
              <a:gd name="csY2547" fmla="*/ 3967305 h 3967305"/>
              <a:gd name="csX2548" fmla="*/ 832023 w 5872039"/>
              <a:gd name="csY2548" fmla="*/ 3967305 h 3967305"/>
              <a:gd name="csX2549" fmla="*/ 884695 w 5872039"/>
              <a:gd name="csY2549" fmla="*/ 3911668 h 3967305"/>
              <a:gd name="csX2550" fmla="*/ 1025451 w 5872039"/>
              <a:gd name="csY2550" fmla="*/ 3809989 h 3967305"/>
              <a:gd name="csX2551" fmla="*/ 1176786 w 5872039"/>
              <a:gd name="csY2551" fmla="*/ 3746722 h 3967305"/>
              <a:gd name="csX2552" fmla="*/ 1631567 w 5872039"/>
              <a:gd name="csY2552" fmla="*/ 3686818 h 3967305"/>
              <a:gd name="csX2553" fmla="*/ 1676200 w 5872039"/>
              <a:gd name="csY2553" fmla="*/ 3684522 h 3967305"/>
              <a:gd name="csX2554" fmla="*/ 2193420 w 5872039"/>
              <a:gd name="csY2554" fmla="*/ 3598360 h 3967305"/>
              <a:gd name="csX2555" fmla="*/ 2230365 w 5872039"/>
              <a:gd name="csY2555" fmla="*/ 3582528 h 3967305"/>
              <a:gd name="csX2556" fmla="*/ 2172909 w 5872039"/>
              <a:gd name="csY2556" fmla="*/ 3531006 h 3967305"/>
              <a:gd name="csX2557" fmla="*/ 2121408 w 5872039"/>
              <a:gd name="csY2557" fmla="*/ 3551290 h 3967305"/>
              <a:gd name="csX2558" fmla="*/ 1596970 w 5872039"/>
              <a:gd name="csY2558" fmla="*/ 3642530 h 3967305"/>
              <a:gd name="csX2559" fmla="*/ 1585144 w 5872039"/>
              <a:gd name="csY2559" fmla="*/ 3643491 h 3967305"/>
              <a:gd name="csX2560" fmla="*/ 1110529 w 5872039"/>
              <a:gd name="csY2560" fmla="*/ 3722723 h 3967305"/>
              <a:gd name="csX2561" fmla="*/ 966616 w 5872039"/>
              <a:gd name="csY2561" fmla="*/ 3790208 h 3967305"/>
              <a:gd name="csX2562" fmla="*/ 833308 w 5872039"/>
              <a:gd name="csY2562" fmla="*/ 3893654 h 3967305"/>
              <a:gd name="csX2563" fmla="*/ 774600 w 5872039"/>
              <a:gd name="csY2563" fmla="*/ 3967305 h 3967305"/>
              <a:gd name="csX2564" fmla="*/ 755721 w 5872039"/>
              <a:gd name="csY2564" fmla="*/ 3967305 h 3967305"/>
              <a:gd name="csX2565" fmla="*/ 823034 w 5872039"/>
              <a:gd name="csY2565" fmla="*/ 3882911 h 3967305"/>
              <a:gd name="csX2566" fmla="*/ 958981 w 5872039"/>
              <a:gd name="csY2566" fmla="*/ 3777448 h 3967305"/>
              <a:gd name="csX2567" fmla="*/ 1105485 w 5872039"/>
              <a:gd name="csY2567" fmla="*/ 3708734 h 3967305"/>
              <a:gd name="csX2568" fmla="*/ 1583916 w 5872039"/>
              <a:gd name="csY2568" fmla="*/ 3628676 h 3967305"/>
              <a:gd name="csX2569" fmla="*/ 1595742 w 5872039"/>
              <a:gd name="csY2569" fmla="*/ 3627715 h 3967305"/>
              <a:gd name="csX2570" fmla="*/ 2115522 w 5872039"/>
              <a:gd name="csY2570" fmla="*/ 3537618 h 3967305"/>
              <a:gd name="csX2571" fmla="*/ 2160558 w 5872039"/>
              <a:gd name="csY2571" fmla="*/ 3519930 h 3967305"/>
              <a:gd name="csX2572" fmla="*/ 2134022 w 5872039"/>
              <a:gd name="csY2572" fmla="*/ 3496134 h 3967305"/>
              <a:gd name="csX2573" fmla="*/ 2105948 w 5872039"/>
              <a:gd name="csY2573" fmla="*/ 3468974 h 3967305"/>
              <a:gd name="csX2574" fmla="*/ 2040089 w 5872039"/>
              <a:gd name="csY2574" fmla="*/ 3492393 h 3967305"/>
              <a:gd name="csX2575" fmla="*/ 1516964 w 5872039"/>
              <a:gd name="csY2575" fmla="*/ 3585643 h 3967305"/>
              <a:gd name="csX2576" fmla="*/ 1039894 w 5872039"/>
              <a:gd name="csY2576" fmla="*/ 3684469 h 3967305"/>
              <a:gd name="csX2577" fmla="*/ 900678 w 5872039"/>
              <a:gd name="csY2577" fmla="*/ 3757346 h 3967305"/>
              <a:gd name="csX2578" fmla="*/ 772125 w 5872039"/>
              <a:gd name="csY2578" fmla="*/ 3864534 h 3967305"/>
              <a:gd name="csX2579" fmla="*/ 694523 w 5872039"/>
              <a:gd name="csY2579" fmla="*/ 3967305 h 3967305"/>
              <a:gd name="csX2580" fmla="*/ 675995 w 5872039"/>
              <a:gd name="csY2580" fmla="*/ 3967305 h 3967305"/>
              <a:gd name="csX2581" fmla="*/ 761481 w 5872039"/>
              <a:gd name="csY2581" fmla="*/ 3854164 h 3967305"/>
              <a:gd name="csX2582" fmla="*/ 892511 w 5872039"/>
              <a:gd name="csY2582" fmla="*/ 3744933 h 3967305"/>
              <a:gd name="csX2583" fmla="*/ 1034181 w 5872039"/>
              <a:gd name="csY2583" fmla="*/ 3670747 h 3967305"/>
              <a:gd name="csX2584" fmla="*/ 1515254 w 5872039"/>
              <a:gd name="csY2584" fmla="*/ 3570880 h 3967305"/>
              <a:gd name="csX2585" fmla="*/ 2034660 w 5872039"/>
              <a:gd name="csY2585" fmla="*/ 3478536 h 3967305"/>
              <a:gd name="csX2586" fmla="*/ 2094050 w 5872039"/>
              <a:gd name="csY2586" fmla="*/ 3457463 h 3967305"/>
              <a:gd name="csX2587" fmla="*/ 2039800 w 5872039"/>
              <a:gd name="csY2587" fmla="*/ 3404980 h 3967305"/>
              <a:gd name="csX2588" fmla="*/ 1959964 w 5872039"/>
              <a:gd name="csY2588" fmla="*/ 3433383 h 3967305"/>
              <a:gd name="csX2589" fmla="*/ 1466778 w 5872039"/>
              <a:gd name="csY2589" fmla="*/ 3524564 h 3967305"/>
              <a:gd name="csX2590" fmla="*/ 1436826 w 5872039"/>
              <a:gd name="csY2590" fmla="*/ 3528782 h 3967305"/>
              <a:gd name="csX2591" fmla="*/ 969098 w 5872039"/>
              <a:gd name="csY2591" fmla="*/ 3646241 h 3967305"/>
              <a:gd name="csX2592" fmla="*/ 834581 w 5872039"/>
              <a:gd name="csY2592" fmla="*/ 3724512 h 3967305"/>
              <a:gd name="csX2593" fmla="*/ 634318 w 5872039"/>
              <a:gd name="csY2593" fmla="*/ 3940775 h 3967305"/>
              <a:gd name="csX2594" fmla="*/ 620183 w 5872039"/>
              <a:gd name="csY2594" fmla="*/ 3967305 h 3967305"/>
              <a:gd name="csX2595" fmla="*/ 603459 w 5872039"/>
              <a:gd name="csY2595" fmla="*/ 3967305 h 3967305"/>
              <a:gd name="csX2596" fmla="*/ 618703 w 5872039"/>
              <a:gd name="csY2596" fmla="*/ 3938094 h 3967305"/>
              <a:gd name="csX2597" fmla="*/ 826012 w 5872039"/>
              <a:gd name="csY2597" fmla="*/ 3712445 h 3967305"/>
              <a:gd name="csX2598" fmla="*/ 962851 w 5872039"/>
              <a:gd name="csY2598" fmla="*/ 3632813 h 3967305"/>
              <a:gd name="csX2599" fmla="*/ 1434769 w 5872039"/>
              <a:gd name="csY2599" fmla="*/ 3514100 h 3967305"/>
              <a:gd name="csX2600" fmla="*/ 1464721 w 5872039"/>
              <a:gd name="csY2600" fmla="*/ 3509882 h 3967305"/>
              <a:gd name="csX2601" fmla="*/ 1955191 w 5872039"/>
              <a:gd name="csY2601" fmla="*/ 3419327 h 3967305"/>
              <a:gd name="csX2602" fmla="*/ 2027896 w 5872039"/>
              <a:gd name="csY2602" fmla="*/ 3393489 h 3967305"/>
              <a:gd name="csX2603" fmla="*/ 1977475 w 5872039"/>
              <a:gd name="csY2603" fmla="*/ 3345153 h 3967305"/>
              <a:gd name="csX2604" fmla="*/ 1896103 w 5872039"/>
              <a:gd name="csY2604" fmla="*/ 3370449 h 3967305"/>
              <a:gd name="csX2605" fmla="*/ 1477188 w 5872039"/>
              <a:gd name="csY2605" fmla="*/ 3451926 h 3967305"/>
              <a:gd name="csX2606" fmla="*/ 1356766 w 5872039"/>
              <a:gd name="csY2606" fmla="*/ 3471974 h 3967305"/>
              <a:gd name="csX2607" fmla="*/ 898409 w 5872039"/>
              <a:gd name="csY2607" fmla="*/ 3608039 h 3967305"/>
              <a:gd name="csX2608" fmla="*/ 768618 w 5872039"/>
              <a:gd name="csY2608" fmla="*/ 3691702 h 3967305"/>
              <a:gd name="csX2609" fmla="*/ 576739 w 5872039"/>
              <a:gd name="csY2609" fmla="*/ 3913004 h 3967305"/>
              <a:gd name="csX2610" fmla="*/ 549349 w 5872039"/>
              <a:gd name="csY2610" fmla="*/ 3967305 h 3967305"/>
              <a:gd name="csX2611" fmla="*/ 532860 w 5872039"/>
              <a:gd name="csY2611" fmla="*/ 3967305 h 3967305"/>
              <a:gd name="csX2612" fmla="*/ 564217 w 5872039"/>
              <a:gd name="csY2612" fmla="*/ 3905187 h 3967305"/>
              <a:gd name="csX2613" fmla="*/ 759595 w 5872039"/>
              <a:gd name="csY2613" fmla="*/ 3679929 h 3967305"/>
              <a:gd name="csX2614" fmla="*/ 891576 w 5872039"/>
              <a:gd name="csY2614" fmla="*/ 3594879 h 3967305"/>
              <a:gd name="csX2615" fmla="*/ 1354337 w 5872039"/>
              <a:gd name="csY2615" fmla="*/ 3457292 h 3967305"/>
              <a:gd name="csX2616" fmla="*/ 1474866 w 5872039"/>
              <a:gd name="csY2616" fmla="*/ 3437243 h 3967305"/>
              <a:gd name="csX2617" fmla="*/ 1891927 w 5872039"/>
              <a:gd name="csY2617" fmla="*/ 3356176 h 3967305"/>
              <a:gd name="csX2618" fmla="*/ 1965226 w 5872039"/>
              <a:gd name="csY2618" fmla="*/ 3333409 h 3967305"/>
              <a:gd name="csX2619" fmla="*/ 1916441 w 5872039"/>
              <a:gd name="csY2619" fmla="*/ 3286641 h 3967305"/>
              <a:gd name="csX2620" fmla="*/ 1835314 w 5872039"/>
              <a:gd name="csY2620" fmla="*/ 3307866 h 3967305"/>
              <a:gd name="csX2621" fmla="*/ 1506045 w 5872039"/>
              <a:gd name="csY2621" fmla="*/ 3372348 h 3967305"/>
              <a:gd name="csX2622" fmla="*/ 1276788 w 5872039"/>
              <a:gd name="csY2622" fmla="*/ 3414981 h 3967305"/>
              <a:gd name="csX2623" fmla="*/ 827800 w 5872039"/>
              <a:gd name="csY2623" fmla="*/ 3569652 h 3967305"/>
              <a:gd name="csX2624" fmla="*/ 702706 w 5872039"/>
              <a:gd name="csY2624" fmla="*/ 3658708 h 3967305"/>
              <a:gd name="csX2625" fmla="*/ 571179 w 5872039"/>
              <a:gd name="csY2625" fmla="*/ 3802219 h 3967305"/>
              <a:gd name="csX2626" fmla="*/ 480579 w 5872039"/>
              <a:gd name="csY2626" fmla="*/ 3967305 h 3967305"/>
              <a:gd name="csX2627" fmla="*/ 463789 w 5872039"/>
              <a:gd name="csY2627" fmla="*/ 3967305 h 3967305"/>
              <a:gd name="csX2628" fmla="*/ 559264 w 5872039"/>
              <a:gd name="csY2628" fmla="*/ 3793443 h 3967305"/>
              <a:gd name="csX2629" fmla="*/ 693097 w 5872039"/>
              <a:gd name="csY2629" fmla="*/ 3647442 h 3967305"/>
              <a:gd name="csX2630" fmla="*/ 820245 w 5872039"/>
              <a:gd name="csY2630" fmla="*/ 3556946 h 3967305"/>
              <a:gd name="csX2631" fmla="*/ 1273825 w 5872039"/>
              <a:gd name="csY2631" fmla="*/ 3400512 h 3967305"/>
              <a:gd name="csX2632" fmla="*/ 1503430 w 5872039"/>
              <a:gd name="csY2632" fmla="*/ 3357799 h 3967305"/>
              <a:gd name="csX2633" fmla="*/ 1831651 w 5872039"/>
              <a:gd name="csY2633" fmla="*/ 3293561 h 3967305"/>
              <a:gd name="csX2634" fmla="*/ 1903944 w 5872039"/>
              <a:gd name="csY2634" fmla="*/ 3274662 h 3967305"/>
              <a:gd name="csX2635" fmla="*/ 1877378 w 5872039"/>
              <a:gd name="csY2635" fmla="*/ 3249193 h 3967305"/>
              <a:gd name="csX2636" fmla="*/ 1855548 w 5872039"/>
              <a:gd name="csY2636" fmla="*/ 3230344 h 3967305"/>
              <a:gd name="csX2637" fmla="*/ 1848251 w 5872039"/>
              <a:gd name="csY2637" fmla="*/ 3231958 h 3967305"/>
              <a:gd name="csX2638" fmla="*/ 1570809 w 5872039"/>
              <a:gd name="csY2638" fmla="*/ 3284734 h 3967305"/>
              <a:gd name="csX2639" fmla="*/ 1196781 w 5872039"/>
              <a:gd name="csY2639" fmla="*/ 3358066 h 3967305"/>
              <a:gd name="csX2640" fmla="*/ 757139 w 5872039"/>
              <a:gd name="csY2640" fmla="*/ 3531345 h 3967305"/>
              <a:gd name="csX2641" fmla="*/ 636743 w 5872039"/>
              <a:gd name="csY2641" fmla="*/ 3625819 h 3967305"/>
              <a:gd name="csX2642" fmla="*/ 424419 w 5872039"/>
              <a:gd name="csY2642" fmla="*/ 3945626 h 3967305"/>
              <a:gd name="csX2643" fmla="*/ 418635 w 5872039"/>
              <a:gd name="csY2643" fmla="*/ 3967305 h 3967305"/>
              <a:gd name="csX2644" fmla="*/ 403450 w 5872039"/>
              <a:gd name="csY2644" fmla="*/ 3967305 h 3967305"/>
              <a:gd name="csX2645" fmla="*/ 410726 w 5872039"/>
              <a:gd name="csY2645" fmla="*/ 3940072 h 3967305"/>
              <a:gd name="csX2646" fmla="*/ 626654 w 5872039"/>
              <a:gd name="csY2646" fmla="*/ 3614981 h 3967305"/>
              <a:gd name="csX2647" fmla="*/ 748969 w 5872039"/>
              <a:gd name="csY2647" fmla="*/ 3519012 h 3967305"/>
              <a:gd name="csX2648" fmla="*/ 1193364 w 5872039"/>
              <a:gd name="csY2648" fmla="*/ 3343704 h 3967305"/>
              <a:gd name="csX2649" fmla="*/ 1568219 w 5872039"/>
              <a:gd name="csY2649" fmla="*/ 3270186 h 3967305"/>
              <a:gd name="csX2650" fmla="*/ 1713153 w 5872039"/>
              <a:gd name="csY2650" fmla="*/ 3244021 h 3967305"/>
              <a:gd name="csX2651" fmla="*/ 1841519 w 5872039"/>
              <a:gd name="csY2651" fmla="*/ 3218231 h 3967305"/>
              <a:gd name="csX2652" fmla="*/ 1793977 w 5872039"/>
              <a:gd name="csY2652" fmla="*/ 3177181 h 3967305"/>
              <a:gd name="csX2653" fmla="*/ 1764510 w 5872039"/>
              <a:gd name="csY2653" fmla="*/ 3181344 h 3967305"/>
              <a:gd name="csX2654" fmla="*/ 1736160 w 5872039"/>
              <a:gd name="csY2654" fmla="*/ 3185535 h 3967305"/>
              <a:gd name="csX2655" fmla="*/ 1116751 w 5872039"/>
              <a:gd name="csY2655" fmla="*/ 3301232 h 3967305"/>
              <a:gd name="csX2656" fmla="*/ 686450 w 5872039"/>
              <a:gd name="csY2656" fmla="*/ 3493090 h 3967305"/>
              <a:gd name="csX2657" fmla="*/ 570752 w 5872039"/>
              <a:gd name="csY2657" fmla="*/ 3592930 h 3967305"/>
              <a:gd name="csX2658" fmla="*/ 386956 w 5872039"/>
              <a:gd name="csY2658" fmla="*/ 3872329 h 3967305"/>
              <a:gd name="csX2659" fmla="*/ 353850 w 5872039"/>
              <a:gd name="csY2659" fmla="*/ 3967305 h 3967305"/>
              <a:gd name="csX2660" fmla="*/ 338197 w 5872039"/>
              <a:gd name="csY2660" fmla="*/ 3967305 h 3967305"/>
              <a:gd name="csX2661" fmla="*/ 373416 w 5872039"/>
              <a:gd name="csY2661" fmla="*/ 3866340 h 3967305"/>
              <a:gd name="csX2662" fmla="*/ 560181 w 5872039"/>
              <a:gd name="csY2662" fmla="*/ 3582519 h 3967305"/>
              <a:gd name="csX2663" fmla="*/ 677667 w 5872039"/>
              <a:gd name="csY2663" fmla="*/ 3481104 h 3967305"/>
              <a:gd name="csX2664" fmla="*/ 1112879 w 5872039"/>
              <a:gd name="csY2664" fmla="*/ 3286897 h 3967305"/>
              <a:gd name="csX2665" fmla="*/ 1733971 w 5872039"/>
              <a:gd name="csY2665" fmla="*/ 3170852 h 3967305"/>
              <a:gd name="csX2666" fmla="*/ 1762294 w 5872039"/>
              <a:gd name="csY2666" fmla="*/ 3166661 h 3967305"/>
              <a:gd name="csX2667" fmla="*/ 1779048 w 5872039"/>
              <a:gd name="csY2667" fmla="*/ 3164291 h 3967305"/>
              <a:gd name="csX2668" fmla="*/ 1736597 w 5872039"/>
              <a:gd name="csY2668" fmla="*/ 3127636 h 3967305"/>
              <a:gd name="csX2669" fmla="*/ 1719981 w 5872039"/>
              <a:gd name="csY2669" fmla="*/ 3128006 h 3967305"/>
              <a:gd name="csX2670" fmla="*/ 1680633 w 5872039"/>
              <a:gd name="csY2670" fmla="*/ 3130729 h 3967305"/>
              <a:gd name="csX2671" fmla="*/ 1036638 w 5872039"/>
              <a:gd name="csY2671" fmla="*/ 3244397 h 3967305"/>
              <a:gd name="csX2672" fmla="*/ 615655 w 5872039"/>
              <a:gd name="csY2672" fmla="*/ 3454836 h 3967305"/>
              <a:gd name="csX2673" fmla="*/ 504684 w 5872039"/>
              <a:gd name="csY2673" fmla="*/ 3560095 h 3967305"/>
              <a:gd name="csX2674" fmla="*/ 297890 w 5872039"/>
              <a:gd name="csY2674" fmla="*/ 3951668 h 3967305"/>
              <a:gd name="csX2675" fmla="*/ 295530 w 5872039"/>
              <a:gd name="csY2675" fmla="*/ 3967305 h 3967305"/>
              <a:gd name="csX2676" fmla="*/ 278728 w 5872039"/>
              <a:gd name="csY2676" fmla="*/ 3967305 h 3967305"/>
              <a:gd name="csX2677" fmla="*/ 281707 w 5872039"/>
              <a:gd name="csY2677" fmla="*/ 3947462 h 3967305"/>
              <a:gd name="csX2678" fmla="*/ 493737 w 5872039"/>
              <a:gd name="csY2678" fmla="*/ 3550111 h 3967305"/>
              <a:gd name="csX2679" fmla="*/ 606392 w 5872039"/>
              <a:gd name="csY2679" fmla="*/ 3443250 h 3967305"/>
              <a:gd name="csX2680" fmla="*/ 1032419 w 5872039"/>
              <a:gd name="csY2680" fmla="*/ 3230169 h 3967305"/>
              <a:gd name="csX2681" fmla="*/ 1679512 w 5872039"/>
              <a:gd name="csY2681" fmla="*/ 3115940 h 3967305"/>
              <a:gd name="csX2682" fmla="*/ 1719316 w 5872039"/>
              <a:gd name="csY2682" fmla="*/ 3113190 h 3967305"/>
              <a:gd name="csX2683" fmla="*/ 1719852 w 5872039"/>
              <a:gd name="csY2683" fmla="*/ 3113178 h 3967305"/>
              <a:gd name="csX2684" fmla="*/ 1717148 w 5872039"/>
              <a:gd name="csY2684" fmla="*/ 3110842 h 3967305"/>
              <a:gd name="csX2685" fmla="*/ 1680297 w 5872039"/>
              <a:gd name="csY2685" fmla="*/ 3084078 h 3967305"/>
              <a:gd name="csX2686" fmla="*/ 1637066 w 5872039"/>
              <a:gd name="csY2686" fmla="*/ 3080062 h 3967305"/>
              <a:gd name="csX2687" fmla="*/ 1596918 w 5872039"/>
              <a:gd name="csY2687" fmla="*/ 3080009 h 3967305"/>
              <a:gd name="csX2688" fmla="*/ 956633 w 5872039"/>
              <a:gd name="csY2688" fmla="*/ 3187457 h 3967305"/>
              <a:gd name="csX2689" fmla="*/ 544966 w 5872039"/>
              <a:gd name="csY2689" fmla="*/ 3416475 h 3967305"/>
              <a:gd name="csX2690" fmla="*/ 438692 w 5872039"/>
              <a:gd name="csY2690" fmla="*/ 3527127 h 3967305"/>
              <a:gd name="csX2691" fmla="*/ 244324 w 5872039"/>
              <a:gd name="csY2691" fmla="*/ 3923110 h 3967305"/>
              <a:gd name="csX2692" fmla="*/ 238259 w 5872039"/>
              <a:gd name="csY2692" fmla="*/ 3967305 h 3967305"/>
              <a:gd name="csX2693" fmla="*/ 223456 w 5872039"/>
              <a:gd name="csY2693" fmla="*/ 3967305 h 3967305"/>
              <a:gd name="csX2694" fmla="*/ 230054 w 5872039"/>
              <a:gd name="csY2694" fmla="*/ 3919310 h 3967305"/>
              <a:gd name="csX2695" fmla="*/ 427292 w 5872039"/>
              <a:gd name="csY2695" fmla="*/ 3517650 h 3967305"/>
              <a:gd name="csX2696" fmla="*/ 535115 w 5872039"/>
              <a:gd name="csY2696" fmla="*/ 3405370 h 3967305"/>
              <a:gd name="csX2697" fmla="*/ 951908 w 5872039"/>
              <a:gd name="csY2697" fmla="*/ 3173362 h 3967305"/>
              <a:gd name="csX2698" fmla="*/ 1596703 w 5872039"/>
              <a:gd name="csY2698" fmla="*/ 3065140 h 3967305"/>
              <a:gd name="csX2699" fmla="*/ 1637414 w 5872039"/>
              <a:gd name="csY2699" fmla="*/ 3065193 h 3967305"/>
              <a:gd name="csX2700" fmla="*/ 1656764 w 5872039"/>
              <a:gd name="csY2700" fmla="*/ 3066985 h 3967305"/>
              <a:gd name="csX2701" fmla="*/ 1625726 w 5872039"/>
              <a:gd name="csY2701" fmla="*/ 3044441 h 3967305"/>
              <a:gd name="csX2702" fmla="*/ 1554284 w 5872039"/>
              <a:gd name="csY2702" fmla="*/ 3032118 h 3967305"/>
              <a:gd name="csX2703" fmla="*/ 1513308 w 5872039"/>
              <a:gd name="csY2703" fmla="*/ 3029341 h 3967305"/>
              <a:gd name="csX2704" fmla="*/ 876734 w 5872039"/>
              <a:gd name="csY2704" fmla="*/ 3130623 h 3967305"/>
              <a:gd name="csX2705" fmla="*/ 474384 w 5872039"/>
              <a:gd name="csY2705" fmla="*/ 3378195 h 3967305"/>
              <a:gd name="csX2706" fmla="*/ 372834 w 5872039"/>
              <a:gd name="csY2706" fmla="*/ 3494265 h 3967305"/>
              <a:gd name="csX2707" fmla="*/ 190995 w 5872039"/>
              <a:gd name="csY2707" fmla="*/ 3894335 h 3967305"/>
              <a:gd name="csX2708" fmla="*/ 181972 w 5872039"/>
              <a:gd name="csY2708" fmla="*/ 3967305 h 3967305"/>
              <a:gd name="csX2709" fmla="*/ 166995 w 5872039"/>
              <a:gd name="csY2709" fmla="*/ 3967305 h 3967305"/>
              <a:gd name="csX2710" fmla="*/ 176476 w 5872039"/>
              <a:gd name="csY2710" fmla="*/ 3890740 h 3967305"/>
              <a:gd name="csX2711" fmla="*/ 360849 w 5872039"/>
              <a:gd name="csY2711" fmla="*/ 3485242 h 3967305"/>
              <a:gd name="csX2712" fmla="*/ 463866 w 5872039"/>
              <a:gd name="csY2712" fmla="*/ 3367517 h 3967305"/>
              <a:gd name="csX2713" fmla="*/ 871449 w 5872039"/>
              <a:gd name="csY2713" fmla="*/ 3116635 h 3967305"/>
              <a:gd name="csX2714" fmla="*/ 1513922 w 5872039"/>
              <a:gd name="csY2714" fmla="*/ 3014446 h 3967305"/>
              <a:gd name="csX2715" fmla="*/ 1555566 w 5872039"/>
              <a:gd name="csY2715" fmla="*/ 3017275 h 3967305"/>
              <a:gd name="csX2716" fmla="*/ 1596797 w 5872039"/>
              <a:gd name="csY2716" fmla="*/ 3024373 h 3967305"/>
              <a:gd name="csX2717" fmla="*/ 1571103 w 5872039"/>
              <a:gd name="csY2717" fmla="*/ 3008911 h 3967305"/>
              <a:gd name="csX2718" fmla="*/ 1471343 w 5872039"/>
              <a:gd name="csY2718" fmla="*/ 2984040 h 3967305"/>
              <a:gd name="csX2719" fmla="*/ 1429510 w 5872039"/>
              <a:gd name="csY2719" fmla="*/ 2978514 h 3967305"/>
              <a:gd name="csX2720" fmla="*/ 796650 w 5872039"/>
              <a:gd name="csY2720" fmla="*/ 3073629 h 3967305"/>
              <a:gd name="csX2721" fmla="*/ 403589 w 5872039"/>
              <a:gd name="csY2721" fmla="*/ 3339780 h 3967305"/>
              <a:gd name="csX2722" fmla="*/ 306737 w 5872039"/>
              <a:gd name="csY2722" fmla="*/ 3461270 h 3967305"/>
              <a:gd name="csX2723" fmla="*/ 153630 w 5872039"/>
              <a:gd name="csY2723" fmla="*/ 3802606 h 3967305"/>
              <a:gd name="csX2724" fmla="*/ 124431 w 5872039"/>
              <a:gd name="csY2724" fmla="*/ 3967305 h 3967305"/>
              <a:gd name="csX2725" fmla="*/ 109388 w 5872039"/>
              <a:gd name="csY2725" fmla="*/ 3967305 h 3967305"/>
              <a:gd name="csX2726" fmla="*/ 139341 w 5872039"/>
              <a:gd name="csY2726" fmla="*/ 3798547 h 3967305"/>
              <a:gd name="csX2727" fmla="*/ 294459 w 5872039"/>
              <a:gd name="csY2727" fmla="*/ 3452834 h 3967305"/>
              <a:gd name="csX2728" fmla="*/ 392643 w 5872039"/>
              <a:gd name="csY2728" fmla="*/ 3329662 h 3967305"/>
              <a:gd name="csX2729" fmla="*/ 790963 w 5872039"/>
              <a:gd name="csY2729" fmla="*/ 3059854 h 3967305"/>
              <a:gd name="csX2730" fmla="*/ 1431061 w 5872039"/>
              <a:gd name="csY2730" fmla="*/ 2963725 h 3967305"/>
              <a:gd name="csX2731" fmla="*/ 1473612 w 5872039"/>
              <a:gd name="csY2731" fmla="*/ 2969330 h 3967305"/>
              <a:gd name="csX2732" fmla="*/ 1527711 w 5872039"/>
              <a:gd name="csY2732" fmla="*/ 2982797 h 3967305"/>
              <a:gd name="csX2733" fmla="*/ 1514450 w 5872039"/>
              <a:gd name="csY2733" fmla="*/ 2974816 h 3967305"/>
              <a:gd name="csX2734" fmla="*/ 1472647 w 5872039"/>
              <a:gd name="csY2734" fmla="*/ 2959035 h 3967305"/>
              <a:gd name="csX2735" fmla="*/ 1388454 w 5872039"/>
              <a:gd name="csY2735" fmla="*/ 2935962 h 3967305"/>
              <a:gd name="csX2736" fmla="*/ 1345796 w 5872039"/>
              <a:gd name="csY2736" fmla="*/ 2927686 h 3967305"/>
              <a:gd name="csX2737" fmla="*/ 716589 w 5872039"/>
              <a:gd name="csY2737" fmla="*/ 3016661 h 3967305"/>
              <a:gd name="csX2738" fmla="*/ 332793 w 5872039"/>
              <a:gd name="csY2738" fmla="*/ 3301366 h 3967305"/>
              <a:gd name="csX2739" fmla="*/ 240667 w 5872039"/>
              <a:gd name="csY2739" fmla="*/ 3428221 h 3967305"/>
              <a:gd name="csX2740" fmla="*/ 75491 w 5872039"/>
              <a:gd name="csY2740" fmla="*/ 3898001 h 3967305"/>
              <a:gd name="csX2741" fmla="*/ 72991 w 5872039"/>
              <a:gd name="csY2741" fmla="*/ 3967305 h 3967305"/>
              <a:gd name="csX2742" fmla="*/ 58236 w 5872039"/>
              <a:gd name="csY2742" fmla="*/ 3967305 h 3967305"/>
              <a:gd name="csX2743" fmla="*/ 60825 w 5872039"/>
              <a:gd name="csY2743" fmla="*/ 3895845 h 3967305"/>
              <a:gd name="csX2744" fmla="*/ 228042 w 5872039"/>
              <a:gd name="csY2744" fmla="*/ 3420426 h 3967305"/>
              <a:gd name="csX2745" fmla="*/ 321419 w 5872039"/>
              <a:gd name="csY2745" fmla="*/ 3291836 h 3967305"/>
              <a:gd name="csX2746" fmla="*/ 710477 w 5872039"/>
              <a:gd name="csY2746" fmla="*/ 3003154 h 3967305"/>
              <a:gd name="csX2747" fmla="*/ 1348225 w 5872039"/>
              <a:gd name="csY2747" fmla="*/ 2913084 h 3967305"/>
              <a:gd name="csX2748" fmla="*/ 1391658 w 5872039"/>
              <a:gd name="csY2748" fmla="*/ 2921493 h 3967305"/>
              <a:gd name="csX2749" fmla="*/ 1421107 w 5872039"/>
              <a:gd name="csY2749" fmla="*/ 2929556 h 3967305"/>
              <a:gd name="csX2750" fmla="*/ 1410318 w 5872039"/>
              <a:gd name="csY2750" fmla="*/ 2924392 h 3967305"/>
              <a:gd name="csX2751" fmla="*/ 1305593 w 5872039"/>
              <a:gd name="csY2751" fmla="*/ 2887937 h 3967305"/>
              <a:gd name="csX2752" fmla="*/ 261969 w 5872039"/>
              <a:gd name="csY2752" fmla="*/ 3263058 h 3967305"/>
              <a:gd name="csX2753" fmla="*/ 16994 w 5872039"/>
              <a:gd name="csY2753" fmla="*/ 3930661 h 3967305"/>
              <a:gd name="csX2754" fmla="*/ 16298 w 5872039"/>
              <a:gd name="csY2754" fmla="*/ 3967305 h 3967305"/>
              <a:gd name="csX2755" fmla="*/ 17 w 5872039"/>
              <a:gd name="csY2755" fmla="*/ 3967305 h 3967305"/>
              <a:gd name="csX2756" fmla="*/ 0 w 5872039"/>
              <a:gd name="csY2756" fmla="*/ 3966945 h 3967305"/>
              <a:gd name="csX2757" fmla="*/ 250224 w 5872039"/>
              <a:gd name="csY2757" fmla="*/ 3253982 h 3967305"/>
              <a:gd name="csX2758" fmla="*/ 1309677 w 5872039"/>
              <a:gd name="csY2758" fmla="*/ 2873602 h 3967305"/>
              <a:gd name="csX2759" fmla="*/ 1516109 w 5872039"/>
              <a:gd name="csY2759" fmla="*/ 2958443 h 3967305"/>
              <a:gd name="csX2760" fmla="*/ 1521279 w 5872039"/>
              <a:gd name="csY2760" fmla="*/ 2961548 h 3967305"/>
              <a:gd name="csX2761" fmla="*/ 1557640 w 5872039"/>
              <a:gd name="csY2761" fmla="*/ 2975253 h 3967305"/>
              <a:gd name="csX2762" fmla="*/ 1617443 w 5872039"/>
              <a:gd name="csY2762" fmla="*/ 3005135 h 3967305"/>
              <a:gd name="csX2763" fmla="*/ 1627803 w 5872039"/>
              <a:gd name="csY2763" fmla="*/ 3007714 h 3967305"/>
              <a:gd name="csX2764" fmla="*/ 1732513 w 5872039"/>
              <a:gd name="csY2764" fmla="*/ 3050944 h 3967305"/>
              <a:gd name="csX2765" fmla="*/ 1743245 w 5872039"/>
              <a:gd name="csY2765" fmla="*/ 3056765 h 3967305"/>
              <a:gd name="csX2766" fmla="*/ 1831345 w 5872039"/>
              <a:gd name="csY2766" fmla="*/ 3087107 h 3967305"/>
              <a:gd name="csX2767" fmla="*/ 1848706 w 5872039"/>
              <a:gd name="csY2767" fmla="*/ 3095788 h 3967305"/>
              <a:gd name="csX2768" fmla="*/ 1901847 w 5872039"/>
              <a:gd name="csY2768" fmla="*/ 3109047 h 3967305"/>
              <a:gd name="csX2769" fmla="*/ 1947600 w 5872039"/>
              <a:gd name="csY2769" fmla="*/ 3127195 h 3967305"/>
              <a:gd name="csX2770" fmla="*/ 1979533 w 5872039"/>
              <a:gd name="csY2770" fmla="*/ 3131947 h 3967305"/>
              <a:gd name="csX2771" fmla="*/ 2055522 w 5872039"/>
              <a:gd name="csY2771" fmla="*/ 3153938 h 3967305"/>
              <a:gd name="csX2772" fmla="*/ 2147766 w 5872039"/>
              <a:gd name="csY2772" fmla="*/ 3168088 h 3967305"/>
              <a:gd name="csX2773" fmla="*/ 2169716 w 5872039"/>
              <a:gd name="csY2773" fmla="*/ 3173642 h 3967305"/>
              <a:gd name="csX2774" fmla="*/ 2213567 w 5872039"/>
              <a:gd name="csY2774" fmla="*/ 3174110 h 3967305"/>
              <a:gd name="csX2775" fmla="*/ 2270114 w 5872039"/>
              <a:gd name="csY2775" fmla="*/ 3181230 h 3967305"/>
              <a:gd name="csX2776" fmla="*/ 2290534 w 5872039"/>
              <a:gd name="csY2776" fmla="*/ 3178693 h 3967305"/>
              <a:gd name="csX2777" fmla="*/ 2369014 w 5872039"/>
              <a:gd name="csY2777" fmla="*/ 3178456 h 3967305"/>
              <a:gd name="csX2778" fmla="*/ 2443874 w 5872039"/>
              <a:gd name="csY2778" fmla="*/ 3168690 h 3967305"/>
              <a:gd name="csX2779" fmla="*/ 2463531 w 5872039"/>
              <a:gd name="csY2779" fmla="*/ 3169558 h 3967305"/>
              <a:gd name="csX2780" fmla="*/ 2503004 w 5872039"/>
              <a:gd name="csY2780" fmla="*/ 3159080 h 3967305"/>
              <a:gd name="csX2781" fmla="*/ 2554227 w 5872039"/>
              <a:gd name="csY2781" fmla="*/ 3152869 h 3967305"/>
              <a:gd name="csX2782" fmla="*/ 2562267 w 5872039"/>
              <a:gd name="csY2782" fmla="*/ 3149576 h 3967305"/>
              <a:gd name="csX2783" fmla="*/ 2621229 w 5872039"/>
              <a:gd name="csY2783" fmla="*/ 3135956 h 3967305"/>
              <a:gd name="csX2784" fmla="*/ 2637790 w 5872039"/>
              <a:gd name="csY2784" fmla="*/ 3134630 h 3967305"/>
              <a:gd name="csX2785" fmla="*/ 2680242 w 5872039"/>
              <a:gd name="csY2785" fmla="*/ 3120113 h 3967305"/>
              <a:gd name="csX2786" fmla="*/ 2714256 w 5872039"/>
              <a:gd name="csY2786" fmla="*/ 3115763 h 3967305"/>
              <a:gd name="csX2787" fmla="*/ 2739322 w 5872039"/>
              <a:gd name="csY2787" fmla="*/ 3104409 h 3967305"/>
              <a:gd name="csX2788" fmla="*/ 2788724 w 5872039"/>
              <a:gd name="csY2788" fmla="*/ 3094212 h 3967305"/>
              <a:gd name="csX2789" fmla="*/ 2798475 w 5872039"/>
              <a:gd name="csY2789" fmla="*/ 3088708 h 3967305"/>
              <a:gd name="csX2790" fmla="*/ 2867133 w 5872039"/>
              <a:gd name="csY2790" fmla="*/ 3069249 h 3967305"/>
              <a:gd name="csX2791" fmla="*/ 2926311 w 5872039"/>
              <a:gd name="csY2791" fmla="*/ 3044878 h 3967305"/>
              <a:gd name="csX2792" fmla="*/ 2956307 w 5872039"/>
              <a:gd name="csY2792" fmla="*/ 3038302 h 3967305"/>
              <a:gd name="csX2793" fmla="*/ 2986110 w 5872039"/>
              <a:gd name="csY2793" fmla="*/ 3023665 h 3967305"/>
              <a:gd name="csX2794" fmla="*/ 3030488 w 5872039"/>
              <a:gd name="csY2794" fmla="*/ 3011273 h 3967305"/>
              <a:gd name="csX2795" fmla="*/ 3045918 w 5872039"/>
              <a:gd name="csY2795" fmla="*/ 3002489 h 3967305"/>
              <a:gd name="csX2796" fmla="*/ 3103159 w 5872039"/>
              <a:gd name="csY2796" fmla="*/ 2983158 h 3967305"/>
              <a:gd name="csX2797" fmla="*/ 3105658 w 5872039"/>
              <a:gd name="csY2797" fmla="*/ 2981544 h 3967305"/>
              <a:gd name="csX2798" fmla="*/ 3188273 w 5872039"/>
              <a:gd name="csY2798" fmla="*/ 2948930 h 3967305"/>
              <a:gd name="csX2799" fmla="*/ 3193090 w 5872039"/>
              <a:gd name="csY2799" fmla="*/ 2947934 h 3967305"/>
              <a:gd name="csX2800" fmla="*/ 3249351 w 5872039"/>
              <a:gd name="csY2800" fmla="*/ 2922646 h 3967305"/>
              <a:gd name="csX2801" fmla="*/ 3267828 w 5872039"/>
              <a:gd name="csY2801" fmla="*/ 2918046 h 3967305"/>
              <a:gd name="csX2802" fmla="*/ 3310725 w 5872039"/>
              <a:gd name="csY2802" fmla="*/ 2896477 h 3967305"/>
              <a:gd name="csX2803" fmla="*/ 3342915 w 5872039"/>
              <a:gd name="csY2803" fmla="*/ 2887153 h 3967305"/>
              <a:gd name="csX2804" fmla="*/ 3385534 w 5872039"/>
              <a:gd name="csY2804" fmla="*/ 2865052 h 3967305"/>
              <a:gd name="csX2805" fmla="*/ 3638122 w 5872039"/>
              <a:gd name="csY2805" fmla="*/ 2819177 h 3967305"/>
              <a:gd name="csX2806" fmla="*/ 5872039 w 5872039"/>
              <a:gd name="csY2806" fmla="*/ 732937 h 3967305"/>
              <a:gd name="csX2807" fmla="*/ 5872039 w 5872039"/>
              <a:gd name="csY2807" fmla="*/ 855750 h 3967305"/>
              <a:gd name="csX2808" fmla="*/ 5866754 w 5872039"/>
              <a:gd name="csY2808" fmla="*/ 792713 h 3967305"/>
              <a:gd name="csX2809" fmla="*/ 5872039 w 5872039"/>
              <a:gd name="csY2809" fmla="*/ 270417 h 3967305"/>
              <a:gd name="csX2810" fmla="*/ 5872039 w 5872039"/>
              <a:gd name="csY2810" fmla="*/ 349080 h 3967305"/>
              <a:gd name="csX2811" fmla="*/ 5835737 w 5872039"/>
              <a:gd name="csY2811" fmla="*/ 523618 h 3967305"/>
              <a:gd name="csX2812" fmla="*/ 5860022 w 5872039"/>
              <a:gd name="csY2812" fmla="*/ 1079834 h 3967305"/>
              <a:gd name="csX2813" fmla="*/ 5872039 w 5872039"/>
              <a:gd name="csY2813" fmla="*/ 1118216 h 3967305"/>
              <a:gd name="csX2814" fmla="*/ 5872039 w 5872039"/>
              <a:gd name="csY2814" fmla="*/ 1184889 h 3967305"/>
              <a:gd name="csX2815" fmla="*/ 5837501 w 5872039"/>
              <a:gd name="csY2815" fmla="*/ 1044168 h 3967305"/>
              <a:gd name="csX2816" fmla="*/ 5840545 w 5872039"/>
              <a:gd name="csY2816" fmla="*/ 399375 h 3967305"/>
              <a:gd name="csX2817" fmla="*/ 5809261 w 5872039"/>
              <a:gd name="csY2817" fmla="*/ 194035 h 3967305"/>
              <a:gd name="csX2818" fmla="*/ 5823566 w 5872039"/>
              <a:gd name="csY2818" fmla="*/ 197976 h 3967305"/>
              <a:gd name="csX2819" fmla="*/ 5811795 w 5872039"/>
              <a:gd name="csY2819" fmla="*/ 238065 h 3967305"/>
              <a:gd name="csX2820" fmla="*/ 5850777 w 5872039"/>
              <a:gd name="csY2820" fmla="*/ 1214047 h 3967305"/>
              <a:gd name="csX2821" fmla="*/ 5872039 w 5872039"/>
              <a:gd name="csY2821" fmla="*/ 1267155 h 3967305"/>
              <a:gd name="csX2822" fmla="*/ 5872039 w 5872039"/>
              <a:gd name="csY2822" fmla="*/ 1307173 h 3967305"/>
              <a:gd name="csX2823" fmla="*/ 5836722 w 5872039"/>
              <a:gd name="csY2823" fmla="*/ 1218975 h 3967305"/>
              <a:gd name="csX2824" fmla="*/ 5797353 w 5872039"/>
              <a:gd name="csY2824" fmla="*/ 234595 h 3967305"/>
              <a:gd name="csX2825" fmla="*/ 5729502 w 5872039"/>
              <a:gd name="csY2825" fmla="*/ 172060 h 3967305"/>
              <a:gd name="csX2826" fmla="*/ 5743833 w 5872039"/>
              <a:gd name="csY2826" fmla="*/ 176008 h 3967305"/>
              <a:gd name="csX2827" fmla="*/ 5729094 w 5872039"/>
              <a:gd name="csY2827" fmla="*/ 235795 h 3967305"/>
              <a:gd name="csX2828" fmla="*/ 5811968 w 5872039"/>
              <a:gd name="csY2828" fmla="*/ 1233848 h 3967305"/>
              <a:gd name="csX2829" fmla="*/ 5872039 w 5872039"/>
              <a:gd name="csY2829" fmla="*/ 1368905 h 3967305"/>
              <a:gd name="csX2830" fmla="*/ 5872039 w 5872039"/>
              <a:gd name="csY2830" fmla="*/ 1402735 h 3967305"/>
              <a:gd name="csX2831" fmla="*/ 5866501 w 5872039"/>
              <a:gd name="csY2831" fmla="*/ 1392980 h 3967305"/>
              <a:gd name="csX2832" fmla="*/ 5714492 w 5872039"/>
              <a:gd name="csY2832" fmla="*/ 232938 h 3967305"/>
              <a:gd name="csX2833" fmla="*/ 5648108 w 5872039"/>
              <a:gd name="csY2833" fmla="*/ 149634 h 3967305"/>
              <a:gd name="csX2834" fmla="*/ 5662452 w 5872039"/>
              <a:gd name="csY2834" fmla="*/ 153586 h 3967305"/>
              <a:gd name="csX2835" fmla="*/ 5646258 w 5872039"/>
              <a:gd name="csY2835" fmla="*/ 233474 h 3967305"/>
              <a:gd name="csX2836" fmla="*/ 5848337 w 5872039"/>
              <a:gd name="csY2836" fmla="*/ 1408017 h 3967305"/>
              <a:gd name="csX2837" fmla="*/ 5872039 w 5872039"/>
              <a:gd name="csY2837" fmla="*/ 1446650 h 3967305"/>
              <a:gd name="csX2838" fmla="*/ 5872039 w 5872039"/>
              <a:gd name="csY2838" fmla="*/ 1475048 h 3967305"/>
              <a:gd name="csX2839" fmla="*/ 5835326 w 5872039"/>
              <a:gd name="csY2839" fmla="*/ 1415208 h 3967305"/>
              <a:gd name="csX2840" fmla="*/ 5631576 w 5872039"/>
              <a:gd name="csY2840" fmla="*/ 231231 h 3967305"/>
              <a:gd name="csX2841" fmla="*/ 5565152 w 5872039"/>
              <a:gd name="csY2841" fmla="*/ 128203 h 3967305"/>
              <a:gd name="csX2842" fmla="*/ 5579599 w 5872039"/>
              <a:gd name="csY2842" fmla="*/ 131759 h 3967305"/>
              <a:gd name="csX2843" fmla="*/ 5563503 w 5872039"/>
              <a:gd name="csY2843" fmla="*/ 231124 h 3967305"/>
              <a:gd name="csX2844" fmla="*/ 5816930 w 5872039"/>
              <a:gd name="csY2844" fmla="*/ 1429767 h 3967305"/>
              <a:gd name="csX2845" fmla="*/ 5872039 w 5872039"/>
              <a:gd name="csY2845" fmla="*/ 1513397 h 3967305"/>
              <a:gd name="csX2846" fmla="*/ 5872039 w 5872039"/>
              <a:gd name="csY2846" fmla="*/ 1540372 h 3967305"/>
              <a:gd name="csX2847" fmla="*/ 5804171 w 5872039"/>
              <a:gd name="csY2847" fmla="*/ 1437388 h 3967305"/>
              <a:gd name="csX2848" fmla="*/ 5548741 w 5872039"/>
              <a:gd name="csY2848" fmla="*/ 229496 h 3967305"/>
              <a:gd name="csX2849" fmla="*/ 5480783 w 5872039"/>
              <a:gd name="csY2849" fmla="*/ 107441 h 3967305"/>
              <a:gd name="csX2850" fmla="*/ 5495316 w 5872039"/>
              <a:gd name="csY2850" fmla="*/ 111017 h 3967305"/>
              <a:gd name="csX2851" fmla="*/ 5480695 w 5872039"/>
              <a:gd name="csY2851" fmla="*/ 228934 h 3967305"/>
              <a:gd name="csX2852" fmla="*/ 5785434 w 5872039"/>
              <a:gd name="csY2852" fmla="*/ 1451652 h 3967305"/>
              <a:gd name="csX2853" fmla="*/ 5872039 w 5872039"/>
              <a:gd name="csY2853" fmla="*/ 1574654 h 3967305"/>
              <a:gd name="csX2854" fmla="*/ 5872039 w 5872039"/>
              <a:gd name="csY2854" fmla="*/ 1600476 h 3967305"/>
              <a:gd name="csX2855" fmla="*/ 5772876 w 5872039"/>
              <a:gd name="csY2855" fmla="*/ 1459630 h 3967305"/>
              <a:gd name="csX2856" fmla="*/ 5465853 w 5872039"/>
              <a:gd name="csY2856" fmla="*/ 227814 h 3967305"/>
              <a:gd name="csX2857" fmla="*/ 5395303 w 5872039"/>
              <a:gd name="csY2857" fmla="*/ 86740 h 3967305"/>
              <a:gd name="csX2858" fmla="*/ 5408352 w 5872039"/>
              <a:gd name="csY2858" fmla="*/ 89617 h 3967305"/>
              <a:gd name="csX2859" fmla="*/ 5409905 w 5872039"/>
              <a:gd name="csY2859" fmla="*/ 89999 h 3967305"/>
              <a:gd name="csX2860" fmla="*/ 5397806 w 5872039"/>
              <a:gd name="csY2860" fmla="*/ 226719 h 3967305"/>
              <a:gd name="csX2861" fmla="*/ 5867482 w 5872039"/>
              <a:gd name="csY2861" fmla="*/ 1625413 h 3967305"/>
              <a:gd name="csX2862" fmla="*/ 5872039 w 5872039"/>
              <a:gd name="csY2862" fmla="*/ 1630392 h 3967305"/>
              <a:gd name="csX2863" fmla="*/ 5872039 w 5872039"/>
              <a:gd name="csY2863" fmla="*/ 1652380 h 3967305"/>
              <a:gd name="csX2864" fmla="*/ 5856003 w 5872039"/>
              <a:gd name="csY2864" fmla="*/ 1634863 h 3967305"/>
              <a:gd name="csX2865" fmla="*/ 5382964 w 5872039"/>
              <a:gd name="csY2865" fmla="*/ 226158 h 3967305"/>
              <a:gd name="csX2866" fmla="*/ 5308785 w 5872039"/>
              <a:gd name="csY2866" fmla="*/ 67667 h 3967305"/>
              <a:gd name="csX2867" fmla="*/ 5323455 w 5872039"/>
              <a:gd name="csY2867" fmla="*/ 70901 h 3967305"/>
              <a:gd name="csX2868" fmla="*/ 5314971 w 5872039"/>
              <a:gd name="csY2868" fmla="*/ 224504 h 3967305"/>
              <a:gd name="csX2869" fmla="*/ 5843750 w 5872039"/>
              <a:gd name="csY2869" fmla="*/ 1648799 h 3967305"/>
              <a:gd name="csX2870" fmla="*/ 5872039 w 5872039"/>
              <a:gd name="csY2870" fmla="*/ 1678110 h 3967305"/>
              <a:gd name="csX2871" fmla="*/ 5872039 w 5872039"/>
              <a:gd name="csY2871" fmla="*/ 1699472 h 3967305"/>
              <a:gd name="csX2872" fmla="*/ 5832538 w 5872039"/>
              <a:gd name="csY2872" fmla="*/ 1658542 h 3967305"/>
              <a:gd name="csX2873" fmla="*/ 5300129 w 5872039"/>
              <a:gd name="csY2873" fmla="*/ 224397 h 3967305"/>
              <a:gd name="csX2874" fmla="*/ 5221548 w 5872039"/>
              <a:gd name="csY2874" fmla="*/ 48436 h 3967305"/>
              <a:gd name="csX2875" fmla="*/ 5236342 w 5872039"/>
              <a:gd name="csY2875" fmla="*/ 51697 h 3967305"/>
              <a:gd name="csX2876" fmla="*/ 5232243 w 5872039"/>
              <a:gd name="csY2876" fmla="*/ 222342 h 3967305"/>
              <a:gd name="csX2877" fmla="*/ 5820124 w 5872039"/>
              <a:gd name="csY2877" fmla="*/ 1672264 h 3967305"/>
              <a:gd name="csX2878" fmla="*/ 5872039 w 5872039"/>
              <a:gd name="csY2878" fmla="*/ 1723417 h 3967305"/>
              <a:gd name="csX2879" fmla="*/ 5872039 w 5872039"/>
              <a:gd name="csY2879" fmla="*/ 1744285 h 3967305"/>
              <a:gd name="csX2880" fmla="*/ 5809126 w 5872039"/>
              <a:gd name="csY2880" fmla="*/ 1682301 h 3967305"/>
              <a:gd name="csX2881" fmla="*/ 5217346 w 5872039"/>
              <a:gd name="csY2881" fmla="*/ 222742 h 3967305"/>
              <a:gd name="csX2882" fmla="*/ 5133455 w 5872039"/>
              <a:gd name="csY2882" fmla="*/ 31347 h 3967305"/>
              <a:gd name="csX2883" fmla="*/ 5148309 w 5872039"/>
              <a:gd name="csY2883" fmla="*/ 33996 h 3967305"/>
              <a:gd name="csX2884" fmla="*/ 5149300 w 5872039"/>
              <a:gd name="csY2884" fmla="*/ 220073 h 3967305"/>
              <a:gd name="csX2885" fmla="*/ 5796312 w 5872039"/>
              <a:gd name="csY2885" fmla="*/ 1695595 h 3967305"/>
              <a:gd name="csX2886" fmla="*/ 5872039 w 5872039"/>
              <a:gd name="csY2886" fmla="*/ 1766737 h 3967305"/>
              <a:gd name="csX2887" fmla="*/ 5872039 w 5872039"/>
              <a:gd name="csY2887" fmla="*/ 1787110 h 3967305"/>
              <a:gd name="csX2888" fmla="*/ 5785581 w 5872039"/>
              <a:gd name="csY2888" fmla="*/ 1705899 h 3967305"/>
              <a:gd name="csX2889" fmla="*/ 5134458 w 5872039"/>
              <a:gd name="csY2889" fmla="*/ 220900 h 3967305"/>
              <a:gd name="csX2890" fmla="*/ 5044957 w 5872039"/>
              <a:gd name="csY2890" fmla="*/ 15568 h 3967305"/>
              <a:gd name="csX2891" fmla="*/ 5059878 w 5872039"/>
              <a:gd name="csY2891" fmla="*/ 18229 h 3967305"/>
              <a:gd name="csX2892" fmla="*/ 5066439 w 5872039"/>
              <a:gd name="csY2892" fmla="*/ 217910 h 3967305"/>
              <a:gd name="csX2893" fmla="*/ 5772580 w 5872039"/>
              <a:gd name="csY2893" fmla="*/ 1719034 h 3967305"/>
              <a:gd name="csX2894" fmla="*/ 5872039 w 5872039"/>
              <a:gd name="csY2894" fmla="*/ 1808291 h 3967305"/>
              <a:gd name="csX2895" fmla="*/ 5872039 w 5872039"/>
              <a:gd name="csY2895" fmla="*/ 1828215 h 3967305"/>
              <a:gd name="csX2896" fmla="*/ 5762116 w 5872039"/>
              <a:gd name="csY2896" fmla="*/ 1729552 h 3967305"/>
              <a:gd name="csX2897" fmla="*/ 5051650 w 5872039"/>
              <a:gd name="csY2897" fmla="*/ 219138 h 3967305"/>
              <a:gd name="csX2898" fmla="*/ 4957641 w 5872039"/>
              <a:gd name="csY2898" fmla="*/ 0 h 3967305"/>
              <a:gd name="csX2899" fmla="*/ 4972882 w 5872039"/>
              <a:gd name="csY2899" fmla="*/ 2718 h 3967305"/>
              <a:gd name="csX2900" fmla="*/ 4983549 w 5872039"/>
              <a:gd name="csY2900" fmla="*/ 215748 h 3967305"/>
              <a:gd name="csX2901" fmla="*/ 5721970 w 5872039"/>
              <a:gd name="csY2901" fmla="*/ 1715456 h 3967305"/>
              <a:gd name="csX2902" fmla="*/ 5872039 w 5872039"/>
              <a:gd name="csY2902" fmla="*/ 1849047 h 3967305"/>
              <a:gd name="csX2903" fmla="*/ 5872039 w 5872039"/>
              <a:gd name="csY2903" fmla="*/ 1869376 h 3967305"/>
              <a:gd name="csX2904" fmla="*/ 5738533 w 5872039"/>
              <a:gd name="csY2904" fmla="*/ 1752894 h 3967305"/>
              <a:gd name="csX2905" fmla="*/ 5338115 w 5872039"/>
              <a:gd name="csY2905" fmla="*/ 1263588 h 3967305"/>
              <a:gd name="csX2906" fmla="*/ 4968787 w 5872039"/>
              <a:gd name="csY2906" fmla="*/ 217377 h 396730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  <a:cxn ang="0">
                <a:pos x="csX190" y="csY190"/>
              </a:cxn>
              <a:cxn ang="0">
                <a:pos x="csX191" y="csY191"/>
              </a:cxn>
              <a:cxn ang="0">
                <a:pos x="csX192" y="csY192"/>
              </a:cxn>
              <a:cxn ang="0">
                <a:pos x="csX193" y="csY193"/>
              </a:cxn>
              <a:cxn ang="0">
                <a:pos x="csX194" y="csY194"/>
              </a:cxn>
              <a:cxn ang="0">
                <a:pos x="csX195" y="csY195"/>
              </a:cxn>
              <a:cxn ang="0">
                <a:pos x="csX196" y="csY196"/>
              </a:cxn>
              <a:cxn ang="0">
                <a:pos x="csX197" y="csY197"/>
              </a:cxn>
              <a:cxn ang="0">
                <a:pos x="csX198" y="csY198"/>
              </a:cxn>
              <a:cxn ang="0">
                <a:pos x="csX199" y="csY199"/>
              </a:cxn>
              <a:cxn ang="0">
                <a:pos x="csX200" y="csY200"/>
              </a:cxn>
              <a:cxn ang="0">
                <a:pos x="csX201" y="csY201"/>
              </a:cxn>
              <a:cxn ang="0">
                <a:pos x="csX202" y="csY202"/>
              </a:cxn>
              <a:cxn ang="0">
                <a:pos x="csX203" y="csY203"/>
              </a:cxn>
              <a:cxn ang="0">
                <a:pos x="csX204" y="csY204"/>
              </a:cxn>
              <a:cxn ang="0">
                <a:pos x="csX205" y="csY205"/>
              </a:cxn>
              <a:cxn ang="0">
                <a:pos x="csX206" y="csY206"/>
              </a:cxn>
              <a:cxn ang="0">
                <a:pos x="csX207" y="csY207"/>
              </a:cxn>
              <a:cxn ang="0">
                <a:pos x="csX208" y="csY208"/>
              </a:cxn>
              <a:cxn ang="0">
                <a:pos x="csX209" y="csY209"/>
              </a:cxn>
              <a:cxn ang="0">
                <a:pos x="csX210" y="csY210"/>
              </a:cxn>
              <a:cxn ang="0">
                <a:pos x="csX211" y="csY211"/>
              </a:cxn>
              <a:cxn ang="0">
                <a:pos x="csX212" y="csY212"/>
              </a:cxn>
              <a:cxn ang="0">
                <a:pos x="csX213" y="csY213"/>
              </a:cxn>
              <a:cxn ang="0">
                <a:pos x="csX214" y="csY214"/>
              </a:cxn>
              <a:cxn ang="0">
                <a:pos x="csX215" y="csY215"/>
              </a:cxn>
              <a:cxn ang="0">
                <a:pos x="csX216" y="csY216"/>
              </a:cxn>
              <a:cxn ang="0">
                <a:pos x="csX217" y="csY217"/>
              </a:cxn>
              <a:cxn ang="0">
                <a:pos x="csX218" y="csY218"/>
              </a:cxn>
              <a:cxn ang="0">
                <a:pos x="csX219" y="csY219"/>
              </a:cxn>
              <a:cxn ang="0">
                <a:pos x="csX220" y="csY220"/>
              </a:cxn>
              <a:cxn ang="0">
                <a:pos x="csX221" y="csY221"/>
              </a:cxn>
              <a:cxn ang="0">
                <a:pos x="csX222" y="csY222"/>
              </a:cxn>
              <a:cxn ang="0">
                <a:pos x="csX223" y="csY223"/>
              </a:cxn>
              <a:cxn ang="0">
                <a:pos x="csX224" y="csY224"/>
              </a:cxn>
              <a:cxn ang="0">
                <a:pos x="csX225" y="csY225"/>
              </a:cxn>
              <a:cxn ang="0">
                <a:pos x="csX226" y="csY226"/>
              </a:cxn>
              <a:cxn ang="0">
                <a:pos x="csX227" y="csY227"/>
              </a:cxn>
              <a:cxn ang="0">
                <a:pos x="csX228" y="csY228"/>
              </a:cxn>
              <a:cxn ang="0">
                <a:pos x="csX229" y="csY229"/>
              </a:cxn>
              <a:cxn ang="0">
                <a:pos x="csX230" y="csY230"/>
              </a:cxn>
              <a:cxn ang="0">
                <a:pos x="csX231" y="csY231"/>
              </a:cxn>
              <a:cxn ang="0">
                <a:pos x="csX232" y="csY232"/>
              </a:cxn>
              <a:cxn ang="0">
                <a:pos x="csX233" y="csY233"/>
              </a:cxn>
              <a:cxn ang="0">
                <a:pos x="csX234" y="csY234"/>
              </a:cxn>
              <a:cxn ang="0">
                <a:pos x="csX235" y="csY235"/>
              </a:cxn>
              <a:cxn ang="0">
                <a:pos x="csX236" y="csY236"/>
              </a:cxn>
              <a:cxn ang="0">
                <a:pos x="csX237" y="csY237"/>
              </a:cxn>
              <a:cxn ang="0">
                <a:pos x="csX238" y="csY238"/>
              </a:cxn>
              <a:cxn ang="0">
                <a:pos x="csX239" y="csY239"/>
              </a:cxn>
              <a:cxn ang="0">
                <a:pos x="csX240" y="csY240"/>
              </a:cxn>
              <a:cxn ang="0">
                <a:pos x="csX241" y="csY241"/>
              </a:cxn>
              <a:cxn ang="0">
                <a:pos x="csX242" y="csY242"/>
              </a:cxn>
              <a:cxn ang="0">
                <a:pos x="csX243" y="csY243"/>
              </a:cxn>
              <a:cxn ang="0">
                <a:pos x="csX244" y="csY244"/>
              </a:cxn>
              <a:cxn ang="0">
                <a:pos x="csX245" y="csY245"/>
              </a:cxn>
              <a:cxn ang="0">
                <a:pos x="csX246" y="csY246"/>
              </a:cxn>
              <a:cxn ang="0">
                <a:pos x="csX247" y="csY247"/>
              </a:cxn>
              <a:cxn ang="0">
                <a:pos x="csX248" y="csY248"/>
              </a:cxn>
              <a:cxn ang="0">
                <a:pos x="csX249" y="csY249"/>
              </a:cxn>
              <a:cxn ang="0">
                <a:pos x="csX250" y="csY250"/>
              </a:cxn>
              <a:cxn ang="0">
                <a:pos x="csX251" y="csY251"/>
              </a:cxn>
              <a:cxn ang="0">
                <a:pos x="csX252" y="csY252"/>
              </a:cxn>
              <a:cxn ang="0">
                <a:pos x="csX253" y="csY253"/>
              </a:cxn>
              <a:cxn ang="0">
                <a:pos x="csX254" y="csY254"/>
              </a:cxn>
              <a:cxn ang="0">
                <a:pos x="csX255" y="csY255"/>
              </a:cxn>
              <a:cxn ang="0">
                <a:pos x="csX256" y="csY256"/>
              </a:cxn>
              <a:cxn ang="0">
                <a:pos x="csX257" y="csY257"/>
              </a:cxn>
              <a:cxn ang="0">
                <a:pos x="csX258" y="csY258"/>
              </a:cxn>
              <a:cxn ang="0">
                <a:pos x="csX259" y="csY259"/>
              </a:cxn>
              <a:cxn ang="0">
                <a:pos x="csX260" y="csY260"/>
              </a:cxn>
              <a:cxn ang="0">
                <a:pos x="csX261" y="csY261"/>
              </a:cxn>
              <a:cxn ang="0">
                <a:pos x="csX262" y="csY262"/>
              </a:cxn>
              <a:cxn ang="0">
                <a:pos x="csX263" y="csY263"/>
              </a:cxn>
              <a:cxn ang="0">
                <a:pos x="csX264" y="csY264"/>
              </a:cxn>
              <a:cxn ang="0">
                <a:pos x="csX265" y="csY265"/>
              </a:cxn>
              <a:cxn ang="0">
                <a:pos x="csX266" y="csY266"/>
              </a:cxn>
              <a:cxn ang="0">
                <a:pos x="csX267" y="csY267"/>
              </a:cxn>
              <a:cxn ang="0">
                <a:pos x="csX268" y="csY268"/>
              </a:cxn>
              <a:cxn ang="0">
                <a:pos x="csX269" y="csY269"/>
              </a:cxn>
              <a:cxn ang="0">
                <a:pos x="csX270" y="csY270"/>
              </a:cxn>
              <a:cxn ang="0">
                <a:pos x="csX271" y="csY271"/>
              </a:cxn>
              <a:cxn ang="0">
                <a:pos x="csX272" y="csY272"/>
              </a:cxn>
              <a:cxn ang="0">
                <a:pos x="csX273" y="csY273"/>
              </a:cxn>
              <a:cxn ang="0">
                <a:pos x="csX274" y="csY274"/>
              </a:cxn>
              <a:cxn ang="0">
                <a:pos x="csX275" y="csY275"/>
              </a:cxn>
              <a:cxn ang="0">
                <a:pos x="csX276" y="csY276"/>
              </a:cxn>
              <a:cxn ang="0">
                <a:pos x="csX277" y="csY277"/>
              </a:cxn>
              <a:cxn ang="0">
                <a:pos x="csX278" y="csY278"/>
              </a:cxn>
              <a:cxn ang="0">
                <a:pos x="csX279" y="csY279"/>
              </a:cxn>
              <a:cxn ang="0">
                <a:pos x="csX280" y="csY280"/>
              </a:cxn>
              <a:cxn ang="0">
                <a:pos x="csX281" y="csY281"/>
              </a:cxn>
              <a:cxn ang="0">
                <a:pos x="csX282" y="csY282"/>
              </a:cxn>
              <a:cxn ang="0">
                <a:pos x="csX283" y="csY283"/>
              </a:cxn>
              <a:cxn ang="0">
                <a:pos x="csX284" y="csY284"/>
              </a:cxn>
              <a:cxn ang="0">
                <a:pos x="csX285" y="csY285"/>
              </a:cxn>
              <a:cxn ang="0">
                <a:pos x="csX286" y="csY286"/>
              </a:cxn>
              <a:cxn ang="0">
                <a:pos x="csX287" y="csY287"/>
              </a:cxn>
              <a:cxn ang="0">
                <a:pos x="csX288" y="csY288"/>
              </a:cxn>
              <a:cxn ang="0">
                <a:pos x="csX289" y="csY289"/>
              </a:cxn>
              <a:cxn ang="0">
                <a:pos x="csX290" y="csY290"/>
              </a:cxn>
              <a:cxn ang="0">
                <a:pos x="csX291" y="csY291"/>
              </a:cxn>
              <a:cxn ang="0">
                <a:pos x="csX292" y="csY292"/>
              </a:cxn>
              <a:cxn ang="0">
                <a:pos x="csX293" y="csY293"/>
              </a:cxn>
              <a:cxn ang="0">
                <a:pos x="csX294" y="csY294"/>
              </a:cxn>
              <a:cxn ang="0">
                <a:pos x="csX295" y="csY295"/>
              </a:cxn>
              <a:cxn ang="0">
                <a:pos x="csX296" y="csY296"/>
              </a:cxn>
              <a:cxn ang="0">
                <a:pos x="csX297" y="csY297"/>
              </a:cxn>
              <a:cxn ang="0">
                <a:pos x="csX298" y="csY298"/>
              </a:cxn>
              <a:cxn ang="0">
                <a:pos x="csX299" y="csY299"/>
              </a:cxn>
              <a:cxn ang="0">
                <a:pos x="csX300" y="csY300"/>
              </a:cxn>
              <a:cxn ang="0">
                <a:pos x="csX301" y="csY301"/>
              </a:cxn>
              <a:cxn ang="0">
                <a:pos x="csX302" y="csY302"/>
              </a:cxn>
              <a:cxn ang="0">
                <a:pos x="csX303" y="csY303"/>
              </a:cxn>
              <a:cxn ang="0">
                <a:pos x="csX304" y="csY304"/>
              </a:cxn>
              <a:cxn ang="0">
                <a:pos x="csX305" y="csY305"/>
              </a:cxn>
              <a:cxn ang="0">
                <a:pos x="csX306" y="csY306"/>
              </a:cxn>
              <a:cxn ang="0">
                <a:pos x="csX307" y="csY307"/>
              </a:cxn>
              <a:cxn ang="0">
                <a:pos x="csX308" y="csY308"/>
              </a:cxn>
              <a:cxn ang="0">
                <a:pos x="csX309" y="csY309"/>
              </a:cxn>
              <a:cxn ang="0">
                <a:pos x="csX310" y="csY310"/>
              </a:cxn>
              <a:cxn ang="0">
                <a:pos x="csX311" y="csY311"/>
              </a:cxn>
              <a:cxn ang="0">
                <a:pos x="csX312" y="csY312"/>
              </a:cxn>
              <a:cxn ang="0">
                <a:pos x="csX313" y="csY313"/>
              </a:cxn>
              <a:cxn ang="0">
                <a:pos x="csX314" y="csY314"/>
              </a:cxn>
              <a:cxn ang="0">
                <a:pos x="csX315" y="csY315"/>
              </a:cxn>
              <a:cxn ang="0">
                <a:pos x="csX316" y="csY316"/>
              </a:cxn>
              <a:cxn ang="0">
                <a:pos x="csX317" y="csY317"/>
              </a:cxn>
              <a:cxn ang="0">
                <a:pos x="csX318" y="csY318"/>
              </a:cxn>
              <a:cxn ang="0">
                <a:pos x="csX319" y="csY319"/>
              </a:cxn>
              <a:cxn ang="0">
                <a:pos x="csX320" y="csY320"/>
              </a:cxn>
              <a:cxn ang="0">
                <a:pos x="csX321" y="csY321"/>
              </a:cxn>
              <a:cxn ang="0">
                <a:pos x="csX322" y="csY322"/>
              </a:cxn>
              <a:cxn ang="0">
                <a:pos x="csX323" y="csY323"/>
              </a:cxn>
              <a:cxn ang="0">
                <a:pos x="csX324" y="csY324"/>
              </a:cxn>
              <a:cxn ang="0">
                <a:pos x="csX325" y="csY325"/>
              </a:cxn>
              <a:cxn ang="0">
                <a:pos x="csX326" y="csY326"/>
              </a:cxn>
              <a:cxn ang="0">
                <a:pos x="csX327" y="csY327"/>
              </a:cxn>
              <a:cxn ang="0">
                <a:pos x="csX328" y="csY328"/>
              </a:cxn>
              <a:cxn ang="0">
                <a:pos x="csX329" y="csY329"/>
              </a:cxn>
              <a:cxn ang="0">
                <a:pos x="csX330" y="csY330"/>
              </a:cxn>
              <a:cxn ang="0">
                <a:pos x="csX331" y="csY331"/>
              </a:cxn>
              <a:cxn ang="0">
                <a:pos x="csX332" y="csY332"/>
              </a:cxn>
              <a:cxn ang="0">
                <a:pos x="csX333" y="csY333"/>
              </a:cxn>
              <a:cxn ang="0">
                <a:pos x="csX334" y="csY334"/>
              </a:cxn>
              <a:cxn ang="0">
                <a:pos x="csX335" y="csY335"/>
              </a:cxn>
              <a:cxn ang="0">
                <a:pos x="csX336" y="csY336"/>
              </a:cxn>
              <a:cxn ang="0">
                <a:pos x="csX337" y="csY337"/>
              </a:cxn>
              <a:cxn ang="0">
                <a:pos x="csX338" y="csY338"/>
              </a:cxn>
              <a:cxn ang="0">
                <a:pos x="csX339" y="csY339"/>
              </a:cxn>
              <a:cxn ang="0">
                <a:pos x="csX340" y="csY340"/>
              </a:cxn>
              <a:cxn ang="0">
                <a:pos x="csX341" y="csY341"/>
              </a:cxn>
              <a:cxn ang="0">
                <a:pos x="csX342" y="csY342"/>
              </a:cxn>
              <a:cxn ang="0">
                <a:pos x="csX343" y="csY343"/>
              </a:cxn>
              <a:cxn ang="0">
                <a:pos x="csX344" y="csY344"/>
              </a:cxn>
              <a:cxn ang="0">
                <a:pos x="csX345" y="csY345"/>
              </a:cxn>
              <a:cxn ang="0">
                <a:pos x="csX346" y="csY346"/>
              </a:cxn>
              <a:cxn ang="0">
                <a:pos x="csX347" y="csY347"/>
              </a:cxn>
              <a:cxn ang="0">
                <a:pos x="csX348" y="csY348"/>
              </a:cxn>
              <a:cxn ang="0">
                <a:pos x="csX349" y="csY349"/>
              </a:cxn>
              <a:cxn ang="0">
                <a:pos x="csX350" y="csY350"/>
              </a:cxn>
              <a:cxn ang="0">
                <a:pos x="csX351" y="csY351"/>
              </a:cxn>
              <a:cxn ang="0">
                <a:pos x="csX352" y="csY352"/>
              </a:cxn>
              <a:cxn ang="0">
                <a:pos x="csX353" y="csY353"/>
              </a:cxn>
              <a:cxn ang="0">
                <a:pos x="csX354" y="csY354"/>
              </a:cxn>
              <a:cxn ang="0">
                <a:pos x="csX355" y="csY355"/>
              </a:cxn>
              <a:cxn ang="0">
                <a:pos x="csX356" y="csY356"/>
              </a:cxn>
              <a:cxn ang="0">
                <a:pos x="csX357" y="csY357"/>
              </a:cxn>
              <a:cxn ang="0">
                <a:pos x="csX358" y="csY358"/>
              </a:cxn>
              <a:cxn ang="0">
                <a:pos x="csX359" y="csY359"/>
              </a:cxn>
              <a:cxn ang="0">
                <a:pos x="csX360" y="csY360"/>
              </a:cxn>
              <a:cxn ang="0">
                <a:pos x="csX361" y="csY361"/>
              </a:cxn>
              <a:cxn ang="0">
                <a:pos x="csX362" y="csY362"/>
              </a:cxn>
              <a:cxn ang="0">
                <a:pos x="csX363" y="csY363"/>
              </a:cxn>
              <a:cxn ang="0">
                <a:pos x="csX364" y="csY364"/>
              </a:cxn>
              <a:cxn ang="0">
                <a:pos x="csX365" y="csY365"/>
              </a:cxn>
              <a:cxn ang="0">
                <a:pos x="csX366" y="csY366"/>
              </a:cxn>
              <a:cxn ang="0">
                <a:pos x="csX367" y="csY367"/>
              </a:cxn>
              <a:cxn ang="0">
                <a:pos x="csX368" y="csY368"/>
              </a:cxn>
              <a:cxn ang="0">
                <a:pos x="csX369" y="csY369"/>
              </a:cxn>
              <a:cxn ang="0">
                <a:pos x="csX370" y="csY370"/>
              </a:cxn>
              <a:cxn ang="0">
                <a:pos x="csX371" y="csY371"/>
              </a:cxn>
              <a:cxn ang="0">
                <a:pos x="csX372" y="csY372"/>
              </a:cxn>
              <a:cxn ang="0">
                <a:pos x="csX373" y="csY373"/>
              </a:cxn>
              <a:cxn ang="0">
                <a:pos x="csX374" y="csY374"/>
              </a:cxn>
              <a:cxn ang="0">
                <a:pos x="csX375" y="csY375"/>
              </a:cxn>
              <a:cxn ang="0">
                <a:pos x="csX376" y="csY376"/>
              </a:cxn>
              <a:cxn ang="0">
                <a:pos x="csX377" y="csY377"/>
              </a:cxn>
              <a:cxn ang="0">
                <a:pos x="csX378" y="csY378"/>
              </a:cxn>
              <a:cxn ang="0">
                <a:pos x="csX379" y="csY379"/>
              </a:cxn>
              <a:cxn ang="0">
                <a:pos x="csX380" y="csY380"/>
              </a:cxn>
              <a:cxn ang="0">
                <a:pos x="csX381" y="csY381"/>
              </a:cxn>
              <a:cxn ang="0">
                <a:pos x="csX382" y="csY382"/>
              </a:cxn>
              <a:cxn ang="0">
                <a:pos x="csX383" y="csY383"/>
              </a:cxn>
              <a:cxn ang="0">
                <a:pos x="csX384" y="csY384"/>
              </a:cxn>
              <a:cxn ang="0">
                <a:pos x="csX385" y="csY385"/>
              </a:cxn>
              <a:cxn ang="0">
                <a:pos x="csX386" y="csY386"/>
              </a:cxn>
              <a:cxn ang="0">
                <a:pos x="csX387" y="csY387"/>
              </a:cxn>
              <a:cxn ang="0">
                <a:pos x="csX388" y="csY388"/>
              </a:cxn>
              <a:cxn ang="0">
                <a:pos x="csX389" y="csY389"/>
              </a:cxn>
              <a:cxn ang="0">
                <a:pos x="csX390" y="csY390"/>
              </a:cxn>
              <a:cxn ang="0">
                <a:pos x="csX391" y="csY391"/>
              </a:cxn>
              <a:cxn ang="0">
                <a:pos x="csX392" y="csY392"/>
              </a:cxn>
              <a:cxn ang="0">
                <a:pos x="csX393" y="csY393"/>
              </a:cxn>
              <a:cxn ang="0">
                <a:pos x="csX394" y="csY394"/>
              </a:cxn>
              <a:cxn ang="0">
                <a:pos x="csX395" y="csY395"/>
              </a:cxn>
              <a:cxn ang="0">
                <a:pos x="csX396" y="csY396"/>
              </a:cxn>
              <a:cxn ang="0">
                <a:pos x="csX397" y="csY397"/>
              </a:cxn>
              <a:cxn ang="0">
                <a:pos x="csX398" y="csY398"/>
              </a:cxn>
              <a:cxn ang="0">
                <a:pos x="csX399" y="csY399"/>
              </a:cxn>
              <a:cxn ang="0">
                <a:pos x="csX400" y="csY400"/>
              </a:cxn>
              <a:cxn ang="0">
                <a:pos x="csX401" y="csY401"/>
              </a:cxn>
              <a:cxn ang="0">
                <a:pos x="csX402" y="csY402"/>
              </a:cxn>
              <a:cxn ang="0">
                <a:pos x="csX403" y="csY403"/>
              </a:cxn>
              <a:cxn ang="0">
                <a:pos x="csX404" y="csY404"/>
              </a:cxn>
              <a:cxn ang="0">
                <a:pos x="csX405" y="csY405"/>
              </a:cxn>
              <a:cxn ang="0">
                <a:pos x="csX406" y="csY406"/>
              </a:cxn>
              <a:cxn ang="0">
                <a:pos x="csX407" y="csY407"/>
              </a:cxn>
              <a:cxn ang="0">
                <a:pos x="csX408" y="csY408"/>
              </a:cxn>
              <a:cxn ang="0">
                <a:pos x="csX409" y="csY409"/>
              </a:cxn>
              <a:cxn ang="0">
                <a:pos x="csX410" y="csY410"/>
              </a:cxn>
              <a:cxn ang="0">
                <a:pos x="csX411" y="csY411"/>
              </a:cxn>
              <a:cxn ang="0">
                <a:pos x="csX412" y="csY412"/>
              </a:cxn>
              <a:cxn ang="0">
                <a:pos x="csX413" y="csY413"/>
              </a:cxn>
              <a:cxn ang="0">
                <a:pos x="csX414" y="csY414"/>
              </a:cxn>
              <a:cxn ang="0">
                <a:pos x="csX415" y="csY415"/>
              </a:cxn>
              <a:cxn ang="0">
                <a:pos x="csX416" y="csY416"/>
              </a:cxn>
              <a:cxn ang="0">
                <a:pos x="csX417" y="csY417"/>
              </a:cxn>
              <a:cxn ang="0">
                <a:pos x="csX418" y="csY418"/>
              </a:cxn>
              <a:cxn ang="0">
                <a:pos x="csX419" y="csY419"/>
              </a:cxn>
              <a:cxn ang="0">
                <a:pos x="csX420" y="csY420"/>
              </a:cxn>
              <a:cxn ang="0">
                <a:pos x="csX421" y="csY421"/>
              </a:cxn>
              <a:cxn ang="0">
                <a:pos x="csX422" y="csY422"/>
              </a:cxn>
              <a:cxn ang="0">
                <a:pos x="csX423" y="csY423"/>
              </a:cxn>
              <a:cxn ang="0">
                <a:pos x="csX424" y="csY424"/>
              </a:cxn>
              <a:cxn ang="0">
                <a:pos x="csX425" y="csY425"/>
              </a:cxn>
              <a:cxn ang="0">
                <a:pos x="csX426" y="csY426"/>
              </a:cxn>
              <a:cxn ang="0">
                <a:pos x="csX427" y="csY427"/>
              </a:cxn>
              <a:cxn ang="0">
                <a:pos x="csX428" y="csY428"/>
              </a:cxn>
              <a:cxn ang="0">
                <a:pos x="csX429" y="csY429"/>
              </a:cxn>
              <a:cxn ang="0">
                <a:pos x="csX430" y="csY430"/>
              </a:cxn>
              <a:cxn ang="0">
                <a:pos x="csX431" y="csY431"/>
              </a:cxn>
              <a:cxn ang="0">
                <a:pos x="csX432" y="csY432"/>
              </a:cxn>
              <a:cxn ang="0">
                <a:pos x="csX433" y="csY433"/>
              </a:cxn>
              <a:cxn ang="0">
                <a:pos x="csX434" y="csY434"/>
              </a:cxn>
              <a:cxn ang="0">
                <a:pos x="csX435" y="csY435"/>
              </a:cxn>
              <a:cxn ang="0">
                <a:pos x="csX436" y="csY436"/>
              </a:cxn>
              <a:cxn ang="0">
                <a:pos x="csX437" y="csY437"/>
              </a:cxn>
              <a:cxn ang="0">
                <a:pos x="csX438" y="csY438"/>
              </a:cxn>
              <a:cxn ang="0">
                <a:pos x="csX439" y="csY439"/>
              </a:cxn>
              <a:cxn ang="0">
                <a:pos x="csX440" y="csY440"/>
              </a:cxn>
              <a:cxn ang="0">
                <a:pos x="csX441" y="csY441"/>
              </a:cxn>
              <a:cxn ang="0">
                <a:pos x="csX442" y="csY442"/>
              </a:cxn>
              <a:cxn ang="0">
                <a:pos x="csX443" y="csY443"/>
              </a:cxn>
              <a:cxn ang="0">
                <a:pos x="csX444" y="csY444"/>
              </a:cxn>
              <a:cxn ang="0">
                <a:pos x="csX445" y="csY445"/>
              </a:cxn>
              <a:cxn ang="0">
                <a:pos x="csX446" y="csY446"/>
              </a:cxn>
              <a:cxn ang="0">
                <a:pos x="csX447" y="csY447"/>
              </a:cxn>
              <a:cxn ang="0">
                <a:pos x="csX448" y="csY448"/>
              </a:cxn>
              <a:cxn ang="0">
                <a:pos x="csX449" y="csY449"/>
              </a:cxn>
              <a:cxn ang="0">
                <a:pos x="csX450" y="csY450"/>
              </a:cxn>
              <a:cxn ang="0">
                <a:pos x="csX451" y="csY451"/>
              </a:cxn>
              <a:cxn ang="0">
                <a:pos x="csX452" y="csY452"/>
              </a:cxn>
              <a:cxn ang="0">
                <a:pos x="csX453" y="csY453"/>
              </a:cxn>
              <a:cxn ang="0">
                <a:pos x="csX454" y="csY454"/>
              </a:cxn>
              <a:cxn ang="0">
                <a:pos x="csX455" y="csY455"/>
              </a:cxn>
              <a:cxn ang="0">
                <a:pos x="csX456" y="csY456"/>
              </a:cxn>
              <a:cxn ang="0">
                <a:pos x="csX457" y="csY457"/>
              </a:cxn>
              <a:cxn ang="0">
                <a:pos x="csX458" y="csY458"/>
              </a:cxn>
              <a:cxn ang="0">
                <a:pos x="csX459" y="csY459"/>
              </a:cxn>
              <a:cxn ang="0">
                <a:pos x="csX460" y="csY460"/>
              </a:cxn>
              <a:cxn ang="0">
                <a:pos x="csX461" y="csY461"/>
              </a:cxn>
              <a:cxn ang="0">
                <a:pos x="csX462" y="csY462"/>
              </a:cxn>
              <a:cxn ang="0">
                <a:pos x="csX463" y="csY463"/>
              </a:cxn>
              <a:cxn ang="0">
                <a:pos x="csX464" y="csY464"/>
              </a:cxn>
              <a:cxn ang="0">
                <a:pos x="csX465" y="csY465"/>
              </a:cxn>
              <a:cxn ang="0">
                <a:pos x="csX466" y="csY466"/>
              </a:cxn>
              <a:cxn ang="0">
                <a:pos x="csX467" y="csY467"/>
              </a:cxn>
              <a:cxn ang="0">
                <a:pos x="csX468" y="csY468"/>
              </a:cxn>
              <a:cxn ang="0">
                <a:pos x="csX469" y="csY469"/>
              </a:cxn>
              <a:cxn ang="0">
                <a:pos x="csX470" y="csY470"/>
              </a:cxn>
              <a:cxn ang="0">
                <a:pos x="csX471" y="csY471"/>
              </a:cxn>
              <a:cxn ang="0">
                <a:pos x="csX472" y="csY472"/>
              </a:cxn>
              <a:cxn ang="0">
                <a:pos x="csX473" y="csY473"/>
              </a:cxn>
              <a:cxn ang="0">
                <a:pos x="csX474" y="csY474"/>
              </a:cxn>
              <a:cxn ang="0">
                <a:pos x="csX475" y="csY475"/>
              </a:cxn>
              <a:cxn ang="0">
                <a:pos x="csX476" y="csY476"/>
              </a:cxn>
              <a:cxn ang="0">
                <a:pos x="csX477" y="csY477"/>
              </a:cxn>
              <a:cxn ang="0">
                <a:pos x="csX478" y="csY478"/>
              </a:cxn>
              <a:cxn ang="0">
                <a:pos x="csX479" y="csY479"/>
              </a:cxn>
              <a:cxn ang="0">
                <a:pos x="csX480" y="csY480"/>
              </a:cxn>
              <a:cxn ang="0">
                <a:pos x="csX481" y="csY481"/>
              </a:cxn>
              <a:cxn ang="0">
                <a:pos x="csX482" y="csY482"/>
              </a:cxn>
              <a:cxn ang="0">
                <a:pos x="csX483" y="csY483"/>
              </a:cxn>
              <a:cxn ang="0">
                <a:pos x="csX484" y="csY484"/>
              </a:cxn>
              <a:cxn ang="0">
                <a:pos x="csX485" y="csY485"/>
              </a:cxn>
              <a:cxn ang="0">
                <a:pos x="csX486" y="csY486"/>
              </a:cxn>
              <a:cxn ang="0">
                <a:pos x="csX487" y="csY487"/>
              </a:cxn>
              <a:cxn ang="0">
                <a:pos x="csX488" y="csY488"/>
              </a:cxn>
              <a:cxn ang="0">
                <a:pos x="csX489" y="csY489"/>
              </a:cxn>
              <a:cxn ang="0">
                <a:pos x="csX490" y="csY490"/>
              </a:cxn>
              <a:cxn ang="0">
                <a:pos x="csX491" y="csY491"/>
              </a:cxn>
              <a:cxn ang="0">
                <a:pos x="csX492" y="csY492"/>
              </a:cxn>
              <a:cxn ang="0">
                <a:pos x="csX493" y="csY493"/>
              </a:cxn>
              <a:cxn ang="0">
                <a:pos x="csX494" y="csY494"/>
              </a:cxn>
              <a:cxn ang="0">
                <a:pos x="csX495" y="csY495"/>
              </a:cxn>
              <a:cxn ang="0">
                <a:pos x="csX496" y="csY496"/>
              </a:cxn>
              <a:cxn ang="0">
                <a:pos x="csX497" y="csY497"/>
              </a:cxn>
              <a:cxn ang="0">
                <a:pos x="csX498" y="csY498"/>
              </a:cxn>
              <a:cxn ang="0">
                <a:pos x="csX499" y="csY499"/>
              </a:cxn>
              <a:cxn ang="0">
                <a:pos x="csX500" y="csY500"/>
              </a:cxn>
              <a:cxn ang="0">
                <a:pos x="csX501" y="csY501"/>
              </a:cxn>
              <a:cxn ang="0">
                <a:pos x="csX502" y="csY502"/>
              </a:cxn>
              <a:cxn ang="0">
                <a:pos x="csX503" y="csY503"/>
              </a:cxn>
              <a:cxn ang="0">
                <a:pos x="csX504" y="csY504"/>
              </a:cxn>
              <a:cxn ang="0">
                <a:pos x="csX505" y="csY505"/>
              </a:cxn>
              <a:cxn ang="0">
                <a:pos x="csX506" y="csY506"/>
              </a:cxn>
              <a:cxn ang="0">
                <a:pos x="csX507" y="csY507"/>
              </a:cxn>
              <a:cxn ang="0">
                <a:pos x="csX508" y="csY508"/>
              </a:cxn>
              <a:cxn ang="0">
                <a:pos x="csX509" y="csY509"/>
              </a:cxn>
              <a:cxn ang="0">
                <a:pos x="csX510" y="csY510"/>
              </a:cxn>
              <a:cxn ang="0">
                <a:pos x="csX511" y="csY511"/>
              </a:cxn>
              <a:cxn ang="0">
                <a:pos x="csX512" y="csY512"/>
              </a:cxn>
              <a:cxn ang="0">
                <a:pos x="csX513" y="csY513"/>
              </a:cxn>
              <a:cxn ang="0">
                <a:pos x="csX514" y="csY514"/>
              </a:cxn>
              <a:cxn ang="0">
                <a:pos x="csX515" y="csY515"/>
              </a:cxn>
              <a:cxn ang="0">
                <a:pos x="csX516" y="csY516"/>
              </a:cxn>
              <a:cxn ang="0">
                <a:pos x="csX517" y="csY517"/>
              </a:cxn>
              <a:cxn ang="0">
                <a:pos x="csX518" y="csY518"/>
              </a:cxn>
              <a:cxn ang="0">
                <a:pos x="csX519" y="csY519"/>
              </a:cxn>
              <a:cxn ang="0">
                <a:pos x="csX520" y="csY520"/>
              </a:cxn>
              <a:cxn ang="0">
                <a:pos x="csX521" y="csY521"/>
              </a:cxn>
              <a:cxn ang="0">
                <a:pos x="csX522" y="csY522"/>
              </a:cxn>
              <a:cxn ang="0">
                <a:pos x="csX523" y="csY523"/>
              </a:cxn>
              <a:cxn ang="0">
                <a:pos x="csX524" y="csY524"/>
              </a:cxn>
              <a:cxn ang="0">
                <a:pos x="csX525" y="csY525"/>
              </a:cxn>
              <a:cxn ang="0">
                <a:pos x="csX526" y="csY526"/>
              </a:cxn>
              <a:cxn ang="0">
                <a:pos x="csX527" y="csY527"/>
              </a:cxn>
              <a:cxn ang="0">
                <a:pos x="csX528" y="csY528"/>
              </a:cxn>
              <a:cxn ang="0">
                <a:pos x="csX529" y="csY529"/>
              </a:cxn>
              <a:cxn ang="0">
                <a:pos x="csX530" y="csY530"/>
              </a:cxn>
              <a:cxn ang="0">
                <a:pos x="csX531" y="csY531"/>
              </a:cxn>
              <a:cxn ang="0">
                <a:pos x="csX532" y="csY532"/>
              </a:cxn>
              <a:cxn ang="0">
                <a:pos x="csX533" y="csY533"/>
              </a:cxn>
              <a:cxn ang="0">
                <a:pos x="csX534" y="csY534"/>
              </a:cxn>
              <a:cxn ang="0">
                <a:pos x="csX535" y="csY535"/>
              </a:cxn>
              <a:cxn ang="0">
                <a:pos x="csX536" y="csY536"/>
              </a:cxn>
              <a:cxn ang="0">
                <a:pos x="csX537" y="csY537"/>
              </a:cxn>
              <a:cxn ang="0">
                <a:pos x="csX538" y="csY538"/>
              </a:cxn>
              <a:cxn ang="0">
                <a:pos x="csX539" y="csY539"/>
              </a:cxn>
              <a:cxn ang="0">
                <a:pos x="csX540" y="csY540"/>
              </a:cxn>
              <a:cxn ang="0">
                <a:pos x="csX541" y="csY541"/>
              </a:cxn>
              <a:cxn ang="0">
                <a:pos x="csX542" y="csY542"/>
              </a:cxn>
              <a:cxn ang="0">
                <a:pos x="csX543" y="csY543"/>
              </a:cxn>
              <a:cxn ang="0">
                <a:pos x="csX544" y="csY544"/>
              </a:cxn>
              <a:cxn ang="0">
                <a:pos x="csX545" y="csY545"/>
              </a:cxn>
              <a:cxn ang="0">
                <a:pos x="csX546" y="csY546"/>
              </a:cxn>
              <a:cxn ang="0">
                <a:pos x="csX547" y="csY547"/>
              </a:cxn>
              <a:cxn ang="0">
                <a:pos x="csX548" y="csY548"/>
              </a:cxn>
              <a:cxn ang="0">
                <a:pos x="csX549" y="csY549"/>
              </a:cxn>
              <a:cxn ang="0">
                <a:pos x="csX550" y="csY550"/>
              </a:cxn>
              <a:cxn ang="0">
                <a:pos x="csX551" y="csY551"/>
              </a:cxn>
              <a:cxn ang="0">
                <a:pos x="csX552" y="csY552"/>
              </a:cxn>
              <a:cxn ang="0">
                <a:pos x="csX553" y="csY553"/>
              </a:cxn>
              <a:cxn ang="0">
                <a:pos x="csX554" y="csY554"/>
              </a:cxn>
              <a:cxn ang="0">
                <a:pos x="csX555" y="csY555"/>
              </a:cxn>
              <a:cxn ang="0">
                <a:pos x="csX556" y="csY556"/>
              </a:cxn>
              <a:cxn ang="0">
                <a:pos x="csX557" y="csY557"/>
              </a:cxn>
              <a:cxn ang="0">
                <a:pos x="csX558" y="csY558"/>
              </a:cxn>
              <a:cxn ang="0">
                <a:pos x="csX559" y="csY559"/>
              </a:cxn>
              <a:cxn ang="0">
                <a:pos x="csX560" y="csY560"/>
              </a:cxn>
              <a:cxn ang="0">
                <a:pos x="csX561" y="csY561"/>
              </a:cxn>
              <a:cxn ang="0">
                <a:pos x="csX562" y="csY562"/>
              </a:cxn>
              <a:cxn ang="0">
                <a:pos x="csX563" y="csY563"/>
              </a:cxn>
              <a:cxn ang="0">
                <a:pos x="csX564" y="csY564"/>
              </a:cxn>
              <a:cxn ang="0">
                <a:pos x="csX565" y="csY565"/>
              </a:cxn>
              <a:cxn ang="0">
                <a:pos x="csX566" y="csY566"/>
              </a:cxn>
              <a:cxn ang="0">
                <a:pos x="csX567" y="csY567"/>
              </a:cxn>
              <a:cxn ang="0">
                <a:pos x="csX568" y="csY568"/>
              </a:cxn>
              <a:cxn ang="0">
                <a:pos x="csX569" y="csY569"/>
              </a:cxn>
              <a:cxn ang="0">
                <a:pos x="csX570" y="csY570"/>
              </a:cxn>
              <a:cxn ang="0">
                <a:pos x="csX571" y="csY571"/>
              </a:cxn>
              <a:cxn ang="0">
                <a:pos x="csX572" y="csY572"/>
              </a:cxn>
              <a:cxn ang="0">
                <a:pos x="csX573" y="csY573"/>
              </a:cxn>
              <a:cxn ang="0">
                <a:pos x="csX574" y="csY574"/>
              </a:cxn>
              <a:cxn ang="0">
                <a:pos x="csX575" y="csY575"/>
              </a:cxn>
              <a:cxn ang="0">
                <a:pos x="csX576" y="csY576"/>
              </a:cxn>
              <a:cxn ang="0">
                <a:pos x="csX577" y="csY577"/>
              </a:cxn>
              <a:cxn ang="0">
                <a:pos x="csX578" y="csY578"/>
              </a:cxn>
              <a:cxn ang="0">
                <a:pos x="csX579" y="csY579"/>
              </a:cxn>
              <a:cxn ang="0">
                <a:pos x="csX580" y="csY580"/>
              </a:cxn>
              <a:cxn ang="0">
                <a:pos x="csX581" y="csY581"/>
              </a:cxn>
              <a:cxn ang="0">
                <a:pos x="csX582" y="csY582"/>
              </a:cxn>
              <a:cxn ang="0">
                <a:pos x="csX583" y="csY583"/>
              </a:cxn>
              <a:cxn ang="0">
                <a:pos x="csX584" y="csY584"/>
              </a:cxn>
              <a:cxn ang="0">
                <a:pos x="csX585" y="csY585"/>
              </a:cxn>
              <a:cxn ang="0">
                <a:pos x="csX586" y="csY586"/>
              </a:cxn>
              <a:cxn ang="0">
                <a:pos x="csX587" y="csY587"/>
              </a:cxn>
              <a:cxn ang="0">
                <a:pos x="csX588" y="csY588"/>
              </a:cxn>
              <a:cxn ang="0">
                <a:pos x="csX589" y="csY589"/>
              </a:cxn>
              <a:cxn ang="0">
                <a:pos x="csX590" y="csY590"/>
              </a:cxn>
              <a:cxn ang="0">
                <a:pos x="csX591" y="csY591"/>
              </a:cxn>
              <a:cxn ang="0">
                <a:pos x="csX592" y="csY592"/>
              </a:cxn>
              <a:cxn ang="0">
                <a:pos x="csX593" y="csY593"/>
              </a:cxn>
              <a:cxn ang="0">
                <a:pos x="csX594" y="csY594"/>
              </a:cxn>
              <a:cxn ang="0">
                <a:pos x="csX595" y="csY595"/>
              </a:cxn>
              <a:cxn ang="0">
                <a:pos x="csX596" y="csY596"/>
              </a:cxn>
              <a:cxn ang="0">
                <a:pos x="csX597" y="csY597"/>
              </a:cxn>
              <a:cxn ang="0">
                <a:pos x="csX598" y="csY598"/>
              </a:cxn>
              <a:cxn ang="0">
                <a:pos x="csX599" y="csY599"/>
              </a:cxn>
              <a:cxn ang="0">
                <a:pos x="csX600" y="csY600"/>
              </a:cxn>
              <a:cxn ang="0">
                <a:pos x="csX601" y="csY601"/>
              </a:cxn>
              <a:cxn ang="0">
                <a:pos x="csX602" y="csY602"/>
              </a:cxn>
              <a:cxn ang="0">
                <a:pos x="csX603" y="csY603"/>
              </a:cxn>
              <a:cxn ang="0">
                <a:pos x="csX604" y="csY604"/>
              </a:cxn>
              <a:cxn ang="0">
                <a:pos x="csX605" y="csY605"/>
              </a:cxn>
              <a:cxn ang="0">
                <a:pos x="csX606" y="csY606"/>
              </a:cxn>
              <a:cxn ang="0">
                <a:pos x="csX607" y="csY607"/>
              </a:cxn>
              <a:cxn ang="0">
                <a:pos x="csX608" y="csY608"/>
              </a:cxn>
              <a:cxn ang="0">
                <a:pos x="csX609" y="csY609"/>
              </a:cxn>
              <a:cxn ang="0">
                <a:pos x="csX610" y="csY610"/>
              </a:cxn>
              <a:cxn ang="0">
                <a:pos x="csX611" y="csY611"/>
              </a:cxn>
              <a:cxn ang="0">
                <a:pos x="csX612" y="csY612"/>
              </a:cxn>
              <a:cxn ang="0">
                <a:pos x="csX613" y="csY613"/>
              </a:cxn>
              <a:cxn ang="0">
                <a:pos x="csX614" y="csY614"/>
              </a:cxn>
              <a:cxn ang="0">
                <a:pos x="csX615" y="csY615"/>
              </a:cxn>
              <a:cxn ang="0">
                <a:pos x="csX616" y="csY616"/>
              </a:cxn>
              <a:cxn ang="0">
                <a:pos x="csX617" y="csY617"/>
              </a:cxn>
              <a:cxn ang="0">
                <a:pos x="csX618" y="csY618"/>
              </a:cxn>
              <a:cxn ang="0">
                <a:pos x="csX619" y="csY619"/>
              </a:cxn>
              <a:cxn ang="0">
                <a:pos x="csX620" y="csY620"/>
              </a:cxn>
              <a:cxn ang="0">
                <a:pos x="csX621" y="csY621"/>
              </a:cxn>
              <a:cxn ang="0">
                <a:pos x="csX622" y="csY622"/>
              </a:cxn>
              <a:cxn ang="0">
                <a:pos x="csX623" y="csY623"/>
              </a:cxn>
              <a:cxn ang="0">
                <a:pos x="csX624" y="csY624"/>
              </a:cxn>
              <a:cxn ang="0">
                <a:pos x="csX625" y="csY625"/>
              </a:cxn>
              <a:cxn ang="0">
                <a:pos x="csX626" y="csY626"/>
              </a:cxn>
              <a:cxn ang="0">
                <a:pos x="csX627" y="csY627"/>
              </a:cxn>
              <a:cxn ang="0">
                <a:pos x="csX628" y="csY628"/>
              </a:cxn>
              <a:cxn ang="0">
                <a:pos x="csX629" y="csY629"/>
              </a:cxn>
              <a:cxn ang="0">
                <a:pos x="csX630" y="csY630"/>
              </a:cxn>
              <a:cxn ang="0">
                <a:pos x="csX631" y="csY631"/>
              </a:cxn>
              <a:cxn ang="0">
                <a:pos x="csX632" y="csY632"/>
              </a:cxn>
              <a:cxn ang="0">
                <a:pos x="csX633" y="csY633"/>
              </a:cxn>
              <a:cxn ang="0">
                <a:pos x="csX634" y="csY634"/>
              </a:cxn>
              <a:cxn ang="0">
                <a:pos x="csX635" y="csY635"/>
              </a:cxn>
              <a:cxn ang="0">
                <a:pos x="csX636" y="csY636"/>
              </a:cxn>
              <a:cxn ang="0">
                <a:pos x="csX637" y="csY637"/>
              </a:cxn>
              <a:cxn ang="0">
                <a:pos x="csX638" y="csY638"/>
              </a:cxn>
              <a:cxn ang="0">
                <a:pos x="csX639" y="csY639"/>
              </a:cxn>
              <a:cxn ang="0">
                <a:pos x="csX640" y="csY640"/>
              </a:cxn>
              <a:cxn ang="0">
                <a:pos x="csX641" y="csY641"/>
              </a:cxn>
              <a:cxn ang="0">
                <a:pos x="csX642" y="csY642"/>
              </a:cxn>
              <a:cxn ang="0">
                <a:pos x="csX643" y="csY643"/>
              </a:cxn>
              <a:cxn ang="0">
                <a:pos x="csX644" y="csY644"/>
              </a:cxn>
              <a:cxn ang="0">
                <a:pos x="csX645" y="csY645"/>
              </a:cxn>
              <a:cxn ang="0">
                <a:pos x="csX646" y="csY646"/>
              </a:cxn>
              <a:cxn ang="0">
                <a:pos x="csX647" y="csY647"/>
              </a:cxn>
              <a:cxn ang="0">
                <a:pos x="csX648" y="csY648"/>
              </a:cxn>
              <a:cxn ang="0">
                <a:pos x="csX649" y="csY649"/>
              </a:cxn>
              <a:cxn ang="0">
                <a:pos x="csX650" y="csY650"/>
              </a:cxn>
              <a:cxn ang="0">
                <a:pos x="csX651" y="csY651"/>
              </a:cxn>
              <a:cxn ang="0">
                <a:pos x="csX652" y="csY652"/>
              </a:cxn>
              <a:cxn ang="0">
                <a:pos x="csX653" y="csY653"/>
              </a:cxn>
              <a:cxn ang="0">
                <a:pos x="csX654" y="csY654"/>
              </a:cxn>
              <a:cxn ang="0">
                <a:pos x="csX655" y="csY655"/>
              </a:cxn>
              <a:cxn ang="0">
                <a:pos x="csX656" y="csY656"/>
              </a:cxn>
              <a:cxn ang="0">
                <a:pos x="csX657" y="csY657"/>
              </a:cxn>
              <a:cxn ang="0">
                <a:pos x="csX658" y="csY658"/>
              </a:cxn>
              <a:cxn ang="0">
                <a:pos x="csX659" y="csY659"/>
              </a:cxn>
              <a:cxn ang="0">
                <a:pos x="csX660" y="csY660"/>
              </a:cxn>
              <a:cxn ang="0">
                <a:pos x="csX661" y="csY661"/>
              </a:cxn>
              <a:cxn ang="0">
                <a:pos x="csX662" y="csY662"/>
              </a:cxn>
              <a:cxn ang="0">
                <a:pos x="csX663" y="csY663"/>
              </a:cxn>
              <a:cxn ang="0">
                <a:pos x="csX664" y="csY664"/>
              </a:cxn>
              <a:cxn ang="0">
                <a:pos x="csX665" y="csY665"/>
              </a:cxn>
              <a:cxn ang="0">
                <a:pos x="csX666" y="csY666"/>
              </a:cxn>
              <a:cxn ang="0">
                <a:pos x="csX667" y="csY667"/>
              </a:cxn>
              <a:cxn ang="0">
                <a:pos x="csX668" y="csY668"/>
              </a:cxn>
              <a:cxn ang="0">
                <a:pos x="csX669" y="csY669"/>
              </a:cxn>
              <a:cxn ang="0">
                <a:pos x="csX670" y="csY670"/>
              </a:cxn>
              <a:cxn ang="0">
                <a:pos x="csX671" y="csY671"/>
              </a:cxn>
              <a:cxn ang="0">
                <a:pos x="csX672" y="csY672"/>
              </a:cxn>
              <a:cxn ang="0">
                <a:pos x="csX673" y="csY673"/>
              </a:cxn>
              <a:cxn ang="0">
                <a:pos x="csX674" y="csY674"/>
              </a:cxn>
              <a:cxn ang="0">
                <a:pos x="csX675" y="csY675"/>
              </a:cxn>
              <a:cxn ang="0">
                <a:pos x="csX676" y="csY676"/>
              </a:cxn>
              <a:cxn ang="0">
                <a:pos x="csX677" y="csY677"/>
              </a:cxn>
              <a:cxn ang="0">
                <a:pos x="csX678" y="csY678"/>
              </a:cxn>
              <a:cxn ang="0">
                <a:pos x="csX679" y="csY679"/>
              </a:cxn>
              <a:cxn ang="0">
                <a:pos x="csX680" y="csY680"/>
              </a:cxn>
              <a:cxn ang="0">
                <a:pos x="csX681" y="csY681"/>
              </a:cxn>
              <a:cxn ang="0">
                <a:pos x="csX682" y="csY682"/>
              </a:cxn>
              <a:cxn ang="0">
                <a:pos x="csX683" y="csY683"/>
              </a:cxn>
              <a:cxn ang="0">
                <a:pos x="csX684" y="csY684"/>
              </a:cxn>
              <a:cxn ang="0">
                <a:pos x="csX685" y="csY685"/>
              </a:cxn>
              <a:cxn ang="0">
                <a:pos x="csX686" y="csY686"/>
              </a:cxn>
              <a:cxn ang="0">
                <a:pos x="csX687" y="csY687"/>
              </a:cxn>
              <a:cxn ang="0">
                <a:pos x="csX688" y="csY688"/>
              </a:cxn>
              <a:cxn ang="0">
                <a:pos x="csX689" y="csY689"/>
              </a:cxn>
              <a:cxn ang="0">
                <a:pos x="csX690" y="csY690"/>
              </a:cxn>
              <a:cxn ang="0">
                <a:pos x="csX691" y="csY691"/>
              </a:cxn>
              <a:cxn ang="0">
                <a:pos x="csX692" y="csY692"/>
              </a:cxn>
              <a:cxn ang="0">
                <a:pos x="csX693" y="csY693"/>
              </a:cxn>
              <a:cxn ang="0">
                <a:pos x="csX694" y="csY694"/>
              </a:cxn>
              <a:cxn ang="0">
                <a:pos x="csX695" y="csY695"/>
              </a:cxn>
              <a:cxn ang="0">
                <a:pos x="csX696" y="csY696"/>
              </a:cxn>
              <a:cxn ang="0">
                <a:pos x="csX697" y="csY697"/>
              </a:cxn>
              <a:cxn ang="0">
                <a:pos x="csX698" y="csY698"/>
              </a:cxn>
              <a:cxn ang="0">
                <a:pos x="csX699" y="csY699"/>
              </a:cxn>
              <a:cxn ang="0">
                <a:pos x="csX700" y="csY700"/>
              </a:cxn>
              <a:cxn ang="0">
                <a:pos x="csX701" y="csY701"/>
              </a:cxn>
              <a:cxn ang="0">
                <a:pos x="csX702" y="csY702"/>
              </a:cxn>
              <a:cxn ang="0">
                <a:pos x="csX703" y="csY703"/>
              </a:cxn>
              <a:cxn ang="0">
                <a:pos x="csX704" y="csY704"/>
              </a:cxn>
              <a:cxn ang="0">
                <a:pos x="csX705" y="csY705"/>
              </a:cxn>
              <a:cxn ang="0">
                <a:pos x="csX706" y="csY706"/>
              </a:cxn>
              <a:cxn ang="0">
                <a:pos x="csX707" y="csY707"/>
              </a:cxn>
              <a:cxn ang="0">
                <a:pos x="csX708" y="csY708"/>
              </a:cxn>
              <a:cxn ang="0">
                <a:pos x="csX709" y="csY709"/>
              </a:cxn>
              <a:cxn ang="0">
                <a:pos x="csX710" y="csY710"/>
              </a:cxn>
              <a:cxn ang="0">
                <a:pos x="csX711" y="csY711"/>
              </a:cxn>
              <a:cxn ang="0">
                <a:pos x="csX712" y="csY712"/>
              </a:cxn>
              <a:cxn ang="0">
                <a:pos x="csX713" y="csY713"/>
              </a:cxn>
              <a:cxn ang="0">
                <a:pos x="csX714" y="csY714"/>
              </a:cxn>
              <a:cxn ang="0">
                <a:pos x="csX715" y="csY715"/>
              </a:cxn>
              <a:cxn ang="0">
                <a:pos x="csX716" y="csY716"/>
              </a:cxn>
              <a:cxn ang="0">
                <a:pos x="csX717" y="csY717"/>
              </a:cxn>
              <a:cxn ang="0">
                <a:pos x="csX718" y="csY718"/>
              </a:cxn>
              <a:cxn ang="0">
                <a:pos x="csX719" y="csY719"/>
              </a:cxn>
              <a:cxn ang="0">
                <a:pos x="csX720" y="csY720"/>
              </a:cxn>
              <a:cxn ang="0">
                <a:pos x="csX721" y="csY721"/>
              </a:cxn>
              <a:cxn ang="0">
                <a:pos x="csX722" y="csY722"/>
              </a:cxn>
              <a:cxn ang="0">
                <a:pos x="csX723" y="csY723"/>
              </a:cxn>
              <a:cxn ang="0">
                <a:pos x="csX724" y="csY724"/>
              </a:cxn>
              <a:cxn ang="0">
                <a:pos x="csX725" y="csY725"/>
              </a:cxn>
              <a:cxn ang="0">
                <a:pos x="csX726" y="csY726"/>
              </a:cxn>
              <a:cxn ang="0">
                <a:pos x="csX727" y="csY727"/>
              </a:cxn>
              <a:cxn ang="0">
                <a:pos x="csX728" y="csY728"/>
              </a:cxn>
              <a:cxn ang="0">
                <a:pos x="csX729" y="csY729"/>
              </a:cxn>
              <a:cxn ang="0">
                <a:pos x="csX730" y="csY730"/>
              </a:cxn>
              <a:cxn ang="0">
                <a:pos x="csX731" y="csY731"/>
              </a:cxn>
              <a:cxn ang="0">
                <a:pos x="csX732" y="csY732"/>
              </a:cxn>
              <a:cxn ang="0">
                <a:pos x="csX733" y="csY733"/>
              </a:cxn>
              <a:cxn ang="0">
                <a:pos x="csX734" y="csY734"/>
              </a:cxn>
              <a:cxn ang="0">
                <a:pos x="csX735" y="csY735"/>
              </a:cxn>
              <a:cxn ang="0">
                <a:pos x="csX736" y="csY736"/>
              </a:cxn>
              <a:cxn ang="0">
                <a:pos x="csX737" y="csY737"/>
              </a:cxn>
              <a:cxn ang="0">
                <a:pos x="csX738" y="csY738"/>
              </a:cxn>
              <a:cxn ang="0">
                <a:pos x="csX739" y="csY739"/>
              </a:cxn>
              <a:cxn ang="0">
                <a:pos x="csX740" y="csY740"/>
              </a:cxn>
              <a:cxn ang="0">
                <a:pos x="csX741" y="csY741"/>
              </a:cxn>
              <a:cxn ang="0">
                <a:pos x="csX742" y="csY742"/>
              </a:cxn>
              <a:cxn ang="0">
                <a:pos x="csX743" y="csY743"/>
              </a:cxn>
              <a:cxn ang="0">
                <a:pos x="csX744" y="csY744"/>
              </a:cxn>
              <a:cxn ang="0">
                <a:pos x="csX745" y="csY745"/>
              </a:cxn>
              <a:cxn ang="0">
                <a:pos x="csX746" y="csY746"/>
              </a:cxn>
              <a:cxn ang="0">
                <a:pos x="csX747" y="csY747"/>
              </a:cxn>
              <a:cxn ang="0">
                <a:pos x="csX748" y="csY748"/>
              </a:cxn>
              <a:cxn ang="0">
                <a:pos x="csX749" y="csY749"/>
              </a:cxn>
              <a:cxn ang="0">
                <a:pos x="csX750" y="csY750"/>
              </a:cxn>
              <a:cxn ang="0">
                <a:pos x="csX751" y="csY751"/>
              </a:cxn>
              <a:cxn ang="0">
                <a:pos x="csX752" y="csY752"/>
              </a:cxn>
              <a:cxn ang="0">
                <a:pos x="csX753" y="csY753"/>
              </a:cxn>
              <a:cxn ang="0">
                <a:pos x="csX754" y="csY754"/>
              </a:cxn>
              <a:cxn ang="0">
                <a:pos x="csX755" y="csY755"/>
              </a:cxn>
              <a:cxn ang="0">
                <a:pos x="csX756" y="csY756"/>
              </a:cxn>
              <a:cxn ang="0">
                <a:pos x="csX757" y="csY757"/>
              </a:cxn>
              <a:cxn ang="0">
                <a:pos x="csX758" y="csY758"/>
              </a:cxn>
              <a:cxn ang="0">
                <a:pos x="csX759" y="csY759"/>
              </a:cxn>
              <a:cxn ang="0">
                <a:pos x="csX760" y="csY760"/>
              </a:cxn>
              <a:cxn ang="0">
                <a:pos x="csX761" y="csY761"/>
              </a:cxn>
              <a:cxn ang="0">
                <a:pos x="csX762" y="csY762"/>
              </a:cxn>
              <a:cxn ang="0">
                <a:pos x="csX763" y="csY763"/>
              </a:cxn>
              <a:cxn ang="0">
                <a:pos x="csX764" y="csY764"/>
              </a:cxn>
              <a:cxn ang="0">
                <a:pos x="csX765" y="csY765"/>
              </a:cxn>
              <a:cxn ang="0">
                <a:pos x="csX766" y="csY766"/>
              </a:cxn>
              <a:cxn ang="0">
                <a:pos x="csX767" y="csY767"/>
              </a:cxn>
              <a:cxn ang="0">
                <a:pos x="csX768" y="csY768"/>
              </a:cxn>
              <a:cxn ang="0">
                <a:pos x="csX769" y="csY769"/>
              </a:cxn>
              <a:cxn ang="0">
                <a:pos x="csX770" y="csY770"/>
              </a:cxn>
              <a:cxn ang="0">
                <a:pos x="csX771" y="csY771"/>
              </a:cxn>
              <a:cxn ang="0">
                <a:pos x="csX772" y="csY772"/>
              </a:cxn>
              <a:cxn ang="0">
                <a:pos x="csX773" y="csY773"/>
              </a:cxn>
              <a:cxn ang="0">
                <a:pos x="csX774" y="csY774"/>
              </a:cxn>
              <a:cxn ang="0">
                <a:pos x="csX775" y="csY775"/>
              </a:cxn>
              <a:cxn ang="0">
                <a:pos x="csX776" y="csY776"/>
              </a:cxn>
              <a:cxn ang="0">
                <a:pos x="csX777" y="csY777"/>
              </a:cxn>
              <a:cxn ang="0">
                <a:pos x="csX778" y="csY778"/>
              </a:cxn>
              <a:cxn ang="0">
                <a:pos x="csX779" y="csY779"/>
              </a:cxn>
              <a:cxn ang="0">
                <a:pos x="csX780" y="csY780"/>
              </a:cxn>
              <a:cxn ang="0">
                <a:pos x="csX781" y="csY781"/>
              </a:cxn>
              <a:cxn ang="0">
                <a:pos x="csX782" y="csY782"/>
              </a:cxn>
              <a:cxn ang="0">
                <a:pos x="csX783" y="csY783"/>
              </a:cxn>
              <a:cxn ang="0">
                <a:pos x="csX784" y="csY784"/>
              </a:cxn>
              <a:cxn ang="0">
                <a:pos x="csX785" y="csY785"/>
              </a:cxn>
              <a:cxn ang="0">
                <a:pos x="csX786" y="csY786"/>
              </a:cxn>
              <a:cxn ang="0">
                <a:pos x="csX787" y="csY787"/>
              </a:cxn>
              <a:cxn ang="0">
                <a:pos x="csX788" y="csY788"/>
              </a:cxn>
              <a:cxn ang="0">
                <a:pos x="csX789" y="csY789"/>
              </a:cxn>
              <a:cxn ang="0">
                <a:pos x="csX790" y="csY790"/>
              </a:cxn>
              <a:cxn ang="0">
                <a:pos x="csX791" y="csY791"/>
              </a:cxn>
              <a:cxn ang="0">
                <a:pos x="csX792" y="csY792"/>
              </a:cxn>
              <a:cxn ang="0">
                <a:pos x="csX793" y="csY793"/>
              </a:cxn>
              <a:cxn ang="0">
                <a:pos x="csX794" y="csY794"/>
              </a:cxn>
              <a:cxn ang="0">
                <a:pos x="csX795" y="csY795"/>
              </a:cxn>
              <a:cxn ang="0">
                <a:pos x="csX796" y="csY796"/>
              </a:cxn>
              <a:cxn ang="0">
                <a:pos x="csX797" y="csY797"/>
              </a:cxn>
              <a:cxn ang="0">
                <a:pos x="csX798" y="csY798"/>
              </a:cxn>
              <a:cxn ang="0">
                <a:pos x="csX799" y="csY799"/>
              </a:cxn>
              <a:cxn ang="0">
                <a:pos x="csX800" y="csY800"/>
              </a:cxn>
              <a:cxn ang="0">
                <a:pos x="csX801" y="csY801"/>
              </a:cxn>
              <a:cxn ang="0">
                <a:pos x="csX802" y="csY802"/>
              </a:cxn>
              <a:cxn ang="0">
                <a:pos x="csX803" y="csY803"/>
              </a:cxn>
              <a:cxn ang="0">
                <a:pos x="csX804" y="csY804"/>
              </a:cxn>
              <a:cxn ang="0">
                <a:pos x="csX805" y="csY805"/>
              </a:cxn>
              <a:cxn ang="0">
                <a:pos x="csX806" y="csY806"/>
              </a:cxn>
              <a:cxn ang="0">
                <a:pos x="csX807" y="csY807"/>
              </a:cxn>
              <a:cxn ang="0">
                <a:pos x="csX808" y="csY808"/>
              </a:cxn>
              <a:cxn ang="0">
                <a:pos x="csX809" y="csY809"/>
              </a:cxn>
              <a:cxn ang="0">
                <a:pos x="csX810" y="csY810"/>
              </a:cxn>
              <a:cxn ang="0">
                <a:pos x="csX811" y="csY811"/>
              </a:cxn>
              <a:cxn ang="0">
                <a:pos x="csX812" y="csY812"/>
              </a:cxn>
              <a:cxn ang="0">
                <a:pos x="csX813" y="csY813"/>
              </a:cxn>
              <a:cxn ang="0">
                <a:pos x="csX814" y="csY814"/>
              </a:cxn>
              <a:cxn ang="0">
                <a:pos x="csX815" y="csY815"/>
              </a:cxn>
              <a:cxn ang="0">
                <a:pos x="csX816" y="csY816"/>
              </a:cxn>
              <a:cxn ang="0">
                <a:pos x="csX817" y="csY817"/>
              </a:cxn>
              <a:cxn ang="0">
                <a:pos x="csX818" y="csY818"/>
              </a:cxn>
              <a:cxn ang="0">
                <a:pos x="csX819" y="csY819"/>
              </a:cxn>
              <a:cxn ang="0">
                <a:pos x="csX820" y="csY820"/>
              </a:cxn>
              <a:cxn ang="0">
                <a:pos x="csX821" y="csY821"/>
              </a:cxn>
              <a:cxn ang="0">
                <a:pos x="csX822" y="csY822"/>
              </a:cxn>
              <a:cxn ang="0">
                <a:pos x="csX823" y="csY823"/>
              </a:cxn>
              <a:cxn ang="0">
                <a:pos x="csX824" y="csY824"/>
              </a:cxn>
              <a:cxn ang="0">
                <a:pos x="csX825" y="csY825"/>
              </a:cxn>
              <a:cxn ang="0">
                <a:pos x="csX826" y="csY826"/>
              </a:cxn>
              <a:cxn ang="0">
                <a:pos x="csX827" y="csY827"/>
              </a:cxn>
              <a:cxn ang="0">
                <a:pos x="csX828" y="csY828"/>
              </a:cxn>
              <a:cxn ang="0">
                <a:pos x="csX829" y="csY829"/>
              </a:cxn>
              <a:cxn ang="0">
                <a:pos x="csX830" y="csY830"/>
              </a:cxn>
              <a:cxn ang="0">
                <a:pos x="csX831" y="csY831"/>
              </a:cxn>
              <a:cxn ang="0">
                <a:pos x="csX832" y="csY832"/>
              </a:cxn>
              <a:cxn ang="0">
                <a:pos x="csX833" y="csY833"/>
              </a:cxn>
              <a:cxn ang="0">
                <a:pos x="csX834" y="csY834"/>
              </a:cxn>
              <a:cxn ang="0">
                <a:pos x="csX835" y="csY835"/>
              </a:cxn>
              <a:cxn ang="0">
                <a:pos x="csX836" y="csY836"/>
              </a:cxn>
              <a:cxn ang="0">
                <a:pos x="csX837" y="csY837"/>
              </a:cxn>
              <a:cxn ang="0">
                <a:pos x="csX838" y="csY838"/>
              </a:cxn>
              <a:cxn ang="0">
                <a:pos x="csX839" y="csY839"/>
              </a:cxn>
              <a:cxn ang="0">
                <a:pos x="csX840" y="csY840"/>
              </a:cxn>
              <a:cxn ang="0">
                <a:pos x="csX841" y="csY841"/>
              </a:cxn>
              <a:cxn ang="0">
                <a:pos x="csX842" y="csY842"/>
              </a:cxn>
              <a:cxn ang="0">
                <a:pos x="csX843" y="csY843"/>
              </a:cxn>
              <a:cxn ang="0">
                <a:pos x="csX844" y="csY844"/>
              </a:cxn>
              <a:cxn ang="0">
                <a:pos x="csX845" y="csY845"/>
              </a:cxn>
              <a:cxn ang="0">
                <a:pos x="csX846" y="csY846"/>
              </a:cxn>
              <a:cxn ang="0">
                <a:pos x="csX847" y="csY847"/>
              </a:cxn>
              <a:cxn ang="0">
                <a:pos x="csX848" y="csY848"/>
              </a:cxn>
              <a:cxn ang="0">
                <a:pos x="csX849" y="csY849"/>
              </a:cxn>
              <a:cxn ang="0">
                <a:pos x="csX850" y="csY850"/>
              </a:cxn>
              <a:cxn ang="0">
                <a:pos x="csX851" y="csY851"/>
              </a:cxn>
              <a:cxn ang="0">
                <a:pos x="csX852" y="csY852"/>
              </a:cxn>
              <a:cxn ang="0">
                <a:pos x="csX853" y="csY853"/>
              </a:cxn>
              <a:cxn ang="0">
                <a:pos x="csX854" y="csY854"/>
              </a:cxn>
              <a:cxn ang="0">
                <a:pos x="csX855" y="csY855"/>
              </a:cxn>
              <a:cxn ang="0">
                <a:pos x="csX856" y="csY856"/>
              </a:cxn>
              <a:cxn ang="0">
                <a:pos x="csX857" y="csY857"/>
              </a:cxn>
              <a:cxn ang="0">
                <a:pos x="csX858" y="csY858"/>
              </a:cxn>
              <a:cxn ang="0">
                <a:pos x="csX859" y="csY859"/>
              </a:cxn>
              <a:cxn ang="0">
                <a:pos x="csX860" y="csY860"/>
              </a:cxn>
              <a:cxn ang="0">
                <a:pos x="csX861" y="csY861"/>
              </a:cxn>
              <a:cxn ang="0">
                <a:pos x="csX862" y="csY862"/>
              </a:cxn>
              <a:cxn ang="0">
                <a:pos x="csX863" y="csY863"/>
              </a:cxn>
              <a:cxn ang="0">
                <a:pos x="csX864" y="csY864"/>
              </a:cxn>
              <a:cxn ang="0">
                <a:pos x="csX865" y="csY865"/>
              </a:cxn>
              <a:cxn ang="0">
                <a:pos x="csX866" y="csY866"/>
              </a:cxn>
              <a:cxn ang="0">
                <a:pos x="csX867" y="csY867"/>
              </a:cxn>
              <a:cxn ang="0">
                <a:pos x="csX868" y="csY868"/>
              </a:cxn>
              <a:cxn ang="0">
                <a:pos x="csX869" y="csY869"/>
              </a:cxn>
              <a:cxn ang="0">
                <a:pos x="csX870" y="csY870"/>
              </a:cxn>
              <a:cxn ang="0">
                <a:pos x="csX871" y="csY871"/>
              </a:cxn>
              <a:cxn ang="0">
                <a:pos x="csX872" y="csY872"/>
              </a:cxn>
              <a:cxn ang="0">
                <a:pos x="csX873" y="csY873"/>
              </a:cxn>
              <a:cxn ang="0">
                <a:pos x="csX874" y="csY874"/>
              </a:cxn>
              <a:cxn ang="0">
                <a:pos x="csX875" y="csY875"/>
              </a:cxn>
              <a:cxn ang="0">
                <a:pos x="csX876" y="csY876"/>
              </a:cxn>
              <a:cxn ang="0">
                <a:pos x="csX877" y="csY877"/>
              </a:cxn>
              <a:cxn ang="0">
                <a:pos x="csX878" y="csY878"/>
              </a:cxn>
              <a:cxn ang="0">
                <a:pos x="csX879" y="csY879"/>
              </a:cxn>
              <a:cxn ang="0">
                <a:pos x="csX880" y="csY880"/>
              </a:cxn>
              <a:cxn ang="0">
                <a:pos x="csX881" y="csY881"/>
              </a:cxn>
              <a:cxn ang="0">
                <a:pos x="csX882" y="csY882"/>
              </a:cxn>
              <a:cxn ang="0">
                <a:pos x="csX883" y="csY883"/>
              </a:cxn>
              <a:cxn ang="0">
                <a:pos x="csX884" y="csY884"/>
              </a:cxn>
              <a:cxn ang="0">
                <a:pos x="csX885" y="csY885"/>
              </a:cxn>
              <a:cxn ang="0">
                <a:pos x="csX886" y="csY886"/>
              </a:cxn>
              <a:cxn ang="0">
                <a:pos x="csX887" y="csY887"/>
              </a:cxn>
              <a:cxn ang="0">
                <a:pos x="csX888" y="csY888"/>
              </a:cxn>
              <a:cxn ang="0">
                <a:pos x="csX889" y="csY889"/>
              </a:cxn>
              <a:cxn ang="0">
                <a:pos x="csX890" y="csY890"/>
              </a:cxn>
              <a:cxn ang="0">
                <a:pos x="csX891" y="csY891"/>
              </a:cxn>
              <a:cxn ang="0">
                <a:pos x="csX892" y="csY892"/>
              </a:cxn>
              <a:cxn ang="0">
                <a:pos x="csX893" y="csY893"/>
              </a:cxn>
              <a:cxn ang="0">
                <a:pos x="csX894" y="csY894"/>
              </a:cxn>
              <a:cxn ang="0">
                <a:pos x="csX895" y="csY895"/>
              </a:cxn>
              <a:cxn ang="0">
                <a:pos x="csX896" y="csY896"/>
              </a:cxn>
              <a:cxn ang="0">
                <a:pos x="csX897" y="csY897"/>
              </a:cxn>
              <a:cxn ang="0">
                <a:pos x="csX898" y="csY898"/>
              </a:cxn>
              <a:cxn ang="0">
                <a:pos x="csX899" y="csY899"/>
              </a:cxn>
              <a:cxn ang="0">
                <a:pos x="csX900" y="csY900"/>
              </a:cxn>
              <a:cxn ang="0">
                <a:pos x="csX901" y="csY901"/>
              </a:cxn>
              <a:cxn ang="0">
                <a:pos x="csX902" y="csY902"/>
              </a:cxn>
              <a:cxn ang="0">
                <a:pos x="csX903" y="csY903"/>
              </a:cxn>
              <a:cxn ang="0">
                <a:pos x="csX904" y="csY904"/>
              </a:cxn>
              <a:cxn ang="0">
                <a:pos x="csX905" y="csY905"/>
              </a:cxn>
              <a:cxn ang="0">
                <a:pos x="csX906" y="csY906"/>
              </a:cxn>
              <a:cxn ang="0">
                <a:pos x="csX907" y="csY907"/>
              </a:cxn>
              <a:cxn ang="0">
                <a:pos x="csX908" y="csY908"/>
              </a:cxn>
              <a:cxn ang="0">
                <a:pos x="csX909" y="csY909"/>
              </a:cxn>
              <a:cxn ang="0">
                <a:pos x="csX910" y="csY910"/>
              </a:cxn>
              <a:cxn ang="0">
                <a:pos x="csX911" y="csY911"/>
              </a:cxn>
              <a:cxn ang="0">
                <a:pos x="csX912" y="csY912"/>
              </a:cxn>
              <a:cxn ang="0">
                <a:pos x="csX913" y="csY913"/>
              </a:cxn>
              <a:cxn ang="0">
                <a:pos x="csX914" y="csY914"/>
              </a:cxn>
              <a:cxn ang="0">
                <a:pos x="csX915" y="csY915"/>
              </a:cxn>
              <a:cxn ang="0">
                <a:pos x="csX916" y="csY916"/>
              </a:cxn>
              <a:cxn ang="0">
                <a:pos x="csX917" y="csY917"/>
              </a:cxn>
              <a:cxn ang="0">
                <a:pos x="csX918" y="csY918"/>
              </a:cxn>
              <a:cxn ang="0">
                <a:pos x="csX919" y="csY919"/>
              </a:cxn>
              <a:cxn ang="0">
                <a:pos x="csX920" y="csY920"/>
              </a:cxn>
              <a:cxn ang="0">
                <a:pos x="csX921" y="csY921"/>
              </a:cxn>
              <a:cxn ang="0">
                <a:pos x="csX922" y="csY922"/>
              </a:cxn>
              <a:cxn ang="0">
                <a:pos x="csX923" y="csY923"/>
              </a:cxn>
              <a:cxn ang="0">
                <a:pos x="csX924" y="csY924"/>
              </a:cxn>
              <a:cxn ang="0">
                <a:pos x="csX925" y="csY925"/>
              </a:cxn>
              <a:cxn ang="0">
                <a:pos x="csX926" y="csY926"/>
              </a:cxn>
              <a:cxn ang="0">
                <a:pos x="csX927" y="csY927"/>
              </a:cxn>
              <a:cxn ang="0">
                <a:pos x="csX928" y="csY928"/>
              </a:cxn>
              <a:cxn ang="0">
                <a:pos x="csX929" y="csY929"/>
              </a:cxn>
              <a:cxn ang="0">
                <a:pos x="csX930" y="csY930"/>
              </a:cxn>
              <a:cxn ang="0">
                <a:pos x="csX931" y="csY931"/>
              </a:cxn>
              <a:cxn ang="0">
                <a:pos x="csX932" y="csY932"/>
              </a:cxn>
              <a:cxn ang="0">
                <a:pos x="csX933" y="csY933"/>
              </a:cxn>
              <a:cxn ang="0">
                <a:pos x="csX934" y="csY934"/>
              </a:cxn>
              <a:cxn ang="0">
                <a:pos x="csX935" y="csY935"/>
              </a:cxn>
              <a:cxn ang="0">
                <a:pos x="csX936" y="csY936"/>
              </a:cxn>
              <a:cxn ang="0">
                <a:pos x="csX937" y="csY937"/>
              </a:cxn>
              <a:cxn ang="0">
                <a:pos x="csX938" y="csY938"/>
              </a:cxn>
              <a:cxn ang="0">
                <a:pos x="csX939" y="csY939"/>
              </a:cxn>
              <a:cxn ang="0">
                <a:pos x="csX940" y="csY940"/>
              </a:cxn>
              <a:cxn ang="0">
                <a:pos x="csX941" y="csY941"/>
              </a:cxn>
              <a:cxn ang="0">
                <a:pos x="csX942" y="csY942"/>
              </a:cxn>
              <a:cxn ang="0">
                <a:pos x="csX943" y="csY943"/>
              </a:cxn>
              <a:cxn ang="0">
                <a:pos x="csX944" y="csY944"/>
              </a:cxn>
              <a:cxn ang="0">
                <a:pos x="csX945" y="csY945"/>
              </a:cxn>
              <a:cxn ang="0">
                <a:pos x="csX946" y="csY946"/>
              </a:cxn>
              <a:cxn ang="0">
                <a:pos x="csX947" y="csY947"/>
              </a:cxn>
              <a:cxn ang="0">
                <a:pos x="csX948" y="csY948"/>
              </a:cxn>
              <a:cxn ang="0">
                <a:pos x="csX949" y="csY949"/>
              </a:cxn>
              <a:cxn ang="0">
                <a:pos x="csX950" y="csY950"/>
              </a:cxn>
              <a:cxn ang="0">
                <a:pos x="csX951" y="csY951"/>
              </a:cxn>
              <a:cxn ang="0">
                <a:pos x="csX952" y="csY952"/>
              </a:cxn>
              <a:cxn ang="0">
                <a:pos x="csX953" y="csY953"/>
              </a:cxn>
              <a:cxn ang="0">
                <a:pos x="csX954" y="csY954"/>
              </a:cxn>
              <a:cxn ang="0">
                <a:pos x="csX955" y="csY955"/>
              </a:cxn>
              <a:cxn ang="0">
                <a:pos x="csX956" y="csY956"/>
              </a:cxn>
              <a:cxn ang="0">
                <a:pos x="csX957" y="csY957"/>
              </a:cxn>
              <a:cxn ang="0">
                <a:pos x="csX958" y="csY958"/>
              </a:cxn>
              <a:cxn ang="0">
                <a:pos x="csX959" y="csY959"/>
              </a:cxn>
              <a:cxn ang="0">
                <a:pos x="csX960" y="csY960"/>
              </a:cxn>
              <a:cxn ang="0">
                <a:pos x="csX961" y="csY961"/>
              </a:cxn>
              <a:cxn ang="0">
                <a:pos x="csX962" y="csY962"/>
              </a:cxn>
              <a:cxn ang="0">
                <a:pos x="csX963" y="csY963"/>
              </a:cxn>
              <a:cxn ang="0">
                <a:pos x="csX964" y="csY964"/>
              </a:cxn>
              <a:cxn ang="0">
                <a:pos x="csX965" y="csY965"/>
              </a:cxn>
              <a:cxn ang="0">
                <a:pos x="csX966" y="csY966"/>
              </a:cxn>
              <a:cxn ang="0">
                <a:pos x="csX967" y="csY967"/>
              </a:cxn>
              <a:cxn ang="0">
                <a:pos x="csX968" y="csY968"/>
              </a:cxn>
              <a:cxn ang="0">
                <a:pos x="csX969" y="csY969"/>
              </a:cxn>
              <a:cxn ang="0">
                <a:pos x="csX970" y="csY970"/>
              </a:cxn>
              <a:cxn ang="0">
                <a:pos x="csX971" y="csY971"/>
              </a:cxn>
              <a:cxn ang="0">
                <a:pos x="csX972" y="csY972"/>
              </a:cxn>
              <a:cxn ang="0">
                <a:pos x="csX973" y="csY973"/>
              </a:cxn>
              <a:cxn ang="0">
                <a:pos x="csX974" y="csY974"/>
              </a:cxn>
              <a:cxn ang="0">
                <a:pos x="csX975" y="csY975"/>
              </a:cxn>
              <a:cxn ang="0">
                <a:pos x="csX976" y="csY976"/>
              </a:cxn>
              <a:cxn ang="0">
                <a:pos x="csX977" y="csY977"/>
              </a:cxn>
              <a:cxn ang="0">
                <a:pos x="csX978" y="csY978"/>
              </a:cxn>
              <a:cxn ang="0">
                <a:pos x="csX979" y="csY979"/>
              </a:cxn>
              <a:cxn ang="0">
                <a:pos x="csX980" y="csY980"/>
              </a:cxn>
              <a:cxn ang="0">
                <a:pos x="csX981" y="csY981"/>
              </a:cxn>
              <a:cxn ang="0">
                <a:pos x="csX982" y="csY982"/>
              </a:cxn>
              <a:cxn ang="0">
                <a:pos x="csX983" y="csY983"/>
              </a:cxn>
              <a:cxn ang="0">
                <a:pos x="csX984" y="csY984"/>
              </a:cxn>
              <a:cxn ang="0">
                <a:pos x="csX985" y="csY985"/>
              </a:cxn>
              <a:cxn ang="0">
                <a:pos x="csX986" y="csY986"/>
              </a:cxn>
              <a:cxn ang="0">
                <a:pos x="csX987" y="csY987"/>
              </a:cxn>
              <a:cxn ang="0">
                <a:pos x="csX988" y="csY988"/>
              </a:cxn>
              <a:cxn ang="0">
                <a:pos x="csX989" y="csY989"/>
              </a:cxn>
              <a:cxn ang="0">
                <a:pos x="csX990" y="csY990"/>
              </a:cxn>
              <a:cxn ang="0">
                <a:pos x="csX991" y="csY991"/>
              </a:cxn>
              <a:cxn ang="0">
                <a:pos x="csX992" y="csY992"/>
              </a:cxn>
              <a:cxn ang="0">
                <a:pos x="csX993" y="csY993"/>
              </a:cxn>
              <a:cxn ang="0">
                <a:pos x="csX994" y="csY994"/>
              </a:cxn>
              <a:cxn ang="0">
                <a:pos x="csX995" y="csY995"/>
              </a:cxn>
              <a:cxn ang="0">
                <a:pos x="csX996" y="csY996"/>
              </a:cxn>
              <a:cxn ang="0">
                <a:pos x="csX997" y="csY997"/>
              </a:cxn>
              <a:cxn ang="0">
                <a:pos x="csX998" y="csY998"/>
              </a:cxn>
              <a:cxn ang="0">
                <a:pos x="csX999" y="csY999"/>
              </a:cxn>
              <a:cxn ang="0">
                <a:pos x="csX1000" y="csY1000"/>
              </a:cxn>
              <a:cxn ang="0">
                <a:pos x="csX1001" y="csY1001"/>
              </a:cxn>
              <a:cxn ang="0">
                <a:pos x="csX1002" y="csY1002"/>
              </a:cxn>
              <a:cxn ang="0">
                <a:pos x="csX1003" y="csY1003"/>
              </a:cxn>
              <a:cxn ang="0">
                <a:pos x="csX1004" y="csY1004"/>
              </a:cxn>
              <a:cxn ang="0">
                <a:pos x="csX1005" y="csY1005"/>
              </a:cxn>
              <a:cxn ang="0">
                <a:pos x="csX1006" y="csY1006"/>
              </a:cxn>
              <a:cxn ang="0">
                <a:pos x="csX1007" y="csY1007"/>
              </a:cxn>
              <a:cxn ang="0">
                <a:pos x="csX1008" y="csY1008"/>
              </a:cxn>
              <a:cxn ang="0">
                <a:pos x="csX1009" y="csY1009"/>
              </a:cxn>
              <a:cxn ang="0">
                <a:pos x="csX1010" y="csY1010"/>
              </a:cxn>
              <a:cxn ang="0">
                <a:pos x="csX1011" y="csY1011"/>
              </a:cxn>
              <a:cxn ang="0">
                <a:pos x="csX1012" y="csY1012"/>
              </a:cxn>
              <a:cxn ang="0">
                <a:pos x="csX1013" y="csY1013"/>
              </a:cxn>
              <a:cxn ang="0">
                <a:pos x="csX1014" y="csY1014"/>
              </a:cxn>
              <a:cxn ang="0">
                <a:pos x="csX1015" y="csY1015"/>
              </a:cxn>
              <a:cxn ang="0">
                <a:pos x="csX1016" y="csY1016"/>
              </a:cxn>
              <a:cxn ang="0">
                <a:pos x="csX1017" y="csY1017"/>
              </a:cxn>
              <a:cxn ang="0">
                <a:pos x="csX1018" y="csY1018"/>
              </a:cxn>
              <a:cxn ang="0">
                <a:pos x="csX1019" y="csY1019"/>
              </a:cxn>
              <a:cxn ang="0">
                <a:pos x="csX1020" y="csY1020"/>
              </a:cxn>
              <a:cxn ang="0">
                <a:pos x="csX1021" y="csY1021"/>
              </a:cxn>
              <a:cxn ang="0">
                <a:pos x="csX1022" y="csY1022"/>
              </a:cxn>
              <a:cxn ang="0">
                <a:pos x="csX1023" y="csY1023"/>
              </a:cxn>
              <a:cxn ang="0">
                <a:pos x="csX1024" y="csY1024"/>
              </a:cxn>
              <a:cxn ang="0">
                <a:pos x="csX1025" y="csY1025"/>
              </a:cxn>
              <a:cxn ang="0">
                <a:pos x="csX1026" y="csY1026"/>
              </a:cxn>
              <a:cxn ang="0">
                <a:pos x="csX1027" y="csY1027"/>
              </a:cxn>
              <a:cxn ang="0">
                <a:pos x="csX1028" y="csY1028"/>
              </a:cxn>
              <a:cxn ang="0">
                <a:pos x="csX1029" y="csY1029"/>
              </a:cxn>
              <a:cxn ang="0">
                <a:pos x="csX1030" y="csY1030"/>
              </a:cxn>
              <a:cxn ang="0">
                <a:pos x="csX1031" y="csY1031"/>
              </a:cxn>
              <a:cxn ang="0">
                <a:pos x="csX1032" y="csY1032"/>
              </a:cxn>
              <a:cxn ang="0">
                <a:pos x="csX1033" y="csY1033"/>
              </a:cxn>
              <a:cxn ang="0">
                <a:pos x="csX1034" y="csY1034"/>
              </a:cxn>
              <a:cxn ang="0">
                <a:pos x="csX1035" y="csY1035"/>
              </a:cxn>
              <a:cxn ang="0">
                <a:pos x="csX1036" y="csY1036"/>
              </a:cxn>
              <a:cxn ang="0">
                <a:pos x="csX1037" y="csY1037"/>
              </a:cxn>
              <a:cxn ang="0">
                <a:pos x="csX1038" y="csY1038"/>
              </a:cxn>
              <a:cxn ang="0">
                <a:pos x="csX1039" y="csY1039"/>
              </a:cxn>
              <a:cxn ang="0">
                <a:pos x="csX1040" y="csY1040"/>
              </a:cxn>
              <a:cxn ang="0">
                <a:pos x="csX1041" y="csY1041"/>
              </a:cxn>
              <a:cxn ang="0">
                <a:pos x="csX1042" y="csY1042"/>
              </a:cxn>
              <a:cxn ang="0">
                <a:pos x="csX1043" y="csY1043"/>
              </a:cxn>
              <a:cxn ang="0">
                <a:pos x="csX1044" y="csY1044"/>
              </a:cxn>
              <a:cxn ang="0">
                <a:pos x="csX1045" y="csY1045"/>
              </a:cxn>
              <a:cxn ang="0">
                <a:pos x="csX1046" y="csY1046"/>
              </a:cxn>
              <a:cxn ang="0">
                <a:pos x="csX1047" y="csY1047"/>
              </a:cxn>
              <a:cxn ang="0">
                <a:pos x="csX1048" y="csY1048"/>
              </a:cxn>
              <a:cxn ang="0">
                <a:pos x="csX1049" y="csY1049"/>
              </a:cxn>
              <a:cxn ang="0">
                <a:pos x="csX1050" y="csY1050"/>
              </a:cxn>
              <a:cxn ang="0">
                <a:pos x="csX1051" y="csY1051"/>
              </a:cxn>
              <a:cxn ang="0">
                <a:pos x="csX1052" y="csY1052"/>
              </a:cxn>
              <a:cxn ang="0">
                <a:pos x="csX1053" y="csY1053"/>
              </a:cxn>
              <a:cxn ang="0">
                <a:pos x="csX1054" y="csY1054"/>
              </a:cxn>
              <a:cxn ang="0">
                <a:pos x="csX1055" y="csY1055"/>
              </a:cxn>
              <a:cxn ang="0">
                <a:pos x="csX1056" y="csY1056"/>
              </a:cxn>
              <a:cxn ang="0">
                <a:pos x="csX1057" y="csY1057"/>
              </a:cxn>
              <a:cxn ang="0">
                <a:pos x="csX1058" y="csY1058"/>
              </a:cxn>
              <a:cxn ang="0">
                <a:pos x="csX1059" y="csY1059"/>
              </a:cxn>
              <a:cxn ang="0">
                <a:pos x="csX1060" y="csY1060"/>
              </a:cxn>
              <a:cxn ang="0">
                <a:pos x="csX1061" y="csY1061"/>
              </a:cxn>
              <a:cxn ang="0">
                <a:pos x="csX1062" y="csY1062"/>
              </a:cxn>
              <a:cxn ang="0">
                <a:pos x="csX1063" y="csY1063"/>
              </a:cxn>
              <a:cxn ang="0">
                <a:pos x="csX1064" y="csY1064"/>
              </a:cxn>
              <a:cxn ang="0">
                <a:pos x="csX1065" y="csY1065"/>
              </a:cxn>
              <a:cxn ang="0">
                <a:pos x="csX1066" y="csY1066"/>
              </a:cxn>
              <a:cxn ang="0">
                <a:pos x="csX1067" y="csY1067"/>
              </a:cxn>
              <a:cxn ang="0">
                <a:pos x="csX1068" y="csY1068"/>
              </a:cxn>
              <a:cxn ang="0">
                <a:pos x="csX1069" y="csY1069"/>
              </a:cxn>
              <a:cxn ang="0">
                <a:pos x="csX1070" y="csY1070"/>
              </a:cxn>
              <a:cxn ang="0">
                <a:pos x="csX1071" y="csY1071"/>
              </a:cxn>
              <a:cxn ang="0">
                <a:pos x="csX1072" y="csY1072"/>
              </a:cxn>
              <a:cxn ang="0">
                <a:pos x="csX1073" y="csY1073"/>
              </a:cxn>
              <a:cxn ang="0">
                <a:pos x="csX1074" y="csY1074"/>
              </a:cxn>
              <a:cxn ang="0">
                <a:pos x="csX1075" y="csY1075"/>
              </a:cxn>
              <a:cxn ang="0">
                <a:pos x="csX1076" y="csY1076"/>
              </a:cxn>
              <a:cxn ang="0">
                <a:pos x="csX1077" y="csY1077"/>
              </a:cxn>
              <a:cxn ang="0">
                <a:pos x="csX1078" y="csY1078"/>
              </a:cxn>
              <a:cxn ang="0">
                <a:pos x="csX1079" y="csY1079"/>
              </a:cxn>
              <a:cxn ang="0">
                <a:pos x="csX1080" y="csY1080"/>
              </a:cxn>
              <a:cxn ang="0">
                <a:pos x="csX1081" y="csY1081"/>
              </a:cxn>
              <a:cxn ang="0">
                <a:pos x="csX1082" y="csY1082"/>
              </a:cxn>
              <a:cxn ang="0">
                <a:pos x="csX1083" y="csY1083"/>
              </a:cxn>
              <a:cxn ang="0">
                <a:pos x="csX1084" y="csY1084"/>
              </a:cxn>
              <a:cxn ang="0">
                <a:pos x="csX1085" y="csY1085"/>
              </a:cxn>
              <a:cxn ang="0">
                <a:pos x="csX1086" y="csY1086"/>
              </a:cxn>
              <a:cxn ang="0">
                <a:pos x="csX1087" y="csY1087"/>
              </a:cxn>
              <a:cxn ang="0">
                <a:pos x="csX1088" y="csY1088"/>
              </a:cxn>
              <a:cxn ang="0">
                <a:pos x="csX1089" y="csY1089"/>
              </a:cxn>
              <a:cxn ang="0">
                <a:pos x="csX1090" y="csY1090"/>
              </a:cxn>
              <a:cxn ang="0">
                <a:pos x="csX1091" y="csY1091"/>
              </a:cxn>
              <a:cxn ang="0">
                <a:pos x="csX1092" y="csY1092"/>
              </a:cxn>
              <a:cxn ang="0">
                <a:pos x="csX1093" y="csY1093"/>
              </a:cxn>
              <a:cxn ang="0">
                <a:pos x="csX1094" y="csY1094"/>
              </a:cxn>
              <a:cxn ang="0">
                <a:pos x="csX1095" y="csY1095"/>
              </a:cxn>
              <a:cxn ang="0">
                <a:pos x="csX1096" y="csY1096"/>
              </a:cxn>
              <a:cxn ang="0">
                <a:pos x="csX1097" y="csY1097"/>
              </a:cxn>
              <a:cxn ang="0">
                <a:pos x="csX1098" y="csY1098"/>
              </a:cxn>
              <a:cxn ang="0">
                <a:pos x="csX1099" y="csY1099"/>
              </a:cxn>
              <a:cxn ang="0">
                <a:pos x="csX1100" y="csY1100"/>
              </a:cxn>
              <a:cxn ang="0">
                <a:pos x="csX1101" y="csY1101"/>
              </a:cxn>
              <a:cxn ang="0">
                <a:pos x="csX1102" y="csY1102"/>
              </a:cxn>
              <a:cxn ang="0">
                <a:pos x="csX1103" y="csY1103"/>
              </a:cxn>
              <a:cxn ang="0">
                <a:pos x="csX1104" y="csY1104"/>
              </a:cxn>
              <a:cxn ang="0">
                <a:pos x="csX1105" y="csY1105"/>
              </a:cxn>
              <a:cxn ang="0">
                <a:pos x="csX1106" y="csY1106"/>
              </a:cxn>
              <a:cxn ang="0">
                <a:pos x="csX1107" y="csY1107"/>
              </a:cxn>
              <a:cxn ang="0">
                <a:pos x="csX1108" y="csY1108"/>
              </a:cxn>
              <a:cxn ang="0">
                <a:pos x="csX1109" y="csY1109"/>
              </a:cxn>
              <a:cxn ang="0">
                <a:pos x="csX1110" y="csY1110"/>
              </a:cxn>
              <a:cxn ang="0">
                <a:pos x="csX1111" y="csY1111"/>
              </a:cxn>
              <a:cxn ang="0">
                <a:pos x="csX1112" y="csY1112"/>
              </a:cxn>
              <a:cxn ang="0">
                <a:pos x="csX1113" y="csY1113"/>
              </a:cxn>
              <a:cxn ang="0">
                <a:pos x="csX1114" y="csY1114"/>
              </a:cxn>
              <a:cxn ang="0">
                <a:pos x="csX1115" y="csY1115"/>
              </a:cxn>
              <a:cxn ang="0">
                <a:pos x="csX1116" y="csY1116"/>
              </a:cxn>
              <a:cxn ang="0">
                <a:pos x="csX1117" y="csY1117"/>
              </a:cxn>
              <a:cxn ang="0">
                <a:pos x="csX1118" y="csY1118"/>
              </a:cxn>
              <a:cxn ang="0">
                <a:pos x="csX1119" y="csY1119"/>
              </a:cxn>
              <a:cxn ang="0">
                <a:pos x="csX1120" y="csY1120"/>
              </a:cxn>
              <a:cxn ang="0">
                <a:pos x="csX1121" y="csY1121"/>
              </a:cxn>
              <a:cxn ang="0">
                <a:pos x="csX1122" y="csY1122"/>
              </a:cxn>
              <a:cxn ang="0">
                <a:pos x="csX1123" y="csY1123"/>
              </a:cxn>
              <a:cxn ang="0">
                <a:pos x="csX1124" y="csY1124"/>
              </a:cxn>
              <a:cxn ang="0">
                <a:pos x="csX1125" y="csY1125"/>
              </a:cxn>
              <a:cxn ang="0">
                <a:pos x="csX1126" y="csY1126"/>
              </a:cxn>
              <a:cxn ang="0">
                <a:pos x="csX1127" y="csY1127"/>
              </a:cxn>
              <a:cxn ang="0">
                <a:pos x="csX1128" y="csY1128"/>
              </a:cxn>
              <a:cxn ang="0">
                <a:pos x="csX1129" y="csY1129"/>
              </a:cxn>
              <a:cxn ang="0">
                <a:pos x="csX1130" y="csY1130"/>
              </a:cxn>
              <a:cxn ang="0">
                <a:pos x="csX1131" y="csY1131"/>
              </a:cxn>
              <a:cxn ang="0">
                <a:pos x="csX1132" y="csY1132"/>
              </a:cxn>
              <a:cxn ang="0">
                <a:pos x="csX1133" y="csY1133"/>
              </a:cxn>
              <a:cxn ang="0">
                <a:pos x="csX1134" y="csY1134"/>
              </a:cxn>
              <a:cxn ang="0">
                <a:pos x="csX1135" y="csY1135"/>
              </a:cxn>
              <a:cxn ang="0">
                <a:pos x="csX1136" y="csY1136"/>
              </a:cxn>
              <a:cxn ang="0">
                <a:pos x="csX1137" y="csY1137"/>
              </a:cxn>
              <a:cxn ang="0">
                <a:pos x="csX1138" y="csY1138"/>
              </a:cxn>
              <a:cxn ang="0">
                <a:pos x="csX1139" y="csY1139"/>
              </a:cxn>
              <a:cxn ang="0">
                <a:pos x="csX1140" y="csY1140"/>
              </a:cxn>
              <a:cxn ang="0">
                <a:pos x="csX1141" y="csY1141"/>
              </a:cxn>
              <a:cxn ang="0">
                <a:pos x="csX1142" y="csY1142"/>
              </a:cxn>
              <a:cxn ang="0">
                <a:pos x="csX1143" y="csY1143"/>
              </a:cxn>
              <a:cxn ang="0">
                <a:pos x="csX1144" y="csY1144"/>
              </a:cxn>
              <a:cxn ang="0">
                <a:pos x="csX1145" y="csY1145"/>
              </a:cxn>
              <a:cxn ang="0">
                <a:pos x="csX1146" y="csY1146"/>
              </a:cxn>
              <a:cxn ang="0">
                <a:pos x="csX1147" y="csY1147"/>
              </a:cxn>
              <a:cxn ang="0">
                <a:pos x="csX1148" y="csY1148"/>
              </a:cxn>
              <a:cxn ang="0">
                <a:pos x="csX1149" y="csY1149"/>
              </a:cxn>
              <a:cxn ang="0">
                <a:pos x="csX1150" y="csY1150"/>
              </a:cxn>
              <a:cxn ang="0">
                <a:pos x="csX1151" y="csY1151"/>
              </a:cxn>
              <a:cxn ang="0">
                <a:pos x="csX1152" y="csY1152"/>
              </a:cxn>
              <a:cxn ang="0">
                <a:pos x="csX1153" y="csY1153"/>
              </a:cxn>
              <a:cxn ang="0">
                <a:pos x="csX1154" y="csY1154"/>
              </a:cxn>
              <a:cxn ang="0">
                <a:pos x="csX1155" y="csY1155"/>
              </a:cxn>
              <a:cxn ang="0">
                <a:pos x="csX1156" y="csY1156"/>
              </a:cxn>
              <a:cxn ang="0">
                <a:pos x="csX1157" y="csY1157"/>
              </a:cxn>
              <a:cxn ang="0">
                <a:pos x="csX1158" y="csY1158"/>
              </a:cxn>
              <a:cxn ang="0">
                <a:pos x="csX1159" y="csY1159"/>
              </a:cxn>
              <a:cxn ang="0">
                <a:pos x="csX1160" y="csY1160"/>
              </a:cxn>
              <a:cxn ang="0">
                <a:pos x="csX1161" y="csY1161"/>
              </a:cxn>
              <a:cxn ang="0">
                <a:pos x="csX1162" y="csY1162"/>
              </a:cxn>
              <a:cxn ang="0">
                <a:pos x="csX1163" y="csY1163"/>
              </a:cxn>
              <a:cxn ang="0">
                <a:pos x="csX1164" y="csY1164"/>
              </a:cxn>
              <a:cxn ang="0">
                <a:pos x="csX1165" y="csY1165"/>
              </a:cxn>
              <a:cxn ang="0">
                <a:pos x="csX1166" y="csY1166"/>
              </a:cxn>
              <a:cxn ang="0">
                <a:pos x="csX1167" y="csY1167"/>
              </a:cxn>
              <a:cxn ang="0">
                <a:pos x="csX1168" y="csY1168"/>
              </a:cxn>
              <a:cxn ang="0">
                <a:pos x="csX1169" y="csY1169"/>
              </a:cxn>
              <a:cxn ang="0">
                <a:pos x="csX1170" y="csY1170"/>
              </a:cxn>
              <a:cxn ang="0">
                <a:pos x="csX1171" y="csY1171"/>
              </a:cxn>
              <a:cxn ang="0">
                <a:pos x="csX1172" y="csY1172"/>
              </a:cxn>
              <a:cxn ang="0">
                <a:pos x="csX1173" y="csY1173"/>
              </a:cxn>
              <a:cxn ang="0">
                <a:pos x="csX1174" y="csY1174"/>
              </a:cxn>
              <a:cxn ang="0">
                <a:pos x="csX1175" y="csY1175"/>
              </a:cxn>
              <a:cxn ang="0">
                <a:pos x="csX1176" y="csY1176"/>
              </a:cxn>
              <a:cxn ang="0">
                <a:pos x="csX1177" y="csY1177"/>
              </a:cxn>
              <a:cxn ang="0">
                <a:pos x="csX1178" y="csY1178"/>
              </a:cxn>
              <a:cxn ang="0">
                <a:pos x="csX1179" y="csY1179"/>
              </a:cxn>
              <a:cxn ang="0">
                <a:pos x="csX1180" y="csY1180"/>
              </a:cxn>
              <a:cxn ang="0">
                <a:pos x="csX1181" y="csY1181"/>
              </a:cxn>
              <a:cxn ang="0">
                <a:pos x="csX1182" y="csY1182"/>
              </a:cxn>
              <a:cxn ang="0">
                <a:pos x="csX1183" y="csY1183"/>
              </a:cxn>
              <a:cxn ang="0">
                <a:pos x="csX1184" y="csY1184"/>
              </a:cxn>
              <a:cxn ang="0">
                <a:pos x="csX1185" y="csY1185"/>
              </a:cxn>
              <a:cxn ang="0">
                <a:pos x="csX1186" y="csY1186"/>
              </a:cxn>
              <a:cxn ang="0">
                <a:pos x="csX1187" y="csY1187"/>
              </a:cxn>
              <a:cxn ang="0">
                <a:pos x="csX1188" y="csY1188"/>
              </a:cxn>
              <a:cxn ang="0">
                <a:pos x="csX1189" y="csY1189"/>
              </a:cxn>
              <a:cxn ang="0">
                <a:pos x="csX1190" y="csY1190"/>
              </a:cxn>
              <a:cxn ang="0">
                <a:pos x="csX1191" y="csY1191"/>
              </a:cxn>
              <a:cxn ang="0">
                <a:pos x="csX1192" y="csY1192"/>
              </a:cxn>
              <a:cxn ang="0">
                <a:pos x="csX1193" y="csY1193"/>
              </a:cxn>
              <a:cxn ang="0">
                <a:pos x="csX1194" y="csY1194"/>
              </a:cxn>
              <a:cxn ang="0">
                <a:pos x="csX1195" y="csY1195"/>
              </a:cxn>
              <a:cxn ang="0">
                <a:pos x="csX1196" y="csY1196"/>
              </a:cxn>
              <a:cxn ang="0">
                <a:pos x="csX1197" y="csY1197"/>
              </a:cxn>
              <a:cxn ang="0">
                <a:pos x="csX1198" y="csY1198"/>
              </a:cxn>
              <a:cxn ang="0">
                <a:pos x="csX1199" y="csY1199"/>
              </a:cxn>
              <a:cxn ang="0">
                <a:pos x="csX1200" y="csY1200"/>
              </a:cxn>
              <a:cxn ang="0">
                <a:pos x="csX1201" y="csY1201"/>
              </a:cxn>
              <a:cxn ang="0">
                <a:pos x="csX1202" y="csY1202"/>
              </a:cxn>
              <a:cxn ang="0">
                <a:pos x="csX1203" y="csY1203"/>
              </a:cxn>
              <a:cxn ang="0">
                <a:pos x="csX1204" y="csY1204"/>
              </a:cxn>
              <a:cxn ang="0">
                <a:pos x="csX1205" y="csY1205"/>
              </a:cxn>
              <a:cxn ang="0">
                <a:pos x="csX1206" y="csY1206"/>
              </a:cxn>
              <a:cxn ang="0">
                <a:pos x="csX1207" y="csY1207"/>
              </a:cxn>
              <a:cxn ang="0">
                <a:pos x="csX1208" y="csY1208"/>
              </a:cxn>
              <a:cxn ang="0">
                <a:pos x="csX1209" y="csY1209"/>
              </a:cxn>
              <a:cxn ang="0">
                <a:pos x="csX1210" y="csY1210"/>
              </a:cxn>
              <a:cxn ang="0">
                <a:pos x="csX1211" y="csY1211"/>
              </a:cxn>
              <a:cxn ang="0">
                <a:pos x="csX1212" y="csY1212"/>
              </a:cxn>
              <a:cxn ang="0">
                <a:pos x="csX1213" y="csY1213"/>
              </a:cxn>
              <a:cxn ang="0">
                <a:pos x="csX1214" y="csY1214"/>
              </a:cxn>
              <a:cxn ang="0">
                <a:pos x="csX1215" y="csY1215"/>
              </a:cxn>
              <a:cxn ang="0">
                <a:pos x="csX1216" y="csY1216"/>
              </a:cxn>
              <a:cxn ang="0">
                <a:pos x="csX1217" y="csY1217"/>
              </a:cxn>
              <a:cxn ang="0">
                <a:pos x="csX1218" y="csY1218"/>
              </a:cxn>
              <a:cxn ang="0">
                <a:pos x="csX1219" y="csY1219"/>
              </a:cxn>
              <a:cxn ang="0">
                <a:pos x="csX1220" y="csY1220"/>
              </a:cxn>
              <a:cxn ang="0">
                <a:pos x="csX1221" y="csY1221"/>
              </a:cxn>
              <a:cxn ang="0">
                <a:pos x="csX1222" y="csY1222"/>
              </a:cxn>
              <a:cxn ang="0">
                <a:pos x="csX1223" y="csY1223"/>
              </a:cxn>
              <a:cxn ang="0">
                <a:pos x="csX1224" y="csY1224"/>
              </a:cxn>
              <a:cxn ang="0">
                <a:pos x="csX1225" y="csY1225"/>
              </a:cxn>
              <a:cxn ang="0">
                <a:pos x="csX1226" y="csY1226"/>
              </a:cxn>
              <a:cxn ang="0">
                <a:pos x="csX1227" y="csY1227"/>
              </a:cxn>
              <a:cxn ang="0">
                <a:pos x="csX1228" y="csY1228"/>
              </a:cxn>
              <a:cxn ang="0">
                <a:pos x="csX1229" y="csY1229"/>
              </a:cxn>
              <a:cxn ang="0">
                <a:pos x="csX1230" y="csY1230"/>
              </a:cxn>
              <a:cxn ang="0">
                <a:pos x="csX1231" y="csY1231"/>
              </a:cxn>
              <a:cxn ang="0">
                <a:pos x="csX1232" y="csY1232"/>
              </a:cxn>
              <a:cxn ang="0">
                <a:pos x="csX1233" y="csY1233"/>
              </a:cxn>
              <a:cxn ang="0">
                <a:pos x="csX1234" y="csY1234"/>
              </a:cxn>
              <a:cxn ang="0">
                <a:pos x="csX1235" y="csY1235"/>
              </a:cxn>
              <a:cxn ang="0">
                <a:pos x="csX1236" y="csY1236"/>
              </a:cxn>
              <a:cxn ang="0">
                <a:pos x="csX1237" y="csY1237"/>
              </a:cxn>
              <a:cxn ang="0">
                <a:pos x="csX1238" y="csY1238"/>
              </a:cxn>
              <a:cxn ang="0">
                <a:pos x="csX1239" y="csY1239"/>
              </a:cxn>
              <a:cxn ang="0">
                <a:pos x="csX1240" y="csY1240"/>
              </a:cxn>
              <a:cxn ang="0">
                <a:pos x="csX1241" y="csY1241"/>
              </a:cxn>
              <a:cxn ang="0">
                <a:pos x="csX1242" y="csY1242"/>
              </a:cxn>
              <a:cxn ang="0">
                <a:pos x="csX1243" y="csY1243"/>
              </a:cxn>
              <a:cxn ang="0">
                <a:pos x="csX1244" y="csY1244"/>
              </a:cxn>
              <a:cxn ang="0">
                <a:pos x="csX1245" y="csY1245"/>
              </a:cxn>
              <a:cxn ang="0">
                <a:pos x="csX1246" y="csY1246"/>
              </a:cxn>
              <a:cxn ang="0">
                <a:pos x="csX1247" y="csY1247"/>
              </a:cxn>
              <a:cxn ang="0">
                <a:pos x="csX1248" y="csY1248"/>
              </a:cxn>
              <a:cxn ang="0">
                <a:pos x="csX1249" y="csY1249"/>
              </a:cxn>
              <a:cxn ang="0">
                <a:pos x="csX1250" y="csY1250"/>
              </a:cxn>
              <a:cxn ang="0">
                <a:pos x="csX1251" y="csY1251"/>
              </a:cxn>
              <a:cxn ang="0">
                <a:pos x="csX1252" y="csY1252"/>
              </a:cxn>
              <a:cxn ang="0">
                <a:pos x="csX1253" y="csY1253"/>
              </a:cxn>
              <a:cxn ang="0">
                <a:pos x="csX1254" y="csY1254"/>
              </a:cxn>
              <a:cxn ang="0">
                <a:pos x="csX1255" y="csY1255"/>
              </a:cxn>
              <a:cxn ang="0">
                <a:pos x="csX1256" y="csY1256"/>
              </a:cxn>
              <a:cxn ang="0">
                <a:pos x="csX1257" y="csY1257"/>
              </a:cxn>
              <a:cxn ang="0">
                <a:pos x="csX1258" y="csY1258"/>
              </a:cxn>
              <a:cxn ang="0">
                <a:pos x="csX1259" y="csY1259"/>
              </a:cxn>
              <a:cxn ang="0">
                <a:pos x="csX1260" y="csY1260"/>
              </a:cxn>
              <a:cxn ang="0">
                <a:pos x="csX1261" y="csY1261"/>
              </a:cxn>
              <a:cxn ang="0">
                <a:pos x="csX1262" y="csY1262"/>
              </a:cxn>
              <a:cxn ang="0">
                <a:pos x="csX1263" y="csY1263"/>
              </a:cxn>
              <a:cxn ang="0">
                <a:pos x="csX1264" y="csY1264"/>
              </a:cxn>
              <a:cxn ang="0">
                <a:pos x="csX1265" y="csY1265"/>
              </a:cxn>
              <a:cxn ang="0">
                <a:pos x="csX1266" y="csY1266"/>
              </a:cxn>
              <a:cxn ang="0">
                <a:pos x="csX1267" y="csY1267"/>
              </a:cxn>
              <a:cxn ang="0">
                <a:pos x="csX1268" y="csY1268"/>
              </a:cxn>
              <a:cxn ang="0">
                <a:pos x="csX1269" y="csY1269"/>
              </a:cxn>
              <a:cxn ang="0">
                <a:pos x="csX1270" y="csY1270"/>
              </a:cxn>
              <a:cxn ang="0">
                <a:pos x="csX1271" y="csY1271"/>
              </a:cxn>
              <a:cxn ang="0">
                <a:pos x="csX1272" y="csY1272"/>
              </a:cxn>
              <a:cxn ang="0">
                <a:pos x="csX1273" y="csY1273"/>
              </a:cxn>
              <a:cxn ang="0">
                <a:pos x="csX1274" y="csY1274"/>
              </a:cxn>
              <a:cxn ang="0">
                <a:pos x="csX1275" y="csY1275"/>
              </a:cxn>
              <a:cxn ang="0">
                <a:pos x="csX1276" y="csY1276"/>
              </a:cxn>
              <a:cxn ang="0">
                <a:pos x="csX1277" y="csY1277"/>
              </a:cxn>
              <a:cxn ang="0">
                <a:pos x="csX1278" y="csY1278"/>
              </a:cxn>
              <a:cxn ang="0">
                <a:pos x="csX1279" y="csY1279"/>
              </a:cxn>
              <a:cxn ang="0">
                <a:pos x="csX1280" y="csY1280"/>
              </a:cxn>
              <a:cxn ang="0">
                <a:pos x="csX1281" y="csY1281"/>
              </a:cxn>
              <a:cxn ang="0">
                <a:pos x="csX1282" y="csY1282"/>
              </a:cxn>
              <a:cxn ang="0">
                <a:pos x="csX1283" y="csY1283"/>
              </a:cxn>
              <a:cxn ang="0">
                <a:pos x="csX1284" y="csY1284"/>
              </a:cxn>
              <a:cxn ang="0">
                <a:pos x="csX1285" y="csY1285"/>
              </a:cxn>
              <a:cxn ang="0">
                <a:pos x="csX1286" y="csY1286"/>
              </a:cxn>
              <a:cxn ang="0">
                <a:pos x="csX1287" y="csY1287"/>
              </a:cxn>
              <a:cxn ang="0">
                <a:pos x="csX1288" y="csY1288"/>
              </a:cxn>
              <a:cxn ang="0">
                <a:pos x="csX1289" y="csY1289"/>
              </a:cxn>
              <a:cxn ang="0">
                <a:pos x="csX1290" y="csY1290"/>
              </a:cxn>
              <a:cxn ang="0">
                <a:pos x="csX1291" y="csY1291"/>
              </a:cxn>
              <a:cxn ang="0">
                <a:pos x="csX1292" y="csY1292"/>
              </a:cxn>
              <a:cxn ang="0">
                <a:pos x="csX1293" y="csY1293"/>
              </a:cxn>
              <a:cxn ang="0">
                <a:pos x="csX1294" y="csY1294"/>
              </a:cxn>
              <a:cxn ang="0">
                <a:pos x="csX1295" y="csY1295"/>
              </a:cxn>
              <a:cxn ang="0">
                <a:pos x="csX1296" y="csY1296"/>
              </a:cxn>
              <a:cxn ang="0">
                <a:pos x="csX1297" y="csY1297"/>
              </a:cxn>
              <a:cxn ang="0">
                <a:pos x="csX1298" y="csY1298"/>
              </a:cxn>
              <a:cxn ang="0">
                <a:pos x="csX1299" y="csY1299"/>
              </a:cxn>
              <a:cxn ang="0">
                <a:pos x="csX1300" y="csY1300"/>
              </a:cxn>
              <a:cxn ang="0">
                <a:pos x="csX1301" y="csY1301"/>
              </a:cxn>
              <a:cxn ang="0">
                <a:pos x="csX1302" y="csY1302"/>
              </a:cxn>
              <a:cxn ang="0">
                <a:pos x="csX1303" y="csY1303"/>
              </a:cxn>
              <a:cxn ang="0">
                <a:pos x="csX1304" y="csY1304"/>
              </a:cxn>
              <a:cxn ang="0">
                <a:pos x="csX1305" y="csY1305"/>
              </a:cxn>
              <a:cxn ang="0">
                <a:pos x="csX1306" y="csY1306"/>
              </a:cxn>
              <a:cxn ang="0">
                <a:pos x="csX1307" y="csY1307"/>
              </a:cxn>
              <a:cxn ang="0">
                <a:pos x="csX1308" y="csY1308"/>
              </a:cxn>
              <a:cxn ang="0">
                <a:pos x="csX1309" y="csY1309"/>
              </a:cxn>
              <a:cxn ang="0">
                <a:pos x="csX1310" y="csY1310"/>
              </a:cxn>
              <a:cxn ang="0">
                <a:pos x="csX1311" y="csY1311"/>
              </a:cxn>
              <a:cxn ang="0">
                <a:pos x="csX1312" y="csY1312"/>
              </a:cxn>
              <a:cxn ang="0">
                <a:pos x="csX1313" y="csY1313"/>
              </a:cxn>
              <a:cxn ang="0">
                <a:pos x="csX1314" y="csY1314"/>
              </a:cxn>
              <a:cxn ang="0">
                <a:pos x="csX1315" y="csY1315"/>
              </a:cxn>
              <a:cxn ang="0">
                <a:pos x="csX1316" y="csY1316"/>
              </a:cxn>
              <a:cxn ang="0">
                <a:pos x="csX1317" y="csY1317"/>
              </a:cxn>
              <a:cxn ang="0">
                <a:pos x="csX1318" y="csY1318"/>
              </a:cxn>
              <a:cxn ang="0">
                <a:pos x="csX1319" y="csY1319"/>
              </a:cxn>
              <a:cxn ang="0">
                <a:pos x="csX1320" y="csY1320"/>
              </a:cxn>
              <a:cxn ang="0">
                <a:pos x="csX1321" y="csY1321"/>
              </a:cxn>
              <a:cxn ang="0">
                <a:pos x="csX1322" y="csY1322"/>
              </a:cxn>
              <a:cxn ang="0">
                <a:pos x="csX1323" y="csY1323"/>
              </a:cxn>
              <a:cxn ang="0">
                <a:pos x="csX1324" y="csY1324"/>
              </a:cxn>
              <a:cxn ang="0">
                <a:pos x="csX1325" y="csY1325"/>
              </a:cxn>
              <a:cxn ang="0">
                <a:pos x="csX1326" y="csY1326"/>
              </a:cxn>
              <a:cxn ang="0">
                <a:pos x="csX1327" y="csY1327"/>
              </a:cxn>
              <a:cxn ang="0">
                <a:pos x="csX1328" y="csY1328"/>
              </a:cxn>
              <a:cxn ang="0">
                <a:pos x="csX1329" y="csY1329"/>
              </a:cxn>
              <a:cxn ang="0">
                <a:pos x="csX1330" y="csY1330"/>
              </a:cxn>
              <a:cxn ang="0">
                <a:pos x="csX1331" y="csY1331"/>
              </a:cxn>
              <a:cxn ang="0">
                <a:pos x="csX1332" y="csY1332"/>
              </a:cxn>
              <a:cxn ang="0">
                <a:pos x="csX1333" y="csY1333"/>
              </a:cxn>
              <a:cxn ang="0">
                <a:pos x="csX1334" y="csY1334"/>
              </a:cxn>
              <a:cxn ang="0">
                <a:pos x="csX1335" y="csY1335"/>
              </a:cxn>
              <a:cxn ang="0">
                <a:pos x="csX1336" y="csY1336"/>
              </a:cxn>
              <a:cxn ang="0">
                <a:pos x="csX1337" y="csY1337"/>
              </a:cxn>
              <a:cxn ang="0">
                <a:pos x="csX1338" y="csY1338"/>
              </a:cxn>
              <a:cxn ang="0">
                <a:pos x="csX1339" y="csY1339"/>
              </a:cxn>
              <a:cxn ang="0">
                <a:pos x="csX1340" y="csY1340"/>
              </a:cxn>
              <a:cxn ang="0">
                <a:pos x="csX1341" y="csY1341"/>
              </a:cxn>
              <a:cxn ang="0">
                <a:pos x="csX1342" y="csY1342"/>
              </a:cxn>
              <a:cxn ang="0">
                <a:pos x="csX1343" y="csY1343"/>
              </a:cxn>
              <a:cxn ang="0">
                <a:pos x="csX1344" y="csY1344"/>
              </a:cxn>
              <a:cxn ang="0">
                <a:pos x="csX1345" y="csY1345"/>
              </a:cxn>
              <a:cxn ang="0">
                <a:pos x="csX1346" y="csY1346"/>
              </a:cxn>
              <a:cxn ang="0">
                <a:pos x="csX1347" y="csY1347"/>
              </a:cxn>
              <a:cxn ang="0">
                <a:pos x="csX1348" y="csY1348"/>
              </a:cxn>
              <a:cxn ang="0">
                <a:pos x="csX1349" y="csY1349"/>
              </a:cxn>
              <a:cxn ang="0">
                <a:pos x="csX1350" y="csY1350"/>
              </a:cxn>
              <a:cxn ang="0">
                <a:pos x="csX1351" y="csY1351"/>
              </a:cxn>
              <a:cxn ang="0">
                <a:pos x="csX1352" y="csY1352"/>
              </a:cxn>
              <a:cxn ang="0">
                <a:pos x="csX1353" y="csY1353"/>
              </a:cxn>
              <a:cxn ang="0">
                <a:pos x="csX1354" y="csY1354"/>
              </a:cxn>
              <a:cxn ang="0">
                <a:pos x="csX1355" y="csY1355"/>
              </a:cxn>
              <a:cxn ang="0">
                <a:pos x="csX1356" y="csY1356"/>
              </a:cxn>
              <a:cxn ang="0">
                <a:pos x="csX1357" y="csY1357"/>
              </a:cxn>
              <a:cxn ang="0">
                <a:pos x="csX1358" y="csY1358"/>
              </a:cxn>
              <a:cxn ang="0">
                <a:pos x="csX1359" y="csY1359"/>
              </a:cxn>
              <a:cxn ang="0">
                <a:pos x="csX1360" y="csY1360"/>
              </a:cxn>
              <a:cxn ang="0">
                <a:pos x="csX1361" y="csY1361"/>
              </a:cxn>
              <a:cxn ang="0">
                <a:pos x="csX1362" y="csY1362"/>
              </a:cxn>
              <a:cxn ang="0">
                <a:pos x="csX1363" y="csY1363"/>
              </a:cxn>
              <a:cxn ang="0">
                <a:pos x="csX1364" y="csY1364"/>
              </a:cxn>
              <a:cxn ang="0">
                <a:pos x="csX1365" y="csY1365"/>
              </a:cxn>
              <a:cxn ang="0">
                <a:pos x="csX1366" y="csY1366"/>
              </a:cxn>
              <a:cxn ang="0">
                <a:pos x="csX1367" y="csY1367"/>
              </a:cxn>
              <a:cxn ang="0">
                <a:pos x="csX1368" y="csY1368"/>
              </a:cxn>
              <a:cxn ang="0">
                <a:pos x="csX1369" y="csY1369"/>
              </a:cxn>
              <a:cxn ang="0">
                <a:pos x="csX1370" y="csY1370"/>
              </a:cxn>
              <a:cxn ang="0">
                <a:pos x="csX1371" y="csY1371"/>
              </a:cxn>
              <a:cxn ang="0">
                <a:pos x="csX1372" y="csY1372"/>
              </a:cxn>
              <a:cxn ang="0">
                <a:pos x="csX1373" y="csY1373"/>
              </a:cxn>
              <a:cxn ang="0">
                <a:pos x="csX1374" y="csY1374"/>
              </a:cxn>
              <a:cxn ang="0">
                <a:pos x="csX1375" y="csY1375"/>
              </a:cxn>
              <a:cxn ang="0">
                <a:pos x="csX1376" y="csY1376"/>
              </a:cxn>
              <a:cxn ang="0">
                <a:pos x="csX1377" y="csY1377"/>
              </a:cxn>
              <a:cxn ang="0">
                <a:pos x="csX1378" y="csY1378"/>
              </a:cxn>
              <a:cxn ang="0">
                <a:pos x="csX1379" y="csY1379"/>
              </a:cxn>
              <a:cxn ang="0">
                <a:pos x="csX1380" y="csY1380"/>
              </a:cxn>
              <a:cxn ang="0">
                <a:pos x="csX1381" y="csY1381"/>
              </a:cxn>
              <a:cxn ang="0">
                <a:pos x="csX1382" y="csY1382"/>
              </a:cxn>
              <a:cxn ang="0">
                <a:pos x="csX1383" y="csY1383"/>
              </a:cxn>
              <a:cxn ang="0">
                <a:pos x="csX1384" y="csY1384"/>
              </a:cxn>
              <a:cxn ang="0">
                <a:pos x="csX1385" y="csY1385"/>
              </a:cxn>
              <a:cxn ang="0">
                <a:pos x="csX1386" y="csY1386"/>
              </a:cxn>
              <a:cxn ang="0">
                <a:pos x="csX1387" y="csY1387"/>
              </a:cxn>
              <a:cxn ang="0">
                <a:pos x="csX1388" y="csY1388"/>
              </a:cxn>
              <a:cxn ang="0">
                <a:pos x="csX1389" y="csY1389"/>
              </a:cxn>
              <a:cxn ang="0">
                <a:pos x="csX1390" y="csY1390"/>
              </a:cxn>
              <a:cxn ang="0">
                <a:pos x="csX1391" y="csY1391"/>
              </a:cxn>
              <a:cxn ang="0">
                <a:pos x="csX1392" y="csY1392"/>
              </a:cxn>
              <a:cxn ang="0">
                <a:pos x="csX1393" y="csY1393"/>
              </a:cxn>
              <a:cxn ang="0">
                <a:pos x="csX1394" y="csY1394"/>
              </a:cxn>
              <a:cxn ang="0">
                <a:pos x="csX1395" y="csY1395"/>
              </a:cxn>
              <a:cxn ang="0">
                <a:pos x="csX1396" y="csY1396"/>
              </a:cxn>
              <a:cxn ang="0">
                <a:pos x="csX1397" y="csY1397"/>
              </a:cxn>
              <a:cxn ang="0">
                <a:pos x="csX1398" y="csY1398"/>
              </a:cxn>
              <a:cxn ang="0">
                <a:pos x="csX1399" y="csY1399"/>
              </a:cxn>
              <a:cxn ang="0">
                <a:pos x="csX1400" y="csY1400"/>
              </a:cxn>
              <a:cxn ang="0">
                <a:pos x="csX1401" y="csY1401"/>
              </a:cxn>
              <a:cxn ang="0">
                <a:pos x="csX1402" y="csY1402"/>
              </a:cxn>
              <a:cxn ang="0">
                <a:pos x="csX1403" y="csY1403"/>
              </a:cxn>
              <a:cxn ang="0">
                <a:pos x="csX1404" y="csY1404"/>
              </a:cxn>
              <a:cxn ang="0">
                <a:pos x="csX1405" y="csY1405"/>
              </a:cxn>
              <a:cxn ang="0">
                <a:pos x="csX1406" y="csY1406"/>
              </a:cxn>
              <a:cxn ang="0">
                <a:pos x="csX1407" y="csY1407"/>
              </a:cxn>
              <a:cxn ang="0">
                <a:pos x="csX1408" y="csY1408"/>
              </a:cxn>
              <a:cxn ang="0">
                <a:pos x="csX1409" y="csY1409"/>
              </a:cxn>
              <a:cxn ang="0">
                <a:pos x="csX1410" y="csY1410"/>
              </a:cxn>
              <a:cxn ang="0">
                <a:pos x="csX1411" y="csY1411"/>
              </a:cxn>
              <a:cxn ang="0">
                <a:pos x="csX1412" y="csY1412"/>
              </a:cxn>
              <a:cxn ang="0">
                <a:pos x="csX1413" y="csY1413"/>
              </a:cxn>
              <a:cxn ang="0">
                <a:pos x="csX1414" y="csY1414"/>
              </a:cxn>
              <a:cxn ang="0">
                <a:pos x="csX1415" y="csY1415"/>
              </a:cxn>
              <a:cxn ang="0">
                <a:pos x="csX1416" y="csY1416"/>
              </a:cxn>
              <a:cxn ang="0">
                <a:pos x="csX1417" y="csY1417"/>
              </a:cxn>
              <a:cxn ang="0">
                <a:pos x="csX1418" y="csY1418"/>
              </a:cxn>
              <a:cxn ang="0">
                <a:pos x="csX1419" y="csY1419"/>
              </a:cxn>
              <a:cxn ang="0">
                <a:pos x="csX1420" y="csY1420"/>
              </a:cxn>
              <a:cxn ang="0">
                <a:pos x="csX1421" y="csY1421"/>
              </a:cxn>
              <a:cxn ang="0">
                <a:pos x="csX1422" y="csY1422"/>
              </a:cxn>
              <a:cxn ang="0">
                <a:pos x="csX1423" y="csY1423"/>
              </a:cxn>
              <a:cxn ang="0">
                <a:pos x="csX1424" y="csY1424"/>
              </a:cxn>
              <a:cxn ang="0">
                <a:pos x="csX1425" y="csY1425"/>
              </a:cxn>
              <a:cxn ang="0">
                <a:pos x="csX1426" y="csY1426"/>
              </a:cxn>
              <a:cxn ang="0">
                <a:pos x="csX1427" y="csY1427"/>
              </a:cxn>
              <a:cxn ang="0">
                <a:pos x="csX1428" y="csY1428"/>
              </a:cxn>
              <a:cxn ang="0">
                <a:pos x="csX1429" y="csY1429"/>
              </a:cxn>
              <a:cxn ang="0">
                <a:pos x="csX1430" y="csY1430"/>
              </a:cxn>
              <a:cxn ang="0">
                <a:pos x="csX1431" y="csY1431"/>
              </a:cxn>
              <a:cxn ang="0">
                <a:pos x="csX1432" y="csY1432"/>
              </a:cxn>
              <a:cxn ang="0">
                <a:pos x="csX1433" y="csY1433"/>
              </a:cxn>
              <a:cxn ang="0">
                <a:pos x="csX1434" y="csY1434"/>
              </a:cxn>
              <a:cxn ang="0">
                <a:pos x="csX1435" y="csY1435"/>
              </a:cxn>
              <a:cxn ang="0">
                <a:pos x="csX1436" y="csY1436"/>
              </a:cxn>
              <a:cxn ang="0">
                <a:pos x="csX1437" y="csY1437"/>
              </a:cxn>
              <a:cxn ang="0">
                <a:pos x="csX1438" y="csY1438"/>
              </a:cxn>
              <a:cxn ang="0">
                <a:pos x="csX1439" y="csY1439"/>
              </a:cxn>
              <a:cxn ang="0">
                <a:pos x="csX1440" y="csY1440"/>
              </a:cxn>
              <a:cxn ang="0">
                <a:pos x="csX1441" y="csY1441"/>
              </a:cxn>
              <a:cxn ang="0">
                <a:pos x="csX1442" y="csY1442"/>
              </a:cxn>
              <a:cxn ang="0">
                <a:pos x="csX1443" y="csY1443"/>
              </a:cxn>
              <a:cxn ang="0">
                <a:pos x="csX1444" y="csY1444"/>
              </a:cxn>
              <a:cxn ang="0">
                <a:pos x="csX1445" y="csY1445"/>
              </a:cxn>
              <a:cxn ang="0">
                <a:pos x="csX1446" y="csY1446"/>
              </a:cxn>
              <a:cxn ang="0">
                <a:pos x="csX1447" y="csY1447"/>
              </a:cxn>
              <a:cxn ang="0">
                <a:pos x="csX1448" y="csY1448"/>
              </a:cxn>
              <a:cxn ang="0">
                <a:pos x="csX1449" y="csY1449"/>
              </a:cxn>
              <a:cxn ang="0">
                <a:pos x="csX1450" y="csY1450"/>
              </a:cxn>
              <a:cxn ang="0">
                <a:pos x="csX1451" y="csY1451"/>
              </a:cxn>
              <a:cxn ang="0">
                <a:pos x="csX1452" y="csY1452"/>
              </a:cxn>
              <a:cxn ang="0">
                <a:pos x="csX1453" y="csY1453"/>
              </a:cxn>
              <a:cxn ang="0">
                <a:pos x="csX1454" y="csY1454"/>
              </a:cxn>
              <a:cxn ang="0">
                <a:pos x="csX1455" y="csY1455"/>
              </a:cxn>
              <a:cxn ang="0">
                <a:pos x="csX1456" y="csY1456"/>
              </a:cxn>
              <a:cxn ang="0">
                <a:pos x="csX1457" y="csY1457"/>
              </a:cxn>
              <a:cxn ang="0">
                <a:pos x="csX1458" y="csY1458"/>
              </a:cxn>
              <a:cxn ang="0">
                <a:pos x="csX1459" y="csY1459"/>
              </a:cxn>
              <a:cxn ang="0">
                <a:pos x="csX1460" y="csY1460"/>
              </a:cxn>
              <a:cxn ang="0">
                <a:pos x="csX1461" y="csY1461"/>
              </a:cxn>
              <a:cxn ang="0">
                <a:pos x="csX1462" y="csY1462"/>
              </a:cxn>
              <a:cxn ang="0">
                <a:pos x="csX1463" y="csY1463"/>
              </a:cxn>
              <a:cxn ang="0">
                <a:pos x="csX1464" y="csY1464"/>
              </a:cxn>
              <a:cxn ang="0">
                <a:pos x="csX1465" y="csY1465"/>
              </a:cxn>
              <a:cxn ang="0">
                <a:pos x="csX1466" y="csY1466"/>
              </a:cxn>
              <a:cxn ang="0">
                <a:pos x="csX1467" y="csY1467"/>
              </a:cxn>
              <a:cxn ang="0">
                <a:pos x="csX1468" y="csY1468"/>
              </a:cxn>
              <a:cxn ang="0">
                <a:pos x="csX1469" y="csY1469"/>
              </a:cxn>
              <a:cxn ang="0">
                <a:pos x="csX1470" y="csY1470"/>
              </a:cxn>
              <a:cxn ang="0">
                <a:pos x="csX1471" y="csY1471"/>
              </a:cxn>
              <a:cxn ang="0">
                <a:pos x="csX1472" y="csY1472"/>
              </a:cxn>
              <a:cxn ang="0">
                <a:pos x="csX1473" y="csY1473"/>
              </a:cxn>
              <a:cxn ang="0">
                <a:pos x="csX1474" y="csY1474"/>
              </a:cxn>
              <a:cxn ang="0">
                <a:pos x="csX1475" y="csY1475"/>
              </a:cxn>
              <a:cxn ang="0">
                <a:pos x="csX1476" y="csY1476"/>
              </a:cxn>
              <a:cxn ang="0">
                <a:pos x="csX1477" y="csY1477"/>
              </a:cxn>
              <a:cxn ang="0">
                <a:pos x="csX1478" y="csY1478"/>
              </a:cxn>
              <a:cxn ang="0">
                <a:pos x="csX1479" y="csY1479"/>
              </a:cxn>
              <a:cxn ang="0">
                <a:pos x="csX1480" y="csY1480"/>
              </a:cxn>
              <a:cxn ang="0">
                <a:pos x="csX1481" y="csY1481"/>
              </a:cxn>
              <a:cxn ang="0">
                <a:pos x="csX1482" y="csY1482"/>
              </a:cxn>
              <a:cxn ang="0">
                <a:pos x="csX1483" y="csY1483"/>
              </a:cxn>
              <a:cxn ang="0">
                <a:pos x="csX1484" y="csY1484"/>
              </a:cxn>
              <a:cxn ang="0">
                <a:pos x="csX1485" y="csY1485"/>
              </a:cxn>
              <a:cxn ang="0">
                <a:pos x="csX1486" y="csY1486"/>
              </a:cxn>
              <a:cxn ang="0">
                <a:pos x="csX1487" y="csY1487"/>
              </a:cxn>
              <a:cxn ang="0">
                <a:pos x="csX1488" y="csY1488"/>
              </a:cxn>
              <a:cxn ang="0">
                <a:pos x="csX1489" y="csY1489"/>
              </a:cxn>
              <a:cxn ang="0">
                <a:pos x="csX1490" y="csY1490"/>
              </a:cxn>
              <a:cxn ang="0">
                <a:pos x="csX1491" y="csY1491"/>
              </a:cxn>
              <a:cxn ang="0">
                <a:pos x="csX1492" y="csY1492"/>
              </a:cxn>
              <a:cxn ang="0">
                <a:pos x="csX1493" y="csY1493"/>
              </a:cxn>
              <a:cxn ang="0">
                <a:pos x="csX1494" y="csY1494"/>
              </a:cxn>
              <a:cxn ang="0">
                <a:pos x="csX1495" y="csY1495"/>
              </a:cxn>
              <a:cxn ang="0">
                <a:pos x="csX1496" y="csY1496"/>
              </a:cxn>
              <a:cxn ang="0">
                <a:pos x="csX1497" y="csY1497"/>
              </a:cxn>
              <a:cxn ang="0">
                <a:pos x="csX1498" y="csY1498"/>
              </a:cxn>
              <a:cxn ang="0">
                <a:pos x="csX1499" y="csY1499"/>
              </a:cxn>
              <a:cxn ang="0">
                <a:pos x="csX1500" y="csY1500"/>
              </a:cxn>
              <a:cxn ang="0">
                <a:pos x="csX1501" y="csY1501"/>
              </a:cxn>
              <a:cxn ang="0">
                <a:pos x="csX1502" y="csY1502"/>
              </a:cxn>
              <a:cxn ang="0">
                <a:pos x="csX1503" y="csY1503"/>
              </a:cxn>
              <a:cxn ang="0">
                <a:pos x="csX1504" y="csY1504"/>
              </a:cxn>
              <a:cxn ang="0">
                <a:pos x="csX1505" y="csY1505"/>
              </a:cxn>
              <a:cxn ang="0">
                <a:pos x="csX1506" y="csY1506"/>
              </a:cxn>
              <a:cxn ang="0">
                <a:pos x="csX1507" y="csY1507"/>
              </a:cxn>
              <a:cxn ang="0">
                <a:pos x="csX1508" y="csY1508"/>
              </a:cxn>
              <a:cxn ang="0">
                <a:pos x="csX1509" y="csY1509"/>
              </a:cxn>
              <a:cxn ang="0">
                <a:pos x="csX1510" y="csY1510"/>
              </a:cxn>
              <a:cxn ang="0">
                <a:pos x="csX1511" y="csY1511"/>
              </a:cxn>
              <a:cxn ang="0">
                <a:pos x="csX1512" y="csY1512"/>
              </a:cxn>
              <a:cxn ang="0">
                <a:pos x="csX1513" y="csY1513"/>
              </a:cxn>
              <a:cxn ang="0">
                <a:pos x="csX1514" y="csY1514"/>
              </a:cxn>
              <a:cxn ang="0">
                <a:pos x="csX1515" y="csY1515"/>
              </a:cxn>
              <a:cxn ang="0">
                <a:pos x="csX1516" y="csY1516"/>
              </a:cxn>
              <a:cxn ang="0">
                <a:pos x="csX1517" y="csY1517"/>
              </a:cxn>
              <a:cxn ang="0">
                <a:pos x="csX1518" y="csY1518"/>
              </a:cxn>
              <a:cxn ang="0">
                <a:pos x="csX1519" y="csY1519"/>
              </a:cxn>
              <a:cxn ang="0">
                <a:pos x="csX1520" y="csY1520"/>
              </a:cxn>
              <a:cxn ang="0">
                <a:pos x="csX1521" y="csY1521"/>
              </a:cxn>
              <a:cxn ang="0">
                <a:pos x="csX1522" y="csY1522"/>
              </a:cxn>
              <a:cxn ang="0">
                <a:pos x="csX1523" y="csY1523"/>
              </a:cxn>
              <a:cxn ang="0">
                <a:pos x="csX1524" y="csY1524"/>
              </a:cxn>
              <a:cxn ang="0">
                <a:pos x="csX1525" y="csY1525"/>
              </a:cxn>
              <a:cxn ang="0">
                <a:pos x="csX1526" y="csY1526"/>
              </a:cxn>
              <a:cxn ang="0">
                <a:pos x="csX1527" y="csY1527"/>
              </a:cxn>
              <a:cxn ang="0">
                <a:pos x="csX1528" y="csY1528"/>
              </a:cxn>
              <a:cxn ang="0">
                <a:pos x="csX1529" y="csY1529"/>
              </a:cxn>
              <a:cxn ang="0">
                <a:pos x="csX1530" y="csY1530"/>
              </a:cxn>
              <a:cxn ang="0">
                <a:pos x="csX1531" y="csY1531"/>
              </a:cxn>
              <a:cxn ang="0">
                <a:pos x="csX1532" y="csY1532"/>
              </a:cxn>
              <a:cxn ang="0">
                <a:pos x="csX1533" y="csY1533"/>
              </a:cxn>
              <a:cxn ang="0">
                <a:pos x="csX1534" y="csY1534"/>
              </a:cxn>
              <a:cxn ang="0">
                <a:pos x="csX1535" y="csY1535"/>
              </a:cxn>
              <a:cxn ang="0">
                <a:pos x="csX1536" y="csY1536"/>
              </a:cxn>
              <a:cxn ang="0">
                <a:pos x="csX1537" y="csY1537"/>
              </a:cxn>
              <a:cxn ang="0">
                <a:pos x="csX1538" y="csY1538"/>
              </a:cxn>
              <a:cxn ang="0">
                <a:pos x="csX1539" y="csY1539"/>
              </a:cxn>
              <a:cxn ang="0">
                <a:pos x="csX1540" y="csY1540"/>
              </a:cxn>
              <a:cxn ang="0">
                <a:pos x="csX1541" y="csY1541"/>
              </a:cxn>
              <a:cxn ang="0">
                <a:pos x="csX1542" y="csY1542"/>
              </a:cxn>
              <a:cxn ang="0">
                <a:pos x="csX1543" y="csY1543"/>
              </a:cxn>
              <a:cxn ang="0">
                <a:pos x="csX1544" y="csY1544"/>
              </a:cxn>
              <a:cxn ang="0">
                <a:pos x="csX1545" y="csY1545"/>
              </a:cxn>
              <a:cxn ang="0">
                <a:pos x="csX1546" y="csY1546"/>
              </a:cxn>
              <a:cxn ang="0">
                <a:pos x="csX1547" y="csY1547"/>
              </a:cxn>
              <a:cxn ang="0">
                <a:pos x="csX1548" y="csY1548"/>
              </a:cxn>
              <a:cxn ang="0">
                <a:pos x="csX1549" y="csY1549"/>
              </a:cxn>
              <a:cxn ang="0">
                <a:pos x="csX1550" y="csY1550"/>
              </a:cxn>
              <a:cxn ang="0">
                <a:pos x="csX1551" y="csY1551"/>
              </a:cxn>
              <a:cxn ang="0">
                <a:pos x="csX1552" y="csY1552"/>
              </a:cxn>
              <a:cxn ang="0">
                <a:pos x="csX1553" y="csY1553"/>
              </a:cxn>
              <a:cxn ang="0">
                <a:pos x="csX1554" y="csY1554"/>
              </a:cxn>
              <a:cxn ang="0">
                <a:pos x="csX1555" y="csY1555"/>
              </a:cxn>
              <a:cxn ang="0">
                <a:pos x="csX1556" y="csY1556"/>
              </a:cxn>
              <a:cxn ang="0">
                <a:pos x="csX1557" y="csY1557"/>
              </a:cxn>
              <a:cxn ang="0">
                <a:pos x="csX1558" y="csY1558"/>
              </a:cxn>
              <a:cxn ang="0">
                <a:pos x="csX1559" y="csY1559"/>
              </a:cxn>
              <a:cxn ang="0">
                <a:pos x="csX1560" y="csY1560"/>
              </a:cxn>
              <a:cxn ang="0">
                <a:pos x="csX1561" y="csY1561"/>
              </a:cxn>
              <a:cxn ang="0">
                <a:pos x="csX1562" y="csY1562"/>
              </a:cxn>
              <a:cxn ang="0">
                <a:pos x="csX1563" y="csY1563"/>
              </a:cxn>
              <a:cxn ang="0">
                <a:pos x="csX1564" y="csY1564"/>
              </a:cxn>
              <a:cxn ang="0">
                <a:pos x="csX1565" y="csY1565"/>
              </a:cxn>
              <a:cxn ang="0">
                <a:pos x="csX1566" y="csY1566"/>
              </a:cxn>
              <a:cxn ang="0">
                <a:pos x="csX1567" y="csY1567"/>
              </a:cxn>
              <a:cxn ang="0">
                <a:pos x="csX1568" y="csY1568"/>
              </a:cxn>
              <a:cxn ang="0">
                <a:pos x="csX1569" y="csY1569"/>
              </a:cxn>
              <a:cxn ang="0">
                <a:pos x="csX1570" y="csY1570"/>
              </a:cxn>
              <a:cxn ang="0">
                <a:pos x="csX1571" y="csY1571"/>
              </a:cxn>
              <a:cxn ang="0">
                <a:pos x="csX1572" y="csY1572"/>
              </a:cxn>
              <a:cxn ang="0">
                <a:pos x="csX1573" y="csY1573"/>
              </a:cxn>
              <a:cxn ang="0">
                <a:pos x="csX1574" y="csY1574"/>
              </a:cxn>
              <a:cxn ang="0">
                <a:pos x="csX1575" y="csY1575"/>
              </a:cxn>
              <a:cxn ang="0">
                <a:pos x="csX1576" y="csY1576"/>
              </a:cxn>
              <a:cxn ang="0">
                <a:pos x="csX1577" y="csY1577"/>
              </a:cxn>
              <a:cxn ang="0">
                <a:pos x="csX1578" y="csY1578"/>
              </a:cxn>
              <a:cxn ang="0">
                <a:pos x="csX1579" y="csY1579"/>
              </a:cxn>
              <a:cxn ang="0">
                <a:pos x="csX1580" y="csY1580"/>
              </a:cxn>
              <a:cxn ang="0">
                <a:pos x="csX1581" y="csY1581"/>
              </a:cxn>
              <a:cxn ang="0">
                <a:pos x="csX1582" y="csY1582"/>
              </a:cxn>
              <a:cxn ang="0">
                <a:pos x="csX1583" y="csY1583"/>
              </a:cxn>
              <a:cxn ang="0">
                <a:pos x="csX1584" y="csY1584"/>
              </a:cxn>
              <a:cxn ang="0">
                <a:pos x="csX1585" y="csY1585"/>
              </a:cxn>
              <a:cxn ang="0">
                <a:pos x="csX1586" y="csY1586"/>
              </a:cxn>
              <a:cxn ang="0">
                <a:pos x="csX1587" y="csY1587"/>
              </a:cxn>
              <a:cxn ang="0">
                <a:pos x="csX1588" y="csY1588"/>
              </a:cxn>
              <a:cxn ang="0">
                <a:pos x="csX1589" y="csY1589"/>
              </a:cxn>
              <a:cxn ang="0">
                <a:pos x="csX1590" y="csY1590"/>
              </a:cxn>
              <a:cxn ang="0">
                <a:pos x="csX1591" y="csY1591"/>
              </a:cxn>
              <a:cxn ang="0">
                <a:pos x="csX1592" y="csY1592"/>
              </a:cxn>
              <a:cxn ang="0">
                <a:pos x="csX1593" y="csY1593"/>
              </a:cxn>
              <a:cxn ang="0">
                <a:pos x="csX1594" y="csY1594"/>
              </a:cxn>
              <a:cxn ang="0">
                <a:pos x="csX1595" y="csY1595"/>
              </a:cxn>
              <a:cxn ang="0">
                <a:pos x="csX1596" y="csY1596"/>
              </a:cxn>
              <a:cxn ang="0">
                <a:pos x="csX1597" y="csY1597"/>
              </a:cxn>
              <a:cxn ang="0">
                <a:pos x="csX1598" y="csY1598"/>
              </a:cxn>
              <a:cxn ang="0">
                <a:pos x="csX1599" y="csY1599"/>
              </a:cxn>
              <a:cxn ang="0">
                <a:pos x="csX1600" y="csY1600"/>
              </a:cxn>
              <a:cxn ang="0">
                <a:pos x="csX1601" y="csY1601"/>
              </a:cxn>
              <a:cxn ang="0">
                <a:pos x="csX1602" y="csY1602"/>
              </a:cxn>
              <a:cxn ang="0">
                <a:pos x="csX1603" y="csY1603"/>
              </a:cxn>
              <a:cxn ang="0">
                <a:pos x="csX1604" y="csY1604"/>
              </a:cxn>
              <a:cxn ang="0">
                <a:pos x="csX1605" y="csY1605"/>
              </a:cxn>
              <a:cxn ang="0">
                <a:pos x="csX1606" y="csY1606"/>
              </a:cxn>
              <a:cxn ang="0">
                <a:pos x="csX1607" y="csY1607"/>
              </a:cxn>
              <a:cxn ang="0">
                <a:pos x="csX1608" y="csY1608"/>
              </a:cxn>
              <a:cxn ang="0">
                <a:pos x="csX1609" y="csY1609"/>
              </a:cxn>
              <a:cxn ang="0">
                <a:pos x="csX1610" y="csY1610"/>
              </a:cxn>
              <a:cxn ang="0">
                <a:pos x="csX1611" y="csY1611"/>
              </a:cxn>
              <a:cxn ang="0">
                <a:pos x="csX1612" y="csY1612"/>
              </a:cxn>
              <a:cxn ang="0">
                <a:pos x="csX1613" y="csY1613"/>
              </a:cxn>
              <a:cxn ang="0">
                <a:pos x="csX1614" y="csY1614"/>
              </a:cxn>
              <a:cxn ang="0">
                <a:pos x="csX1615" y="csY1615"/>
              </a:cxn>
              <a:cxn ang="0">
                <a:pos x="csX1616" y="csY1616"/>
              </a:cxn>
              <a:cxn ang="0">
                <a:pos x="csX1617" y="csY1617"/>
              </a:cxn>
              <a:cxn ang="0">
                <a:pos x="csX1618" y="csY1618"/>
              </a:cxn>
              <a:cxn ang="0">
                <a:pos x="csX1619" y="csY1619"/>
              </a:cxn>
              <a:cxn ang="0">
                <a:pos x="csX1620" y="csY1620"/>
              </a:cxn>
              <a:cxn ang="0">
                <a:pos x="csX1621" y="csY1621"/>
              </a:cxn>
              <a:cxn ang="0">
                <a:pos x="csX1622" y="csY1622"/>
              </a:cxn>
              <a:cxn ang="0">
                <a:pos x="csX1623" y="csY1623"/>
              </a:cxn>
              <a:cxn ang="0">
                <a:pos x="csX1624" y="csY1624"/>
              </a:cxn>
              <a:cxn ang="0">
                <a:pos x="csX1625" y="csY1625"/>
              </a:cxn>
              <a:cxn ang="0">
                <a:pos x="csX1626" y="csY1626"/>
              </a:cxn>
              <a:cxn ang="0">
                <a:pos x="csX1627" y="csY1627"/>
              </a:cxn>
              <a:cxn ang="0">
                <a:pos x="csX1628" y="csY1628"/>
              </a:cxn>
              <a:cxn ang="0">
                <a:pos x="csX1629" y="csY1629"/>
              </a:cxn>
              <a:cxn ang="0">
                <a:pos x="csX1630" y="csY1630"/>
              </a:cxn>
              <a:cxn ang="0">
                <a:pos x="csX1631" y="csY1631"/>
              </a:cxn>
              <a:cxn ang="0">
                <a:pos x="csX1632" y="csY1632"/>
              </a:cxn>
              <a:cxn ang="0">
                <a:pos x="csX1633" y="csY1633"/>
              </a:cxn>
              <a:cxn ang="0">
                <a:pos x="csX1634" y="csY1634"/>
              </a:cxn>
              <a:cxn ang="0">
                <a:pos x="csX1635" y="csY1635"/>
              </a:cxn>
              <a:cxn ang="0">
                <a:pos x="csX1636" y="csY1636"/>
              </a:cxn>
              <a:cxn ang="0">
                <a:pos x="csX1637" y="csY1637"/>
              </a:cxn>
              <a:cxn ang="0">
                <a:pos x="csX1638" y="csY1638"/>
              </a:cxn>
              <a:cxn ang="0">
                <a:pos x="csX1639" y="csY1639"/>
              </a:cxn>
              <a:cxn ang="0">
                <a:pos x="csX1640" y="csY1640"/>
              </a:cxn>
              <a:cxn ang="0">
                <a:pos x="csX1641" y="csY1641"/>
              </a:cxn>
              <a:cxn ang="0">
                <a:pos x="csX1642" y="csY1642"/>
              </a:cxn>
              <a:cxn ang="0">
                <a:pos x="csX1643" y="csY1643"/>
              </a:cxn>
              <a:cxn ang="0">
                <a:pos x="csX1644" y="csY1644"/>
              </a:cxn>
              <a:cxn ang="0">
                <a:pos x="csX1645" y="csY1645"/>
              </a:cxn>
              <a:cxn ang="0">
                <a:pos x="csX1646" y="csY1646"/>
              </a:cxn>
              <a:cxn ang="0">
                <a:pos x="csX1647" y="csY1647"/>
              </a:cxn>
              <a:cxn ang="0">
                <a:pos x="csX1648" y="csY1648"/>
              </a:cxn>
              <a:cxn ang="0">
                <a:pos x="csX1649" y="csY1649"/>
              </a:cxn>
              <a:cxn ang="0">
                <a:pos x="csX1650" y="csY1650"/>
              </a:cxn>
              <a:cxn ang="0">
                <a:pos x="csX1651" y="csY1651"/>
              </a:cxn>
              <a:cxn ang="0">
                <a:pos x="csX1652" y="csY1652"/>
              </a:cxn>
              <a:cxn ang="0">
                <a:pos x="csX1653" y="csY1653"/>
              </a:cxn>
              <a:cxn ang="0">
                <a:pos x="csX1654" y="csY1654"/>
              </a:cxn>
              <a:cxn ang="0">
                <a:pos x="csX1655" y="csY1655"/>
              </a:cxn>
              <a:cxn ang="0">
                <a:pos x="csX1656" y="csY1656"/>
              </a:cxn>
              <a:cxn ang="0">
                <a:pos x="csX1657" y="csY1657"/>
              </a:cxn>
              <a:cxn ang="0">
                <a:pos x="csX1658" y="csY1658"/>
              </a:cxn>
              <a:cxn ang="0">
                <a:pos x="csX1659" y="csY1659"/>
              </a:cxn>
              <a:cxn ang="0">
                <a:pos x="csX1660" y="csY1660"/>
              </a:cxn>
              <a:cxn ang="0">
                <a:pos x="csX1661" y="csY1661"/>
              </a:cxn>
              <a:cxn ang="0">
                <a:pos x="csX1662" y="csY1662"/>
              </a:cxn>
              <a:cxn ang="0">
                <a:pos x="csX1663" y="csY1663"/>
              </a:cxn>
              <a:cxn ang="0">
                <a:pos x="csX1664" y="csY1664"/>
              </a:cxn>
              <a:cxn ang="0">
                <a:pos x="csX1665" y="csY1665"/>
              </a:cxn>
              <a:cxn ang="0">
                <a:pos x="csX1666" y="csY1666"/>
              </a:cxn>
              <a:cxn ang="0">
                <a:pos x="csX1667" y="csY1667"/>
              </a:cxn>
              <a:cxn ang="0">
                <a:pos x="csX1668" y="csY1668"/>
              </a:cxn>
              <a:cxn ang="0">
                <a:pos x="csX1669" y="csY1669"/>
              </a:cxn>
              <a:cxn ang="0">
                <a:pos x="csX1670" y="csY1670"/>
              </a:cxn>
              <a:cxn ang="0">
                <a:pos x="csX1671" y="csY1671"/>
              </a:cxn>
              <a:cxn ang="0">
                <a:pos x="csX1672" y="csY1672"/>
              </a:cxn>
              <a:cxn ang="0">
                <a:pos x="csX1673" y="csY1673"/>
              </a:cxn>
              <a:cxn ang="0">
                <a:pos x="csX1674" y="csY1674"/>
              </a:cxn>
              <a:cxn ang="0">
                <a:pos x="csX1675" y="csY1675"/>
              </a:cxn>
              <a:cxn ang="0">
                <a:pos x="csX1676" y="csY1676"/>
              </a:cxn>
              <a:cxn ang="0">
                <a:pos x="csX1677" y="csY1677"/>
              </a:cxn>
              <a:cxn ang="0">
                <a:pos x="csX1678" y="csY1678"/>
              </a:cxn>
              <a:cxn ang="0">
                <a:pos x="csX1679" y="csY1679"/>
              </a:cxn>
              <a:cxn ang="0">
                <a:pos x="csX1680" y="csY1680"/>
              </a:cxn>
              <a:cxn ang="0">
                <a:pos x="csX1681" y="csY1681"/>
              </a:cxn>
              <a:cxn ang="0">
                <a:pos x="csX1682" y="csY1682"/>
              </a:cxn>
              <a:cxn ang="0">
                <a:pos x="csX1683" y="csY1683"/>
              </a:cxn>
              <a:cxn ang="0">
                <a:pos x="csX1684" y="csY1684"/>
              </a:cxn>
              <a:cxn ang="0">
                <a:pos x="csX1685" y="csY1685"/>
              </a:cxn>
              <a:cxn ang="0">
                <a:pos x="csX1686" y="csY1686"/>
              </a:cxn>
              <a:cxn ang="0">
                <a:pos x="csX1687" y="csY1687"/>
              </a:cxn>
              <a:cxn ang="0">
                <a:pos x="csX1688" y="csY1688"/>
              </a:cxn>
              <a:cxn ang="0">
                <a:pos x="csX1689" y="csY1689"/>
              </a:cxn>
              <a:cxn ang="0">
                <a:pos x="csX1690" y="csY1690"/>
              </a:cxn>
              <a:cxn ang="0">
                <a:pos x="csX1691" y="csY1691"/>
              </a:cxn>
              <a:cxn ang="0">
                <a:pos x="csX1692" y="csY1692"/>
              </a:cxn>
              <a:cxn ang="0">
                <a:pos x="csX1693" y="csY1693"/>
              </a:cxn>
              <a:cxn ang="0">
                <a:pos x="csX1694" y="csY1694"/>
              </a:cxn>
              <a:cxn ang="0">
                <a:pos x="csX1695" y="csY1695"/>
              </a:cxn>
              <a:cxn ang="0">
                <a:pos x="csX1696" y="csY1696"/>
              </a:cxn>
              <a:cxn ang="0">
                <a:pos x="csX1697" y="csY1697"/>
              </a:cxn>
              <a:cxn ang="0">
                <a:pos x="csX1698" y="csY1698"/>
              </a:cxn>
              <a:cxn ang="0">
                <a:pos x="csX1699" y="csY1699"/>
              </a:cxn>
              <a:cxn ang="0">
                <a:pos x="csX1700" y="csY1700"/>
              </a:cxn>
              <a:cxn ang="0">
                <a:pos x="csX1701" y="csY1701"/>
              </a:cxn>
              <a:cxn ang="0">
                <a:pos x="csX1702" y="csY1702"/>
              </a:cxn>
              <a:cxn ang="0">
                <a:pos x="csX1703" y="csY1703"/>
              </a:cxn>
              <a:cxn ang="0">
                <a:pos x="csX1704" y="csY1704"/>
              </a:cxn>
              <a:cxn ang="0">
                <a:pos x="csX1705" y="csY1705"/>
              </a:cxn>
              <a:cxn ang="0">
                <a:pos x="csX1706" y="csY1706"/>
              </a:cxn>
              <a:cxn ang="0">
                <a:pos x="csX1707" y="csY1707"/>
              </a:cxn>
              <a:cxn ang="0">
                <a:pos x="csX1708" y="csY1708"/>
              </a:cxn>
              <a:cxn ang="0">
                <a:pos x="csX1709" y="csY1709"/>
              </a:cxn>
              <a:cxn ang="0">
                <a:pos x="csX1710" y="csY1710"/>
              </a:cxn>
              <a:cxn ang="0">
                <a:pos x="csX1711" y="csY1711"/>
              </a:cxn>
              <a:cxn ang="0">
                <a:pos x="csX1712" y="csY1712"/>
              </a:cxn>
              <a:cxn ang="0">
                <a:pos x="csX1713" y="csY1713"/>
              </a:cxn>
              <a:cxn ang="0">
                <a:pos x="csX1714" y="csY1714"/>
              </a:cxn>
              <a:cxn ang="0">
                <a:pos x="csX1715" y="csY1715"/>
              </a:cxn>
              <a:cxn ang="0">
                <a:pos x="csX1716" y="csY1716"/>
              </a:cxn>
              <a:cxn ang="0">
                <a:pos x="csX1717" y="csY1717"/>
              </a:cxn>
              <a:cxn ang="0">
                <a:pos x="csX1718" y="csY1718"/>
              </a:cxn>
              <a:cxn ang="0">
                <a:pos x="csX1719" y="csY1719"/>
              </a:cxn>
              <a:cxn ang="0">
                <a:pos x="csX1720" y="csY1720"/>
              </a:cxn>
              <a:cxn ang="0">
                <a:pos x="csX1721" y="csY1721"/>
              </a:cxn>
              <a:cxn ang="0">
                <a:pos x="csX1722" y="csY1722"/>
              </a:cxn>
              <a:cxn ang="0">
                <a:pos x="csX1723" y="csY1723"/>
              </a:cxn>
              <a:cxn ang="0">
                <a:pos x="csX1724" y="csY1724"/>
              </a:cxn>
              <a:cxn ang="0">
                <a:pos x="csX1725" y="csY1725"/>
              </a:cxn>
              <a:cxn ang="0">
                <a:pos x="csX1726" y="csY1726"/>
              </a:cxn>
              <a:cxn ang="0">
                <a:pos x="csX1727" y="csY1727"/>
              </a:cxn>
              <a:cxn ang="0">
                <a:pos x="csX1728" y="csY1728"/>
              </a:cxn>
              <a:cxn ang="0">
                <a:pos x="csX1729" y="csY1729"/>
              </a:cxn>
              <a:cxn ang="0">
                <a:pos x="csX1730" y="csY1730"/>
              </a:cxn>
              <a:cxn ang="0">
                <a:pos x="csX1731" y="csY1731"/>
              </a:cxn>
              <a:cxn ang="0">
                <a:pos x="csX1732" y="csY1732"/>
              </a:cxn>
              <a:cxn ang="0">
                <a:pos x="csX1733" y="csY1733"/>
              </a:cxn>
              <a:cxn ang="0">
                <a:pos x="csX1734" y="csY1734"/>
              </a:cxn>
              <a:cxn ang="0">
                <a:pos x="csX1735" y="csY1735"/>
              </a:cxn>
              <a:cxn ang="0">
                <a:pos x="csX1736" y="csY1736"/>
              </a:cxn>
              <a:cxn ang="0">
                <a:pos x="csX1737" y="csY1737"/>
              </a:cxn>
              <a:cxn ang="0">
                <a:pos x="csX1738" y="csY1738"/>
              </a:cxn>
              <a:cxn ang="0">
                <a:pos x="csX1739" y="csY1739"/>
              </a:cxn>
              <a:cxn ang="0">
                <a:pos x="csX1740" y="csY1740"/>
              </a:cxn>
              <a:cxn ang="0">
                <a:pos x="csX1741" y="csY1741"/>
              </a:cxn>
              <a:cxn ang="0">
                <a:pos x="csX1742" y="csY1742"/>
              </a:cxn>
              <a:cxn ang="0">
                <a:pos x="csX1743" y="csY1743"/>
              </a:cxn>
              <a:cxn ang="0">
                <a:pos x="csX1744" y="csY1744"/>
              </a:cxn>
              <a:cxn ang="0">
                <a:pos x="csX1745" y="csY1745"/>
              </a:cxn>
              <a:cxn ang="0">
                <a:pos x="csX1746" y="csY1746"/>
              </a:cxn>
              <a:cxn ang="0">
                <a:pos x="csX1747" y="csY1747"/>
              </a:cxn>
              <a:cxn ang="0">
                <a:pos x="csX1748" y="csY1748"/>
              </a:cxn>
              <a:cxn ang="0">
                <a:pos x="csX1749" y="csY1749"/>
              </a:cxn>
              <a:cxn ang="0">
                <a:pos x="csX1750" y="csY1750"/>
              </a:cxn>
              <a:cxn ang="0">
                <a:pos x="csX1751" y="csY1751"/>
              </a:cxn>
              <a:cxn ang="0">
                <a:pos x="csX1752" y="csY1752"/>
              </a:cxn>
              <a:cxn ang="0">
                <a:pos x="csX1753" y="csY1753"/>
              </a:cxn>
              <a:cxn ang="0">
                <a:pos x="csX1754" y="csY1754"/>
              </a:cxn>
              <a:cxn ang="0">
                <a:pos x="csX1755" y="csY1755"/>
              </a:cxn>
              <a:cxn ang="0">
                <a:pos x="csX1756" y="csY1756"/>
              </a:cxn>
              <a:cxn ang="0">
                <a:pos x="csX1757" y="csY1757"/>
              </a:cxn>
              <a:cxn ang="0">
                <a:pos x="csX1758" y="csY1758"/>
              </a:cxn>
              <a:cxn ang="0">
                <a:pos x="csX1759" y="csY1759"/>
              </a:cxn>
              <a:cxn ang="0">
                <a:pos x="csX1760" y="csY1760"/>
              </a:cxn>
              <a:cxn ang="0">
                <a:pos x="csX1761" y="csY1761"/>
              </a:cxn>
              <a:cxn ang="0">
                <a:pos x="csX1762" y="csY1762"/>
              </a:cxn>
              <a:cxn ang="0">
                <a:pos x="csX1763" y="csY1763"/>
              </a:cxn>
              <a:cxn ang="0">
                <a:pos x="csX1764" y="csY1764"/>
              </a:cxn>
              <a:cxn ang="0">
                <a:pos x="csX1765" y="csY1765"/>
              </a:cxn>
              <a:cxn ang="0">
                <a:pos x="csX1766" y="csY1766"/>
              </a:cxn>
              <a:cxn ang="0">
                <a:pos x="csX1767" y="csY1767"/>
              </a:cxn>
              <a:cxn ang="0">
                <a:pos x="csX1768" y="csY1768"/>
              </a:cxn>
              <a:cxn ang="0">
                <a:pos x="csX1769" y="csY1769"/>
              </a:cxn>
              <a:cxn ang="0">
                <a:pos x="csX1770" y="csY1770"/>
              </a:cxn>
              <a:cxn ang="0">
                <a:pos x="csX1771" y="csY1771"/>
              </a:cxn>
              <a:cxn ang="0">
                <a:pos x="csX1772" y="csY1772"/>
              </a:cxn>
              <a:cxn ang="0">
                <a:pos x="csX1773" y="csY1773"/>
              </a:cxn>
              <a:cxn ang="0">
                <a:pos x="csX1774" y="csY1774"/>
              </a:cxn>
              <a:cxn ang="0">
                <a:pos x="csX1775" y="csY1775"/>
              </a:cxn>
              <a:cxn ang="0">
                <a:pos x="csX1776" y="csY1776"/>
              </a:cxn>
              <a:cxn ang="0">
                <a:pos x="csX1777" y="csY1777"/>
              </a:cxn>
              <a:cxn ang="0">
                <a:pos x="csX1778" y="csY1778"/>
              </a:cxn>
              <a:cxn ang="0">
                <a:pos x="csX1779" y="csY1779"/>
              </a:cxn>
              <a:cxn ang="0">
                <a:pos x="csX1780" y="csY1780"/>
              </a:cxn>
              <a:cxn ang="0">
                <a:pos x="csX1781" y="csY1781"/>
              </a:cxn>
              <a:cxn ang="0">
                <a:pos x="csX1782" y="csY1782"/>
              </a:cxn>
              <a:cxn ang="0">
                <a:pos x="csX1783" y="csY1783"/>
              </a:cxn>
              <a:cxn ang="0">
                <a:pos x="csX1784" y="csY1784"/>
              </a:cxn>
              <a:cxn ang="0">
                <a:pos x="csX1785" y="csY1785"/>
              </a:cxn>
              <a:cxn ang="0">
                <a:pos x="csX1786" y="csY1786"/>
              </a:cxn>
              <a:cxn ang="0">
                <a:pos x="csX1787" y="csY1787"/>
              </a:cxn>
              <a:cxn ang="0">
                <a:pos x="csX1788" y="csY1788"/>
              </a:cxn>
              <a:cxn ang="0">
                <a:pos x="csX1789" y="csY1789"/>
              </a:cxn>
              <a:cxn ang="0">
                <a:pos x="csX1790" y="csY1790"/>
              </a:cxn>
              <a:cxn ang="0">
                <a:pos x="csX1791" y="csY1791"/>
              </a:cxn>
              <a:cxn ang="0">
                <a:pos x="csX1792" y="csY1792"/>
              </a:cxn>
              <a:cxn ang="0">
                <a:pos x="csX1793" y="csY1793"/>
              </a:cxn>
              <a:cxn ang="0">
                <a:pos x="csX1794" y="csY1794"/>
              </a:cxn>
              <a:cxn ang="0">
                <a:pos x="csX1795" y="csY1795"/>
              </a:cxn>
              <a:cxn ang="0">
                <a:pos x="csX1796" y="csY1796"/>
              </a:cxn>
              <a:cxn ang="0">
                <a:pos x="csX1797" y="csY1797"/>
              </a:cxn>
              <a:cxn ang="0">
                <a:pos x="csX1798" y="csY1798"/>
              </a:cxn>
              <a:cxn ang="0">
                <a:pos x="csX1799" y="csY1799"/>
              </a:cxn>
              <a:cxn ang="0">
                <a:pos x="csX1800" y="csY1800"/>
              </a:cxn>
              <a:cxn ang="0">
                <a:pos x="csX1801" y="csY1801"/>
              </a:cxn>
              <a:cxn ang="0">
                <a:pos x="csX1802" y="csY1802"/>
              </a:cxn>
              <a:cxn ang="0">
                <a:pos x="csX1803" y="csY1803"/>
              </a:cxn>
              <a:cxn ang="0">
                <a:pos x="csX1804" y="csY1804"/>
              </a:cxn>
              <a:cxn ang="0">
                <a:pos x="csX1805" y="csY1805"/>
              </a:cxn>
              <a:cxn ang="0">
                <a:pos x="csX1806" y="csY1806"/>
              </a:cxn>
              <a:cxn ang="0">
                <a:pos x="csX1807" y="csY1807"/>
              </a:cxn>
              <a:cxn ang="0">
                <a:pos x="csX1808" y="csY1808"/>
              </a:cxn>
              <a:cxn ang="0">
                <a:pos x="csX1809" y="csY1809"/>
              </a:cxn>
              <a:cxn ang="0">
                <a:pos x="csX1810" y="csY1810"/>
              </a:cxn>
              <a:cxn ang="0">
                <a:pos x="csX1811" y="csY1811"/>
              </a:cxn>
              <a:cxn ang="0">
                <a:pos x="csX1812" y="csY1812"/>
              </a:cxn>
              <a:cxn ang="0">
                <a:pos x="csX1813" y="csY1813"/>
              </a:cxn>
              <a:cxn ang="0">
                <a:pos x="csX1814" y="csY1814"/>
              </a:cxn>
              <a:cxn ang="0">
                <a:pos x="csX1815" y="csY1815"/>
              </a:cxn>
              <a:cxn ang="0">
                <a:pos x="csX1816" y="csY1816"/>
              </a:cxn>
              <a:cxn ang="0">
                <a:pos x="csX1817" y="csY1817"/>
              </a:cxn>
              <a:cxn ang="0">
                <a:pos x="csX1818" y="csY1818"/>
              </a:cxn>
              <a:cxn ang="0">
                <a:pos x="csX1819" y="csY1819"/>
              </a:cxn>
              <a:cxn ang="0">
                <a:pos x="csX1820" y="csY1820"/>
              </a:cxn>
              <a:cxn ang="0">
                <a:pos x="csX1821" y="csY1821"/>
              </a:cxn>
              <a:cxn ang="0">
                <a:pos x="csX1822" y="csY1822"/>
              </a:cxn>
              <a:cxn ang="0">
                <a:pos x="csX1823" y="csY1823"/>
              </a:cxn>
              <a:cxn ang="0">
                <a:pos x="csX1824" y="csY1824"/>
              </a:cxn>
              <a:cxn ang="0">
                <a:pos x="csX1825" y="csY1825"/>
              </a:cxn>
              <a:cxn ang="0">
                <a:pos x="csX1826" y="csY1826"/>
              </a:cxn>
              <a:cxn ang="0">
                <a:pos x="csX1827" y="csY1827"/>
              </a:cxn>
              <a:cxn ang="0">
                <a:pos x="csX1828" y="csY1828"/>
              </a:cxn>
              <a:cxn ang="0">
                <a:pos x="csX1829" y="csY1829"/>
              </a:cxn>
              <a:cxn ang="0">
                <a:pos x="csX1830" y="csY1830"/>
              </a:cxn>
              <a:cxn ang="0">
                <a:pos x="csX1831" y="csY1831"/>
              </a:cxn>
              <a:cxn ang="0">
                <a:pos x="csX1832" y="csY1832"/>
              </a:cxn>
              <a:cxn ang="0">
                <a:pos x="csX1833" y="csY1833"/>
              </a:cxn>
              <a:cxn ang="0">
                <a:pos x="csX1834" y="csY1834"/>
              </a:cxn>
              <a:cxn ang="0">
                <a:pos x="csX1835" y="csY1835"/>
              </a:cxn>
              <a:cxn ang="0">
                <a:pos x="csX1836" y="csY1836"/>
              </a:cxn>
              <a:cxn ang="0">
                <a:pos x="csX1837" y="csY1837"/>
              </a:cxn>
              <a:cxn ang="0">
                <a:pos x="csX1838" y="csY1838"/>
              </a:cxn>
              <a:cxn ang="0">
                <a:pos x="csX1839" y="csY1839"/>
              </a:cxn>
              <a:cxn ang="0">
                <a:pos x="csX1840" y="csY1840"/>
              </a:cxn>
              <a:cxn ang="0">
                <a:pos x="csX1841" y="csY1841"/>
              </a:cxn>
              <a:cxn ang="0">
                <a:pos x="csX1842" y="csY1842"/>
              </a:cxn>
              <a:cxn ang="0">
                <a:pos x="csX1843" y="csY1843"/>
              </a:cxn>
              <a:cxn ang="0">
                <a:pos x="csX1844" y="csY1844"/>
              </a:cxn>
              <a:cxn ang="0">
                <a:pos x="csX1845" y="csY1845"/>
              </a:cxn>
              <a:cxn ang="0">
                <a:pos x="csX1846" y="csY1846"/>
              </a:cxn>
              <a:cxn ang="0">
                <a:pos x="csX1847" y="csY1847"/>
              </a:cxn>
              <a:cxn ang="0">
                <a:pos x="csX1848" y="csY1848"/>
              </a:cxn>
              <a:cxn ang="0">
                <a:pos x="csX1849" y="csY1849"/>
              </a:cxn>
              <a:cxn ang="0">
                <a:pos x="csX1850" y="csY1850"/>
              </a:cxn>
              <a:cxn ang="0">
                <a:pos x="csX1851" y="csY1851"/>
              </a:cxn>
              <a:cxn ang="0">
                <a:pos x="csX1852" y="csY1852"/>
              </a:cxn>
              <a:cxn ang="0">
                <a:pos x="csX1853" y="csY1853"/>
              </a:cxn>
              <a:cxn ang="0">
                <a:pos x="csX1854" y="csY1854"/>
              </a:cxn>
              <a:cxn ang="0">
                <a:pos x="csX1855" y="csY1855"/>
              </a:cxn>
              <a:cxn ang="0">
                <a:pos x="csX1856" y="csY1856"/>
              </a:cxn>
              <a:cxn ang="0">
                <a:pos x="csX1857" y="csY1857"/>
              </a:cxn>
              <a:cxn ang="0">
                <a:pos x="csX1858" y="csY1858"/>
              </a:cxn>
              <a:cxn ang="0">
                <a:pos x="csX1859" y="csY1859"/>
              </a:cxn>
              <a:cxn ang="0">
                <a:pos x="csX1860" y="csY1860"/>
              </a:cxn>
              <a:cxn ang="0">
                <a:pos x="csX1861" y="csY1861"/>
              </a:cxn>
              <a:cxn ang="0">
                <a:pos x="csX1862" y="csY1862"/>
              </a:cxn>
              <a:cxn ang="0">
                <a:pos x="csX1863" y="csY1863"/>
              </a:cxn>
              <a:cxn ang="0">
                <a:pos x="csX1864" y="csY1864"/>
              </a:cxn>
              <a:cxn ang="0">
                <a:pos x="csX1865" y="csY1865"/>
              </a:cxn>
              <a:cxn ang="0">
                <a:pos x="csX1866" y="csY1866"/>
              </a:cxn>
              <a:cxn ang="0">
                <a:pos x="csX1867" y="csY1867"/>
              </a:cxn>
              <a:cxn ang="0">
                <a:pos x="csX1868" y="csY1868"/>
              </a:cxn>
              <a:cxn ang="0">
                <a:pos x="csX1869" y="csY1869"/>
              </a:cxn>
              <a:cxn ang="0">
                <a:pos x="csX1870" y="csY1870"/>
              </a:cxn>
              <a:cxn ang="0">
                <a:pos x="csX1871" y="csY1871"/>
              </a:cxn>
              <a:cxn ang="0">
                <a:pos x="csX1872" y="csY1872"/>
              </a:cxn>
              <a:cxn ang="0">
                <a:pos x="csX1873" y="csY1873"/>
              </a:cxn>
              <a:cxn ang="0">
                <a:pos x="csX1874" y="csY1874"/>
              </a:cxn>
              <a:cxn ang="0">
                <a:pos x="csX1875" y="csY1875"/>
              </a:cxn>
              <a:cxn ang="0">
                <a:pos x="csX1876" y="csY1876"/>
              </a:cxn>
              <a:cxn ang="0">
                <a:pos x="csX1877" y="csY1877"/>
              </a:cxn>
              <a:cxn ang="0">
                <a:pos x="csX1878" y="csY1878"/>
              </a:cxn>
              <a:cxn ang="0">
                <a:pos x="csX1879" y="csY1879"/>
              </a:cxn>
              <a:cxn ang="0">
                <a:pos x="csX1880" y="csY1880"/>
              </a:cxn>
              <a:cxn ang="0">
                <a:pos x="csX1881" y="csY1881"/>
              </a:cxn>
              <a:cxn ang="0">
                <a:pos x="csX1882" y="csY1882"/>
              </a:cxn>
              <a:cxn ang="0">
                <a:pos x="csX1883" y="csY1883"/>
              </a:cxn>
              <a:cxn ang="0">
                <a:pos x="csX1884" y="csY1884"/>
              </a:cxn>
              <a:cxn ang="0">
                <a:pos x="csX1885" y="csY1885"/>
              </a:cxn>
              <a:cxn ang="0">
                <a:pos x="csX1886" y="csY1886"/>
              </a:cxn>
              <a:cxn ang="0">
                <a:pos x="csX1887" y="csY1887"/>
              </a:cxn>
              <a:cxn ang="0">
                <a:pos x="csX1888" y="csY1888"/>
              </a:cxn>
              <a:cxn ang="0">
                <a:pos x="csX1889" y="csY1889"/>
              </a:cxn>
              <a:cxn ang="0">
                <a:pos x="csX1890" y="csY1890"/>
              </a:cxn>
              <a:cxn ang="0">
                <a:pos x="csX1891" y="csY1891"/>
              </a:cxn>
              <a:cxn ang="0">
                <a:pos x="csX1892" y="csY1892"/>
              </a:cxn>
              <a:cxn ang="0">
                <a:pos x="csX1893" y="csY1893"/>
              </a:cxn>
              <a:cxn ang="0">
                <a:pos x="csX1894" y="csY1894"/>
              </a:cxn>
              <a:cxn ang="0">
                <a:pos x="csX1895" y="csY1895"/>
              </a:cxn>
              <a:cxn ang="0">
                <a:pos x="csX1896" y="csY1896"/>
              </a:cxn>
              <a:cxn ang="0">
                <a:pos x="csX1897" y="csY1897"/>
              </a:cxn>
              <a:cxn ang="0">
                <a:pos x="csX1898" y="csY1898"/>
              </a:cxn>
              <a:cxn ang="0">
                <a:pos x="csX1899" y="csY1899"/>
              </a:cxn>
              <a:cxn ang="0">
                <a:pos x="csX1900" y="csY1900"/>
              </a:cxn>
              <a:cxn ang="0">
                <a:pos x="csX1901" y="csY1901"/>
              </a:cxn>
              <a:cxn ang="0">
                <a:pos x="csX1902" y="csY1902"/>
              </a:cxn>
              <a:cxn ang="0">
                <a:pos x="csX1903" y="csY1903"/>
              </a:cxn>
              <a:cxn ang="0">
                <a:pos x="csX1904" y="csY1904"/>
              </a:cxn>
              <a:cxn ang="0">
                <a:pos x="csX1905" y="csY1905"/>
              </a:cxn>
              <a:cxn ang="0">
                <a:pos x="csX1906" y="csY1906"/>
              </a:cxn>
              <a:cxn ang="0">
                <a:pos x="csX1907" y="csY1907"/>
              </a:cxn>
              <a:cxn ang="0">
                <a:pos x="csX1908" y="csY1908"/>
              </a:cxn>
              <a:cxn ang="0">
                <a:pos x="csX1909" y="csY1909"/>
              </a:cxn>
              <a:cxn ang="0">
                <a:pos x="csX1910" y="csY1910"/>
              </a:cxn>
              <a:cxn ang="0">
                <a:pos x="csX1911" y="csY1911"/>
              </a:cxn>
              <a:cxn ang="0">
                <a:pos x="csX1912" y="csY1912"/>
              </a:cxn>
              <a:cxn ang="0">
                <a:pos x="csX1913" y="csY1913"/>
              </a:cxn>
              <a:cxn ang="0">
                <a:pos x="csX1914" y="csY1914"/>
              </a:cxn>
              <a:cxn ang="0">
                <a:pos x="csX1915" y="csY1915"/>
              </a:cxn>
              <a:cxn ang="0">
                <a:pos x="csX1916" y="csY1916"/>
              </a:cxn>
              <a:cxn ang="0">
                <a:pos x="csX1917" y="csY1917"/>
              </a:cxn>
              <a:cxn ang="0">
                <a:pos x="csX1918" y="csY1918"/>
              </a:cxn>
              <a:cxn ang="0">
                <a:pos x="csX1919" y="csY1919"/>
              </a:cxn>
              <a:cxn ang="0">
                <a:pos x="csX1920" y="csY1920"/>
              </a:cxn>
              <a:cxn ang="0">
                <a:pos x="csX1921" y="csY1921"/>
              </a:cxn>
              <a:cxn ang="0">
                <a:pos x="csX1922" y="csY1922"/>
              </a:cxn>
              <a:cxn ang="0">
                <a:pos x="csX1923" y="csY1923"/>
              </a:cxn>
              <a:cxn ang="0">
                <a:pos x="csX1924" y="csY1924"/>
              </a:cxn>
              <a:cxn ang="0">
                <a:pos x="csX1925" y="csY1925"/>
              </a:cxn>
              <a:cxn ang="0">
                <a:pos x="csX1926" y="csY1926"/>
              </a:cxn>
              <a:cxn ang="0">
                <a:pos x="csX1927" y="csY1927"/>
              </a:cxn>
              <a:cxn ang="0">
                <a:pos x="csX1928" y="csY1928"/>
              </a:cxn>
              <a:cxn ang="0">
                <a:pos x="csX1929" y="csY1929"/>
              </a:cxn>
              <a:cxn ang="0">
                <a:pos x="csX1930" y="csY1930"/>
              </a:cxn>
              <a:cxn ang="0">
                <a:pos x="csX1931" y="csY1931"/>
              </a:cxn>
              <a:cxn ang="0">
                <a:pos x="csX1932" y="csY1932"/>
              </a:cxn>
              <a:cxn ang="0">
                <a:pos x="csX1933" y="csY1933"/>
              </a:cxn>
              <a:cxn ang="0">
                <a:pos x="csX1934" y="csY1934"/>
              </a:cxn>
              <a:cxn ang="0">
                <a:pos x="csX1935" y="csY1935"/>
              </a:cxn>
              <a:cxn ang="0">
                <a:pos x="csX1936" y="csY1936"/>
              </a:cxn>
              <a:cxn ang="0">
                <a:pos x="csX1937" y="csY1937"/>
              </a:cxn>
              <a:cxn ang="0">
                <a:pos x="csX1938" y="csY1938"/>
              </a:cxn>
              <a:cxn ang="0">
                <a:pos x="csX1939" y="csY1939"/>
              </a:cxn>
              <a:cxn ang="0">
                <a:pos x="csX1940" y="csY1940"/>
              </a:cxn>
              <a:cxn ang="0">
                <a:pos x="csX1941" y="csY1941"/>
              </a:cxn>
              <a:cxn ang="0">
                <a:pos x="csX1942" y="csY1942"/>
              </a:cxn>
              <a:cxn ang="0">
                <a:pos x="csX1943" y="csY1943"/>
              </a:cxn>
              <a:cxn ang="0">
                <a:pos x="csX1944" y="csY1944"/>
              </a:cxn>
              <a:cxn ang="0">
                <a:pos x="csX1945" y="csY1945"/>
              </a:cxn>
              <a:cxn ang="0">
                <a:pos x="csX1946" y="csY1946"/>
              </a:cxn>
              <a:cxn ang="0">
                <a:pos x="csX1947" y="csY1947"/>
              </a:cxn>
              <a:cxn ang="0">
                <a:pos x="csX1948" y="csY1948"/>
              </a:cxn>
              <a:cxn ang="0">
                <a:pos x="csX1949" y="csY1949"/>
              </a:cxn>
              <a:cxn ang="0">
                <a:pos x="csX1950" y="csY1950"/>
              </a:cxn>
              <a:cxn ang="0">
                <a:pos x="csX1951" y="csY1951"/>
              </a:cxn>
              <a:cxn ang="0">
                <a:pos x="csX1952" y="csY1952"/>
              </a:cxn>
              <a:cxn ang="0">
                <a:pos x="csX1953" y="csY1953"/>
              </a:cxn>
              <a:cxn ang="0">
                <a:pos x="csX1954" y="csY1954"/>
              </a:cxn>
              <a:cxn ang="0">
                <a:pos x="csX1955" y="csY1955"/>
              </a:cxn>
              <a:cxn ang="0">
                <a:pos x="csX1956" y="csY1956"/>
              </a:cxn>
              <a:cxn ang="0">
                <a:pos x="csX1957" y="csY1957"/>
              </a:cxn>
              <a:cxn ang="0">
                <a:pos x="csX1958" y="csY1958"/>
              </a:cxn>
              <a:cxn ang="0">
                <a:pos x="csX1959" y="csY1959"/>
              </a:cxn>
              <a:cxn ang="0">
                <a:pos x="csX1960" y="csY1960"/>
              </a:cxn>
              <a:cxn ang="0">
                <a:pos x="csX1961" y="csY1961"/>
              </a:cxn>
              <a:cxn ang="0">
                <a:pos x="csX1962" y="csY1962"/>
              </a:cxn>
              <a:cxn ang="0">
                <a:pos x="csX1963" y="csY1963"/>
              </a:cxn>
              <a:cxn ang="0">
                <a:pos x="csX1964" y="csY1964"/>
              </a:cxn>
              <a:cxn ang="0">
                <a:pos x="csX1965" y="csY1965"/>
              </a:cxn>
              <a:cxn ang="0">
                <a:pos x="csX1966" y="csY1966"/>
              </a:cxn>
              <a:cxn ang="0">
                <a:pos x="csX1967" y="csY1967"/>
              </a:cxn>
              <a:cxn ang="0">
                <a:pos x="csX1968" y="csY1968"/>
              </a:cxn>
              <a:cxn ang="0">
                <a:pos x="csX1969" y="csY1969"/>
              </a:cxn>
              <a:cxn ang="0">
                <a:pos x="csX1970" y="csY1970"/>
              </a:cxn>
              <a:cxn ang="0">
                <a:pos x="csX1971" y="csY1971"/>
              </a:cxn>
              <a:cxn ang="0">
                <a:pos x="csX1972" y="csY1972"/>
              </a:cxn>
              <a:cxn ang="0">
                <a:pos x="csX1973" y="csY1973"/>
              </a:cxn>
              <a:cxn ang="0">
                <a:pos x="csX1974" y="csY1974"/>
              </a:cxn>
              <a:cxn ang="0">
                <a:pos x="csX1975" y="csY1975"/>
              </a:cxn>
              <a:cxn ang="0">
                <a:pos x="csX1976" y="csY1976"/>
              </a:cxn>
              <a:cxn ang="0">
                <a:pos x="csX1977" y="csY1977"/>
              </a:cxn>
              <a:cxn ang="0">
                <a:pos x="csX1978" y="csY1978"/>
              </a:cxn>
              <a:cxn ang="0">
                <a:pos x="csX1979" y="csY1979"/>
              </a:cxn>
              <a:cxn ang="0">
                <a:pos x="csX1980" y="csY1980"/>
              </a:cxn>
              <a:cxn ang="0">
                <a:pos x="csX1981" y="csY1981"/>
              </a:cxn>
              <a:cxn ang="0">
                <a:pos x="csX1982" y="csY1982"/>
              </a:cxn>
              <a:cxn ang="0">
                <a:pos x="csX1983" y="csY1983"/>
              </a:cxn>
              <a:cxn ang="0">
                <a:pos x="csX1984" y="csY1984"/>
              </a:cxn>
              <a:cxn ang="0">
                <a:pos x="csX1985" y="csY1985"/>
              </a:cxn>
              <a:cxn ang="0">
                <a:pos x="csX1986" y="csY1986"/>
              </a:cxn>
              <a:cxn ang="0">
                <a:pos x="csX1987" y="csY1987"/>
              </a:cxn>
              <a:cxn ang="0">
                <a:pos x="csX1988" y="csY1988"/>
              </a:cxn>
              <a:cxn ang="0">
                <a:pos x="csX1989" y="csY1989"/>
              </a:cxn>
              <a:cxn ang="0">
                <a:pos x="csX1990" y="csY1990"/>
              </a:cxn>
              <a:cxn ang="0">
                <a:pos x="csX1991" y="csY1991"/>
              </a:cxn>
              <a:cxn ang="0">
                <a:pos x="csX1992" y="csY1992"/>
              </a:cxn>
              <a:cxn ang="0">
                <a:pos x="csX1993" y="csY1993"/>
              </a:cxn>
              <a:cxn ang="0">
                <a:pos x="csX1994" y="csY1994"/>
              </a:cxn>
              <a:cxn ang="0">
                <a:pos x="csX1995" y="csY1995"/>
              </a:cxn>
              <a:cxn ang="0">
                <a:pos x="csX1996" y="csY1996"/>
              </a:cxn>
              <a:cxn ang="0">
                <a:pos x="csX1997" y="csY1997"/>
              </a:cxn>
              <a:cxn ang="0">
                <a:pos x="csX1998" y="csY1998"/>
              </a:cxn>
              <a:cxn ang="0">
                <a:pos x="csX1999" y="csY1999"/>
              </a:cxn>
              <a:cxn ang="0">
                <a:pos x="csX2000" y="csY2000"/>
              </a:cxn>
              <a:cxn ang="0">
                <a:pos x="csX2001" y="csY2001"/>
              </a:cxn>
              <a:cxn ang="0">
                <a:pos x="csX2002" y="csY2002"/>
              </a:cxn>
              <a:cxn ang="0">
                <a:pos x="csX2003" y="csY2003"/>
              </a:cxn>
              <a:cxn ang="0">
                <a:pos x="csX2004" y="csY2004"/>
              </a:cxn>
              <a:cxn ang="0">
                <a:pos x="csX2005" y="csY2005"/>
              </a:cxn>
              <a:cxn ang="0">
                <a:pos x="csX2006" y="csY2006"/>
              </a:cxn>
              <a:cxn ang="0">
                <a:pos x="csX2007" y="csY2007"/>
              </a:cxn>
              <a:cxn ang="0">
                <a:pos x="csX2008" y="csY2008"/>
              </a:cxn>
              <a:cxn ang="0">
                <a:pos x="csX2009" y="csY2009"/>
              </a:cxn>
              <a:cxn ang="0">
                <a:pos x="csX2010" y="csY2010"/>
              </a:cxn>
              <a:cxn ang="0">
                <a:pos x="csX2011" y="csY2011"/>
              </a:cxn>
              <a:cxn ang="0">
                <a:pos x="csX2012" y="csY2012"/>
              </a:cxn>
              <a:cxn ang="0">
                <a:pos x="csX2013" y="csY2013"/>
              </a:cxn>
              <a:cxn ang="0">
                <a:pos x="csX2014" y="csY2014"/>
              </a:cxn>
              <a:cxn ang="0">
                <a:pos x="csX2015" y="csY2015"/>
              </a:cxn>
              <a:cxn ang="0">
                <a:pos x="csX2016" y="csY2016"/>
              </a:cxn>
              <a:cxn ang="0">
                <a:pos x="csX2017" y="csY2017"/>
              </a:cxn>
              <a:cxn ang="0">
                <a:pos x="csX2018" y="csY2018"/>
              </a:cxn>
              <a:cxn ang="0">
                <a:pos x="csX2019" y="csY2019"/>
              </a:cxn>
              <a:cxn ang="0">
                <a:pos x="csX2020" y="csY2020"/>
              </a:cxn>
              <a:cxn ang="0">
                <a:pos x="csX2021" y="csY2021"/>
              </a:cxn>
              <a:cxn ang="0">
                <a:pos x="csX2022" y="csY2022"/>
              </a:cxn>
              <a:cxn ang="0">
                <a:pos x="csX2023" y="csY2023"/>
              </a:cxn>
              <a:cxn ang="0">
                <a:pos x="csX2024" y="csY2024"/>
              </a:cxn>
              <a:cxn ang="0">
                <a:pos x="csX2025" y="csY2025"/>
              </a:cxn>
              <a:cxn ang="0">
                <a:pos x="csX2026" y="csY2026"/>
              </a:cxn>
              <a:cxn ang="0">
                <a:pos x="csX2027" y="csY2027"/>
              </a:cxn>
              <a:cxn ang="0">
                <a:pos x="csX2028" y="csY2028"/>
              </a:cxn>
              <a:cxn ang="0">
                <a:pos x="csX2029" y="csY2029"/>
              </a:cxn>
              <a:cxn ang="0">
                <a:pos x="csX2030" y="csY2030"/>
              </a:cxn>
              <a:cxn ang="0">
                <a:pos x="csX2031" y="csY2031"/>
              </a:cxn>
              <a:cxn ang="0">
                <a:pos x="csX2032" y="csY2032"/>
              </a:cxn>
              <a:cxn ang="0">
                <a:pos x="csX2033" y="csY2033"/>
              </a:cxn>
              <a:cxn ang="0">
                <a:pos x="csX2034" y="csY2034"/>
              </a:cxn>
              <a:cxn ang="0">
                <a:pos x="csX2035" y="csY2035"/>
              </a:cxn>
              <a:cxn ang="0">
                <a:pos x="csX2036" y="csY2036"/>
              </a:cxn>
              <a:cxn ang="0">
                <a:pos x="csX2037" y="csY2037"/>
              </a:cxn>
              <a:cxn ang="0">
                <a:pos x="csX2038" y="csY2038"/>
              </a:cxn>
              <a:cxn ang="0">
                <a:pos x="csX2039" y="csY2039"/>
              </a:cxn>
              <a:cxn ang="0">
                <a:pos x="csX2040" y="csY2040"/>
              </a:cxn>
              <a:cxn ang="0">
                <a:pos x="csX2041" y="csY2041"/>
              </a:cxn>
              <a:cxn ang="0">
                <a:pos x="csX2042" y="csY2042"/>
              </a:cxn>
              <a:cxn ang="0">
                <a:pos x="csX2043" y="csY2043"/>
              </a:cxn>
              <a:cxn ang="0">
                <a:pos x="csX2044" y="csY2044"/>
              </a:cxn>
              <a:cxn ang="0">
                <a:pos x="csX2045" y="csY2045"/>
              </a:cxn>
              <a:cxn ang="0">
                <a:pos x="csX2046" y="csY2046"/>
              </a:cxn>
              <a:cxn ang="0">
                <a:pos x="csX2047" y="csY2047"/>
              </a:cxn>
              <a:cxn ang="0">
                <a:pos x="csX2048" y="csY2048"/>
              </a:cxn>
              <a:cxn ang="0">
                <a:pos x="csX2049" y="csY2049"/>
              </a:cxn>
              <a:cxn ang="0">
                <a:pos x="csX2050" y="csY2050"/>
              </a:cxn>
              <a:cxn ang="0">
                <a:pos x="csX2051" y="csY2051"/>
              </a:cxn>
              <a:cxn ang="0">
                <a:pos x="csX2052" y="csY2052"/>
              </a:cxn>
              <a:cxn ang="0">
                <a:pos x="csX2053" y="csY2053"/>
              </a:cxn>
              <a:cxn ang="0">
                <a:pos x="csX2054" y="csY2054"/>
              </a:cxn>
              <a:cxn ang="0">
                <a:pos x="csX2055" y="csY2055"/>
              </a:cxn>
              <a:cxn ang="0">
                <a:pos x="csX2056" y="csY2056"/>
              </a:cxn>
              <a:cxn ang="0">
                <a:pos x="csX2057" y="csY2057"/>
              </a:cxn>
              <a:cxn ang="0">
                <a:pos x="csX2058" y="csY2058"/>
              </a:cxn>
              <a:cxn ang="0">
                <a:pos x="csX2059" y="csY2059"/>
              </a:cxn>
              <a:cxn ang="0">
                <a:pos x="csX2060" y="csY2060"/>
              </a:cxn>
              <a:cxn ang="0">
                <a:pos x="csX2061" y="csY2061"/>
              </a:cxn>
              <a:cxn ang="0">
                <a:pos x="csX2062" y="csY2062"/>
              </a:cxn>
              <a:cxn ang="0">
                <a:pos x="csX2063" y="csY2063"/>
              </a:cxn>
              <a:cxn ang="0">
                <a:pos x="csX2064" y="csY2064"/>
              </a:cxn>
              <a:cxn ang="0">
                <a:pos x="csX2065" y="csY2065"/>
              </a:cxn>
              <a:cxn ang="0">
                <a:pos x="csX2066" y="csY2066"/>
              </a:cxn>
              <a:cxn ang="0">
                <a:pos x="csX2067" y="csY2067"/>
              </a:cxn>
              <a:cxn ang="0">
                <a:pos x="csX2068" y="csY2068"/>
              </a:cxn>
              <a:cxn ang="0">
                <a:pos x="csX2069" y="csY2069"/>
              </a:cxn>
              <a:cxn ang="0">
                <a:pos x="csX2070" y="csY2070"/>
              </a:cxn>
              <a:cxn ang="0">
                <a:pos x="csX2071" y="csY2071"/>
              </a:cxn>
              <a:cxn ang="0">
                <a:pos x="csX2072" y="csY2072"/>
              </a:cxn>
              <a:cxn ang="0">
                <a:pos x="csX2073" y="csY2073"/>
              </a:cxn>
              <a:cxn ang="0">
                <a:pos x="csX2074" y="csY2074"/>
              </a:cxn>
              <a:cxn ang="0">
                <a:pos x="csX2075" y="csY2075"/>
              </a:cxn>
              <a:cxn ang="0">
                <a:pos x="csX2076" y="csY2076"/>
              </a:cxn>
              <a:cxn ang="0">
                <a:pos x="csX2077" y="csY2077"/>
              </a:cxn>
              <a:cxn ang="0">
                <a:pos x="csX2078" y="csY2078"/>
              </a:cxn>
              <a:cxn ang="0">
                <a:pos x="csX2079" y="csY2079"/>
              </a:cxn>
              <a:cxn ang="0">
                <a:pos x="csX2080" y="csY2080"/>
              </a:cxn>
              <a:cxn ang="0">
                <a:pos x="csX2081" y="csY2081"/>
              </a:cxn>
              <a:cxn ang="0">
                <a:pos x="csX2082" y="csY2082"/>
              </a:cxn>
              <a:cxn ang="0">
                <a:pos x="csX2083" y="csY2083"/>
              </a:cxn>
              <a:cxn ang="0">
                <a:pos x="csX2084" y="csY2084"/>
              </a:cxn>
              <a:cxn ang="0">
                <a:pos x="csX2085" y="csY2085"/>
              </a:cxn>
              <a:cxn ang="0">
                <a:pos x="csX2086" y="csY2086"/>
              </a:cxn>
              <a:cxn ang="0">
                <a:pos x="csX2087" y="csY2087"/>
              </a:cxn>
              <a:cxn ang="0">
                <a:pos x="csX2088" y="csY2088"/>
              </a:cxn>
              <a:cxn ang="0">
                <a:pos x="csX2089" y="csY2089"/>
              </a:cxn>
              <a:cxn ang="0">
                <a:pos x="csX2090" y="csY2090"/>
              </a:cxn>
              <a:cxn ang="0">
                <a:pos x="csX2091" y="csY2091"/>
              </a:cxn>
              <a:cxn ang="0">
                <a:pos x="csX2092" y="csY2092"/>
              </a:cxn>
              <a:cxn ang="0">
                <a:pos x="csX2093" y="csY2093"/>
              </a:cxn>
              <a:cxn ang="0">
                <a:pos x="csX2094" y="csY2094"/>
              </a:cxn>
              <a:cxn ang="0">
                <a:pos x="csX2095" y="csY2095"/>
              </a:cxn>
              <a:cxn ang="0">
                <a:pos x="csX2096" y="csY2096"/>
              </a:cxn>
              <a:cxn ang="0">
                <a:pos x="csX2097" y="csY2097"/>
              </a:cxn>
              <a:cxn ang="0">
                <a:pos x="csX2098" y="csY2098"/>
              </a:cxn>
              <a:cxn ang="0">
                <a:pos x="csX2099" y="csY2099"/>
              </a:cxn>
              <a:cxn ang="0">
                <a:pos x="csX2100" y="csY2100"/>
              </a:cxn>
              <a:cxn ang="0">
                <a:pos x="csX2101" y="csY2101"/>
              </a:cxn>
              <a:cxn ang="0">
                <a:pos x="csX2102" y="csY2102"/>
              </a:cxn>
              <a:cxn ang="0">
                <a:pos x="csX2103" y="csY2103"/>
              </a:cxn>
              <a:cxn ang="0">
                <a:pos x="csX2104" y="csY2104"/>
              </a:cxn>
              <a:cxn ang="0">
                <a:pos x="csX2105" y="csY2105"/>
              </a:cxn>
              <a:cxn ang="0">
                <a:pos x="csX2106" y="csY2106"/>
              </a:cxn>
              <a:cxn ang="0">
                <a:pos x="csX2107" y="csY2107"/>
              </a:cxn>
              <a:cxn ang="0">
                <a:pos x="csX2108" y="csY2108"/>
              </a:cxn>
              <a:cxn ang="0">
                <a:pos x="csX2109" y="csY2109"/>
              </a:cxn>
              <a:cxn ang="0">
                <a:pos x="csX2110" y="csY2110"/>
              </a:cxn>
              <a:cxn ang="0">
                <a:pos x="csX2111" y="csY2111"/>
              </a:cxn>
              <a:cxn ang="0">
                <a:pos x="csX2112" y="csY2112"/>
              </a:cxn>
              <a:cxn ang="0">
                <a:pos x="csX2113" y="csY2113"/>
              </a:cxn>
              <a:cxn ang="0">
                <a:pos x="csX2114" y="csY2114"/>
              </a:cxn>
              <a:cxn ang="0">
                <a:pos x="csX2115" y="csY2115"/>
              </a:cxn>
              <a:cxn ang="0">
                <a:pos x="csX2116" y="csY2116"/>
              </a:cxn>
              <a:cxn ang="0">
                <a:pos x="csX2117" y="csY2117"/>
              </a:cxn>
              <a:cxn ang="0">
                <a:pos x="csX2118" y="csY2118"/>
              </a:cxn>
              <a:cxn ang="0">
                <a:pos x="csX2119" y="csY2119"/>
              </a:cxn>
              <a:cxn ang="0">
                <a:pos x="csX2120" y="csY2120"/>
              </a:cxn>
              <a:cxn ang="0">
                <a:pos x="csX2121" y="csY2121"/>
              </a:cxn>
              <a:cxn ang="0">
                <a:pos x="csX2122" y="csY2122"/>
              </a:cxn>
              <a:cxn ang="0">
                <a:pos x="csX2123" y="csY2123"/>
              </a:cxn>
              <a:cxn ang="0">
                <a:pos x="csX2124" y="csY2124"/>
              </a:cxn>
              <a:cxn ang="0">
                <a:pos x="csX2125" y="csY2125"/>
              </a:cxn>
              <a:cxn ang="0">
                <a:pos x="csX2126" y="csY2126"/>
              </a:cxn>
              <a:cxn ang="0">
                <a:pos x="csX2127" y="csY2127"/>
              </a:cxn>
              <a:cxn ang="0">
                <a:pos x="csX2128" y="csY2128"/>
              </a:cxn>
              <a:cxn ang="0">
                <a:pos x="csX2129" y="csY2129"/>
              </a:cxn>
              <a:cxn ang="0">
                <a:pos x="csX2130" y="csY2130"/>
              </a:cxn>
              <a:cxn ang="0">
                <a:pos x="csX2131" y="csY2131"/>
              </a:cxn>
              <a:cxn ang="0">
                <a:pos x="csX2132" y="csY2132"/>
              </a:cxn>
              <a:cxn ang="0">
                <a:pos x="csX2133" y="csY2133"/>
              </a:cxn>
              <a:cxn ang="0">
                <a:pos x="csX2134" y="csY2134"/>
              </a:cxn>
              <a:cxn ang="0">
                <a:pos x="csX2135" y="csY2135"/>
              </a:cxn>
              <a:cxn ang="0">
                <a:pos x="csX2136" y="csY2136"/>
              </a:cxn>
              <a:cxn ang="0">
                <a:pos x="csX2137" y="csY2137"/>
              </a:cxn>
              <a:cxn ang="0">
                <a:pos x="csX2138" y="csY2138"/>
              </a:cxn>
              <a:cxn ang="0">
                <a:pos x="csX2139" y="csY2139"/>
              </a:cxn>
              <a:cxn ang="0">
                <a:pos x="csX2140" y="csY2140"/>
              </a:cxn>
              <a:cxn ang="0">
                <a:pos x="csX2141" y="csY2141"/>
              </a:cxn>
              <a:cxn ang="0">
                <a:pos x="csX2142" y="csY2142"/>
              </a:cxn>
              <a:cxn ang="0">
                <a:pos x="csX2143" y="csY2143"/>
              </a:cxn>
              <a:cxn ang="0">
                <a:pos x="csX2144" y="csY2144"/>
              </a:cxn>
              <a:cxn ang="0">
                <a:pos x="csX2145" y="csY2145"/>
              </a:cxn>
              <a:cxn ang="0">
                <a:pos x="csX2146" y="csY2146"/>
              </a:cxn>
              <a:cxn ang="0">
                <a:pos x="csX2147" y="csY2147"/>
              </a:cxn>
              <a:cxn ang="0">
                <a:pos x="csX2148" y="csY2148"/>
              </a:cxn>
              <a:cxn ang="0">
                <a:pos x="csX2149" y="csY2149"/>
              </a:cxn>
              <a:cxn ang="0">
                <a:pos x="csX2150" y="csY2150"/>
              </a:cxn>
              <a:cxn ang="0">
                <a:pos x="csX2151" y="csY2151"/>
              </a:cxn>
              <a:cxn ang="0">
                <a:pos x="csX2152" y="csY2152"/>
              </a:cxn>
              <a:cxn ang="0">
                <a:pos x="csX2153" y="csY2153"/>
              </a:cxn>
              <a:cxn ang="0">
                <a:pos x="csX2154" y="csY2154"/>
              </a:cxn>
              <a:cxn ang="0">
                <a:pos x="csX2155" y="csY2155"/>
              </a:cxn>
              <a:cxn ang="0">
                <a:pos x="csX2156" y="csY2156"/>
              </a:cxn>
              <a:cxn ang="0">
                <a:pos x="csX2157" y="csY2157"/>
              </a:cxn>
              <a:cxn ang="0">
                <a:pos x="csX2158" y="csY2158"/>
              </a:cxn>
              <a:cxn ang="0">
                <a:pos x="csX2159" y="csY2159"/>
              </a:cxn>
              <a:cxn ang="0">
                <a:pos x="csX2160" y="csY2160"/>
              </a:cxn>
              <a:cxn ang="0">
                <a:pos x="csX2161" y="csY2161"/>
              </a:cxn>
              <a:cxn ang="0">
                <a:pos x="csX2162" y="csY2162"/>
              </a:cxn>
              <a:cxn ang="0">
                <a:pos x="csX2163" y="csY2163"/>
              </a:cxn>
              <a:cxn ang="0">
                <a:pos x="csX2164" y="csY2164"/>
              </a:cxn>
              <a:cxn ang="0">
                <a:pos x="csX2165" y="csY2165"/>
              </a:cxn>
              <a:cxn ang="0">
                <a:pos x="csX2166" y="csY2166"/>
              </a:cxn>
              <a:cxn ang="0">
                <a:pos x="csX2167" y="csY2167"/>
              </a:cxn>
              <a:cxn ang="0">
                <a:pos x="csX2168" y="csY2168"/>
              </a:cxn>
              <a:cxn ang="0">
                <a:pos x="csX2169" y="csY2169"/>
              </a:cxn>
              <a:cxn ang="0">
                <a:pos x="csX2170" y="csY2170"/>
              </a:cxn>
              <a:cxn ang="0">
                <a:pos x="csX2171" y="csY2171"/>
              </a:cxn>
              <a:cxn ang="0">
                <a:pos x="csX2172" y="csY2172"/>
              </a:cxn>
              <a:cxn ang="0">
                <a:pos x="csX2173" y="csY2173"/>
              </a:cxn>
              <a:cxn ang="0">
                <a:pos x="csX2174" y="csY2174"/>
              </a:cxn>
              <a:cxn ang="0">
                <a:pos x="csX2175" y="csY2175"/>
              </a:cxn>
              <a:cxn ang="0">
                <a:pos x="csX2176" y="csY2176"/>
              </a:cxn>
              <a:cxn ang="0">
                <a:pos x="csX2177" y="csY2177"/>
              </a:cxn>
              <a:cxn ang="0">
                <a:pos x="csX2178" y="csY2178"/>
              </a:cxn>
              <a:cxn ang="0">
                <a:pos x="csX2179" y="csY2179"/>
              </a:cxn>
              <a:cxn ang="0">
                <a:pos x="csX2180" y="csY2180"/>
              </a:cxn>
              <a:cxn ang="0">
                <a:pos x="csX2181" y="csY2181"/>
              </a:cxn>
              <a:cxn ang="0">
                <a:pos x="csX2182" y="csY2182"/>
              </a:cxn>
              <a:cxn ang="0">
                <a:pos x="csX2183" y="csY2183"/>
              </a:cxn>
              <a:cxn ang="0">
                <a:pos x="csX2184" y="csY2184"/>
              </a:cxn>
              <a:cxn ang="0">
                <a:pos x="csX2185" y="csY2185"/>
              </a:cxn>
              <a:cxn ang="0">
                <a:pos x="csX2186" y="csY2186"/>
              </a:cxn>
              <a:cxn ang="0">
                <a:pos x="csX2187" y="csY2187"/>
              </a:cxn>
              <a:cxn ang="0">
                <a:pos x="csX2188" y="csY2188"/>
              </a:cxn>
              <a:cxn ang="0">
                <a:pos x="csX2189" y="csY2189"/>
              </a:cxn>
              <a:cxn ang="0">
                <a:pos x="csX2190" y="csY2190"/>
              </a:cxn>
              <a:cxn ang="0">
                <a:pos x="csX2191" y="csY2191"/>
              </a:cxn>
              <a:cxn ang="0">
                <a:pos x="csX2192" y="csY2192"/>
              </a:cxn>
              <a:cxn ang="0">
                <a:pos x="csX2193" y="csY2193"/>
              </a:cxn>
              <a:cxn ang="0">
                <a:pos x="csX2194" y="csY2194"/>
              </a:cxn>
              <a:cxn ang="0">
                <a:pos x="csX2195" y="csY2195"/>
              </a:cxn>
              <a:cxn ang="0">
                <a:pos x="csX2196" y="csY2196"/>
              </a:cxn>
              <a:cxn ang="0">
                <a:pos x="csX2197" y="csY2197"/>
              </a:cxn>
              <a:cxn ang="0">
                <a:pos x="csX2198" y="csY2198"/>
              </a:cxn>
              <a:cxn ang="0">
                <a:pos x="csX2199" y="csY2199"/>
              </a:cxn>
              <a:cxn ang="0">
                <a:pos x="csX2200" y="csY2200"/>
              </a:cxn>
              <a:cxn ang="0">
                <a:pos x="csX2201" y="csY2201"/>
              </a:cxn>
              <a:cxn ang="0">
                <a:pos x="csX2202" y="csY2202"/>
              </a:cxn>
              <a:cxn ang="0">
                <a:pos x="csX2203" y="csY2203"/>
              </a:cxn>
              <a:cxn ang="0">
                <a:pos x="csX2204" y="csY2204"/>
              </a:cxn>
              <a:cxn ang="0">
                <a:pos x="csX2205" y="csY2205"/>
              </a:cxn>
              <a:cxn ang="0">
                <a:pos x="csX2206" y="csY2206"/>
              </a:cxn>
              <a:cxn ang="0">
                <a:pos x="csX2207" y="csY2207"/>
              </a:cxn>
              <a:cxn ang="0">
                <a:pos x="csX2208" y="csY2208"/>
              </a:cxn>
              <a:cxn ang="0">
                <a:pos x="csX2209" y="csY2209"/>
              </a:cxn>
              <a:cxn ang="0">
                <a:pos x="csX2210" y="csY2210"/>
              </a:cxn>
              <a:cxn ang="0">
                <a:pos x="csX2211" y="csY2211"/>
              </a:cxn>
              <a:cxn ang="0">
                <a:pos x="csX2212" y="csY2212"/>
              </a:cxn>
              <a:cxn ang="0">
                <a:pos x="csX2213" y="csY2213"/>
              </a:cxn>
              <a:cxn ang="0">
                <a:pos x="csX2214" y="csY2214"/>
              </a:cxn>
              <a:cxn ang="0">
                <a:pos x="csX2215" y="csY2215"/>
              </a:cxn>
              <a:cxn ang="0">
                <a:pos x="csX2216" y="csY2216"/>
              </a:cxn>
              <a:cxn ang="0">
                <a:pos x="csX2217" y="csY2217"/>
              </a:cxn>
              <a:cxn ang="0">
                <a:pos x="csX2218" y="csY2218"/>
              </a:cxn>
              <a:cxn ang="0">
                <a:pos x="csX2219" y="csY2219"/>
              </a:cxn>
              <a:cxn ang="0">
                <a:pos x="csX2220" y="csY2220"/>
              </a:cxn>
              <a:cxn ang="0">
                <a:pos x="csX2221" y="csY2221"/>
              </a:cxn>
              <a:cxn ang="0">
                <a:pos x="csX2222" y="csY2222"/>
              </a:cxn>
              <a:cxn ang="0">
                <a:pos x="csX2223" y="csY2223"/>
              </a:cxn>
              <a:cxn ang="0">
                <a:pos x="csX2224" y="csY2224"/>
              </a:cxn>
              <a:cxn ang="0">
                <a:pos x="csX2225" y="csY2225"/>
              </a:cxn>
              <a:cxn ang="0">
                <a:pos x="csX2226" y="csY2226"/>
              </a:cxn>
              <a:cxn ang="0">
                <a:pos x="csX2227" y="csY2227"/>
              </a:cxn>
              <a:cxn ang="0">
                <a:pos x="csX2228" y="csY2228"/>
              </a:cxn>
              <a:cxn ang="0">
                <a:pos x="csX2229" y="csY2229"/>
              </a:cxn>
              <a:cxn ang="0">
                <a:pos x="csX2230" y="csY2230"/>
              </a:cxn>
              <a:cxn ang="0">
                <a:pos x="csX2231" y="csY2231"/>
              </a:cxn>
              <a:cxn ang="0">
                <a:pos x="csX2232" y="csY2232"/>
              </a:cxn>
              <a:cxn ang="0">
                <a:pos x="csX2233" y="csY2233"/>
              </a:cxn>
              <a:cxn ang="0">
                <a:pos x="csX2234" y="csY2234"/>
              </a:cxn>
              <a:cxn ang="0">
                <a:pos x="csX2235" y="csY2235"/>
              </a:cxn>
              <a:cxn ang="0">
                <a:pos x="csX2236" y="csY2236"/>
              </a:cxn>
              <a:cxn ang="0">
                <a:pos x="csX2237" y="csY2237"/>
              </a:cxn>
              <a:cxn ang="0">
                <a:pos x="csX2238" y="csY2238"/>
              </a:cxn>
              <a:cxn ang="0">
                <a:pos x="csX2239" y="csY2239"/>
              </a:cxn>
              <a:cxn ang="0">
                <a:pos x="csX2240" y="csY2240"/>
              </a:cxn>
              <a:cxn ang="0">
                <a:pos x="csX2241" y="csY2241"/>
              </a:cxn>
              <a:cxn ang="0">
                <a:pos x="csX2242" y="csY2242"/>
              </a:cxn>
              <a:cxn ang="0">
                <a:pos x="csX2243" y="csY2243"/>
              </a:cxn>
              <a:cxn ang="0">
                <a:pos x="csX2244" y="csY2244"/>
              </a:cxn>
              <a:cxn ang="0">
                <a:pos x="csX2245" y="csY2245"/>
              </a:cxn>
              <a:cxn ang="0">
                <a:pos x="csX2246" y="csY2246"/>
              </a:cxn>
              <a:cxn ang="0">
                <a:pos x="csX2247" y="csY2247"/>
              </a:cxn>
              <a:cxn ang="0">
                <a:pos x="csX2248" y="csY2248"/>
              </a:cxn>
              <a:cxn ang="0">
                <a:pos x="csX2249" y="csY2249"/>
              </a:cxn>
              <a:cxn ang="0">
                <a:pos x="csX2250" y="csY2250"/>
              </a:cxn>
              <a:cxn ang="0">
                <a:pos x="csX2251" y="csY2251"/>
              </a:cxn>
              <a:cxn ang="0">
                <a:pos x="csX2252" y="csY2252"/>
              </a:cxn>
              <a:cxn ang="0">
                <a:pos x="csX2253" y="csY2253"/>
              </a:cxn>
              <a:cxn ang="0">
                <a:pos x="csX2254" y="csY2254"/>
              </a:cxn>
              <a:cxn ang="0">
                <a:pos x="csX2255" y="csY2255"/>
              </a:cxn>
              <a:cxn ang="0">
                <a:pos x="csX2256" y="csY2256"/>
              </a:cxn>
              <a:cxn ang="0">
                <a:pos x="csX2257" y="csY2257"/>
              </a:cxn>
              <a:cxn ang="0">
                <a:pos x="csX2258" y="csY2258"/>
              </a:cxn>
              <a:cxn ang="0">
                <a:pos x="csX2259" y="csY2259"/>
              </a:cxn>
              <a:cxn ang="0">
                <a:pos x="csX2260" y="csY2260"/>
              </a:cxn>
              <a:cxn ang="0">
                <a:pos x="csX2261" y="csY2261"/>
              </a:cxn>
              <a:cxn ang="0">
                <a:pos x="csX2262" y="csY2262"/>
              </a:cxn>
              <a:cxn ang="0">
                <a:pos x="csX2263" y="csY2263"/>
              </a:cxn>
              <a:cxn ang="0">
                <a:pos x="csX2264" y="csY2264"/>
              </a:cxn>
              <a:cxn ang="0">
                <a:pos x="csX2265" y="csY2265"/>
              </a:cxn>
              <a:cxn ang="0">
                <a:pos x="csX2266" y="csY2266"/>
              </a:cxn>
              <a:cxn ang="0">
                <a:pos x="csX2267" y="csY2267"/>
              </a:cxn>
              <a:cxn ang="0">
                <a:pos x="csX2268" y="csY2268"/>
              </a:cxn>
              <a:cxn ang="0">
                <a:pos x="csX2269" y="csY2269"/>
              </a:cxn>
              <a:cxn ang="0">
                <a:pos x="csX2270" y="csY2270"/>
              </a:cxn>
              <a:cxn ang="0">
                <a:pos x="csX2271" y="csY2271"/>
              </a:cxn>
              <a:cxn ang="0">
                <a:pos x="csX2272" y="csY2272"/>
              </a:cxn>
              <a:cxn ang="0">
                <a:pos x="csX2273" y="csY2273"/>
              </a:cxn>
              <a:cxn ang="0">
                <a:pos x="csX2274" y="csY2274"/>
              </a:cxn>
              <a:cxn ang="0">
                <a:pos x="csX2275" y="csY2275"/>
              </a:cxn>
              <a:cxn ang="0">
                <a:pos x="csX2276" y="csY2276"/>
              </a:cxn>
              <a:cxn ang="0">
                <a:pos x="csX2277" y="csY2277"/>
              </a:cxn>
              <a:cxn ang="0">
                <a:pos x="csX2278" y="csY2278"/>
              </a:cxn>
              <a:cxn ang="0">
                <a:pos x="csX2279" y="csY2279"/>
              </a:cxn>
              <a:cxn ang="0">
                <a:pos x="csX2280" y="csY2280"/>
              </a:cxn>
              <a:cxn ang="0">
                <a:pos x="csX2281" y="csY2281"/>
              </a:cxn>
              <a:cxn ang="0">
                <a:pos x="csX2282" y="csY2282"/>
              </a:cxn>
              <a:cxn ang="0">
                <a:pos x="csX2283" y="csY2283"/>
              </a:cxn>
              <a:cxn ang="0">
                <a:pos x="csX2284" y="csY2284"/>
              </a:cxn>
              <a:cxn ang="0">
                <a:pos x="csX2285" y="csY2285"/>
              </a:cxn>
              <a:cxn ang="0">
                <a:pos x="csX2286" y="csY2286"/>
              </a:cxn>
              <a:cxn ang="0">
                <a:pos x="csX2287" y="csY2287"/>
              </a:cxn>
              <a:cxn ang="0">
                <a:pos x="csX2288" y="csY2288"/>
              </a:cxn>
              <a:cxn ang="0">
                <a:pos x="csX2289" y="csY2289"/>
              </a:cxn>
              <a:cxn ang="0">
                <a:pos x="csX2290" y="csY2290"/>
              </a:cxn>
              <a:cxn ang="0">
                <a:pos x="csX2291" y="csY2291"/>
              </a:cxn>
              <a:cxn ang="0">
                <a:pos x="csX2292" y="csY2292"/>
              </a:cxn>
              <a:cxn ang="0">
                <a:pos x="csX2293" y="csY2293"/>
              </a:cxn>
              <a:cxn ang="0">
                <a:pos x="csX2294" y="csY2294"/>
              </a:cxn>
              <a:cxn ang="0">
                <a:pos x="csX2295" y="csY2295"/>
              </a:cxn>
              <a:cxn ang="0">
                <a:pos x="csX2296" y="csY2296"/>
              </a:cxn>
              <a:cxn ang="0">
                <a:pos x="csX2297" y="csY2297"/>
              </a:cxn>
              <a:cxn ang="0">
                <a:pos x="csX2298" y="csY2298"/>
              </a:cxn>
              <a:cxn ang="0">
                <a:pos x="csX2299" y="csY2299"/>
              </a:cxn>
              <a:cxn ang="0">
                <a:pos x="csX2300" y="csY2300"/>
              </a:cxn>
              <a:cxn ang="0">
                <a:pos x="csX2301" y="csY2301"/>
              </a:cxn>
              <a:cxn ang="0">
                <a:pos x="csX2302" y="csY2302"/>
              </a:cxn>
              <a:cxn ang="0">
                <a:pos x="csX2303" y="csY2303"/>
              </a:cxn>
              <a:cxn ang="0">
                <a:pos x="csX2304" y="csY2304"/>
              </a:cxn>
              <a:cxn ang="0">
                <a:pos x="csX2305" y="csY2305"/>
              </a:cxn>
              <a:cxn ang="0">
                <a:pos x="csX2306" y="csY2306"/>
              </a:cxn>
              <a:cxn ang="0">
                <a:pos x="csX2307" y="csY2307"/>
              </a:cxn>
              <a:cxn ang="0">
                <a:pos x="csX2308" y="csY2308"/>
              </a:cxn>
              <a:cxn ang="0">
                <a:pos x="csX2309" y="csY2309"/>
              </a:cxn>
              <a:cxn ang="0">
                <a:pos x="csX2310" y="csY2310"/>
              </a:cxn>
              <a:cxn ang="0">
                <a:pos x="csX2311" y="csY2311"/>
              </a:cxn>
              <a:cxn ang="0">
                <a:pos x="csX2312" y="csY2312"/>
              </a:cxn>
              <a:cxn ang="0">
                <a:pos x="csX2313" y="csY2313"/>
              </a:cxn>
              <a:cxn ang="0">
                <a:pos x="csX2314" y="csY2314"/>
              </a:cxn>
              <a:cxn ang="0">
                <a:pos x="csX2315" y="csY2315"/>
              </a:cxn>
              <a:cxn ang="0">
                <a:pos x="csX2316" y="csY2316"/>
              </a:cxn>
              <a:cxn ang="0">
                <a:pos x="csX2317" y="csY2317"/>
              </a:cxn>
              <a:cxn ang="0">
                <a:pos x="csX2318" y="csY2318"/>
              </a:cxn>
              <a:cxn ang="0">
                <a:pos x="csX2319" y="csY2319"/>
              </a:cxn>
              <a:cxn ang="0">
                <a:pos x="csX2320" y="csY2320"/>
              </a:cxn>
              <a:cxn ang="0">
                <a:pos x="csX2321" y="csY2321"/>
              </a:cxn>
              <a:cxn ang="0">
                <a:pos x="csX2322" y="csY2322"/>
              </a:cxn>
              <a:cxn ang="0">
                <a:pos x="csX2323" y="csY2323"/>
              </a:cxn>
              <a:cxn ang="0">
                <a:pos x="csX2324" y="csY2324"/>
              </a:cxn>
              <a:cxn ang="0">
                <a:pos x="csX2325" y="csY2325"/>
              </a:cxn>
              <a:cxn ang="0">
                <a:pos x="csX2326" y="csY2326"/>
              </a:cxn>
              <a:cxn ang="0">
                <a:pos x="csX2327" y="csY2327"/>
              </a:cxn>
              <a:cxn ang="0">
                <a:pos x="csX2328" y="csY2328"/>
              </a:cxn>
              <a:cxn ang="0">
                <a:pos x="csX2329" y="csY2329"/>
              </a:cxn>
              <a:cxn ang="0">
                <a:pos x="csX2330" y="csY2330"/>
              </a:cxn>
              <a:cxn ang="0">
                <a:pos x="csX2331" y="csY2331"/>
              </a:cxn>
              <a:cxn ang="0">
                <a:pos x="csX2332" y="csY2332"/>
              </a:cxn>
              <a:cxn ang="0">
                <a:pos x="csX2333" y="csY2333"/>
              </a:cxn>
              <a:cxn ang="0">
                <a:pos x="csX2334" y="csY2334"/>
              </a:cxn>
              <a:cxn ang="0">
                <a:pos x="csX2335" y="csY2335"/>
              </a:cxn>
              <a:cxn ang="0">
                <a:pos x="csX2336" y="csY2336"/>
              </a:cxn>
              <a:cxn ang="0">
                <a:pos x="csX2337" y="csY2337"/>
              </a:cxn>
              <a:cxn ang="0">
                <a:pos x="csX2338" y="csY2338"/>
              </a:cxn>
              <a:cxn ang="0">
                <a:pos x="csX2339" y="csY2339"/>
              </a:cxn>
              <a:cxn ang="0">
                <a:pos x="csX2340" y="csY2340"/>
              </a:cxn>
              <a:cxn ang="0">
                <a:pos x="csX2341" y="csY2341"/>
              </a:cxn>
              <a:cxn ang="0">
                <a:pos x="csX2342" y="csY2342"/>
              </a:cxn>
              <a:cxn ang="0">
                <a:pos x="csX2343" y="csY2343"/>
              </a:cxn>
              <a:cxn ang="0">
                <a:pos x="csX2344" y="csY2344"/>
              </a:cxn>
              <a:cxn ang="0">
                <a:pos x="csX2345" y="csY2345"/>
              </a:cxn>
              <a:cxn ang="0">
                <a:pos x="csX2346" y="csY2346"/>
              </a:cxn>
              <a:cxn ang="0">
                <a:pos x="csX2347" y="csY2347"/>
              </a:cxn>
              <a:cxn ang="0">
                <a:pos x="csX2348" y="csY2348"/>
              </a:cxn>
              <a:cxn ang="0">
                <a:pos x="csX2349" y="csY2349"/>
              </a:cxn>
              <a:cxn ang="0">
                <a:pos x="csX2350" y="csY2350"/>
              </a:cxn>
              <a:cxn ang="0">
                <a:pos x="csX2351" y="csY2351"/>
              </a:cxn>
              <a:cxn ang="0">
                <a:pos x="csX2352" y="csY2352"/>
              </a:cxn>
              <a:cxn ang="0">
                <a:pos x="csX2353" y="csY2353"/>
              </a:cxn>
              <a:cxn ang="0">
                <a:pos x="csX2354" y="csY2354"/>
              </a:cxn>
              <a:cxn ang="0">
                <a:pos x="csX2355" y="csY2355"/>
              </a:cxn>
              <a:cxn ang="0">
                <a:pos x="csX2356" y="csY2356"/>
              </a:cxn>
              <a:cxn ang="0">
                <a:pos x="csX2357" y="csY2357"/>
              </a:cxn>
              <a:cxn ang="0">
                <a:pos x="csX2358" y="csY2358"/>
              </a:cxn>
              <a:cxn ang="0">
                <a:pos x="csX2359" y="csY2359"/>
              </a:cxn>
              <a:cxn ang="0">
                <a:pos x="csX2360" y="csY2360"/>
              </a:cxn>
              <a:cxn ang="0">
                <a:pos x="csX2361" y="csY2361"/>
              </a:cxn>
              <a:cxn ang="0">
                <a:pos x="csX2362" y="csY2362"/>
              </a:cxn>
              <a:cxn ang="0">
                <a:pos x="csX2363" y="csY2363"/>
              </a:cxn>
              <a:cxn ang="0">
                <a:pos x="csX2364" y="csY2364"/>
              </a:cxn>
              <a:cxn ang="0">
                <a:pos x="csX2365" y="csY2365"/>
              </a:cxn>
              <a:cxn ang="0">
                <a:pos x="csX2366" y="csY2366"/>
              </a:cxn>
              <a:cxn ang="0">
                <a:pos x="csX2367" y="csY2367"/>
              </a:cxn>
              <a:cxn ang="0">
                <a:pos x="csX2368" y="csY2368"/>
              </a:cxn>
              <a:cxn ang="0">
                <a:pos x="csX2369" y="csY2369"/>
              </a:cxn>
              <a:cxn ang="0">
                <a:pos x="csX2370" y="csY2370"/>
              </a:cxn>
              <a:cxn ang="0">
                <a:pos x="csX2371" y="csY2371"/>
              </a:cxn>
              <a:cxn ang="0">
                <a:pos x="csX2372" y="csY2372"/>
              </a:cxn>
              <a:cxn ang="0">
                <a:pos x="csX2373" y="csY2373"/>
              </a:cxn>
              <a:cxn ang="0">
                <a:pos x="csX2374" y="csY2374"/>
              </a:cxn>
              <a:cxn ang="0">
                <a:pos x="csX2375" y="csY2375"/>
              </a:cxn>
              <a:cxn ang="0">
                <a:pos x="csX2376" y="csY2376"/>
              </a:cxn>
              <a:cxn ang="0">
                <a:pos x="csX2377" y="csY2377"/>
              </a:cxn>
              <a:cxn ang="0">
                <a:pos x="csX2378" y="csY2378"/>
              </a:cxn>
              <a:cxn ang="0">
                <a:pos x="csX2379" y="csY2379"/>
              </a:cxn>
              <a:cxn ang="0">
                <a:pos x="csX2380" y="csY2380"/>
              </a:cxn>
              <a:cxn ang="0">
                <a:pos x="csX2381" y="csY2381"/>
              </a:cxn>
              <a:cxn ang="0">
                <a:pos x="csX2382" y="csY2382"/>
              </a:cxn>
              <a:cxn ang="0">
                <a:pos x="csX2383" y="csY2383"/>
              </a:cxn>
              <a:cxn ang="0">
                <a:pos x="csX2384" y="csY2384"/>
              </a:cxn>
              <a:cxn ang="0">
                <a:pos x="csX2385" y="csY2385"/>
              </a:cxn>
              <a:cxn ang="0">
                <a:pos x="csX2386" y="csY2386"/>
              </a:cxn>
              <a:cxn ang="0">
                <a:pos x="csX2387" y="csY2387"/>
              </a:cxn>
              <a:cxn ang="0">
                <a:pos x="csX2388" y="csY2388"/>
              </a:cxn>
              <a:cxn ang="0">
                <a:pos x="csX2389" y="csY2389"/>
              </a:cxn>
              <a:cxn ang="0">
                <a:pos x="csX2390" y="csY2390"/>
              </a:cxn>
              <a:cxn ang="0">
                <a:pos x="csX2391" y="csY2391"/>
              </a:cxn>
              <a:cxn ang="0">
                <a:pos x="csX2392" y="csY2392"/>
              </a:cxn>
              <a:cxn ang="0">
                <a:pos x="csX2393" y="csY2393"/>
              </a:cxn>
              <a:cxn ang="0">
                <a:pos x="csX2394" y="csY2394"/>
              </a:cxn>
              <a:cxn ang="0">
                <a:pos x="csX2395" y="csY2395"/>
              </a:cxn>
              <a:cxn ang="0">
                <a:pos x="csX2396" y="csY2396"/>
              </a:cxn>
              <a:cxn ang="0">
                <a:pos x="csX2397" y="csY2397"/>
              </a:cxn>
              <a:cxn ang="0">
                <a:pos x="csX2398" y="csY2398"/>
              </a:cxn>
              <a:cxn ang="0">
                <a:pos x="csX2399" y="csY2399"/>
              </a:cxn>
              <a:cxn ang="0">
                <a:pos x="csX2400" y="csY2400"/>
              </a:cxn>
              <a:cxn ang="0">
                <a:pos x="csX2401" y="csY2401"/>
              </a:cxn>
              <a:cxn ang="0">
                <a:pos x="csX2402" y="csY2402"/>
              </a:cxn>
              <a:cxn ang="0">
                <a:pos x="csX2403" y="csY2403"/>
              </a:cxn>
              <a:cxn ang="0">
                <a:pos x="csX2404" y="csY2404"/>
              </a:cxn>
              <a:cxn ang="0">
                <a:pos x="csX2405" y="csY2405"/>
              </a:cxn>
              <a:cxn ang="0">
                <a:pos x="csX2406" y="csY2406"/>
              </a:cxn>
              <a:cxn ang="0">
                <a:pos x="csX2407" y="csY2407"/>
              </a:cxn>
              <a:cxn ang="0">
                <a:pos x="csX2408" y="csY2408"/>
              </a:cxn>
              <a:cxn ang="0">
                <a:pos x="csX2409" y="csY2409"/>
              </a:cxn>
              <a:cxn ang="0">
                <a:pos x="csX2410" y="csY2410"/>
              </a:cxn>
              <a:cxn ang="0">
                <a:pos x="csX2411" y="csY2411"/>
              </a:cxn>
              <a:cxn ang="0">
                <a:pos x="csX2412" y="csY2412"/>
              </a:cxn>
              <a:cxn ang="0">
                <a:pos x="csX2413" y="csY2413"/>
              </a:cxn>
              <a:cxn ang="0">
                <a:pos x="csX2414" y="csY2414"/>
              </a:cxn>
              <a:cxn ang="0">
                <a:pos x="csX2415" y="csY2415"/>
              </a:cxn>
              <a:cxn ang="0">
                <a:pos x="csX2416" y="csY2416"/>
              </a:cxn>
              <a:cxn ang="0">
                <a:pos x="csX2417" y="csY2417"/>
              </a:cxn>
              <a:cxn ang="0">
                <a:pos x="csX2418" y="csY2418"/>
              </a:cxn>
              <a:cxn ang="0">
                <a:pos x="csX2419" y="csY2419"/>
              </a:cxn>
              <a:cxn ang="0">
                <a:pos x="csX2420" y="csY2420"/>
              </a:cxn>
              <a:cxn ang="0">
                <a:pos x="csX2421" y="csY2421"/>
              </a:cxn>
              <a:cxn ang="0">
                <a:pos x="csX2422" y="csY2422"/>
              </a:cxn>
              <a:cxn ang="0">
                <a:pos x="csX2423" y="csY2423"/>
              </a:cxn>
              <a:cxn ang="0">
                <a:pos x="csX2424" y="csY2424"/>
              </a:cxn>
              <a:cxn ang="0">
                <a:pos x="csX2425" y="csY2425"/>
              </a:cxn>
              <a:cxn ang="0">
                <a:pos x="csX2426" y="csY2426"/>
              </a:cxn>
              <a:cxn ang="0">
                <a:pos x="csX2427" y="csY2427"/>
              </a:cxn>
              <a:cxn ang="0">
                <a:pos x="csX2428" y="csY2428"/>
              </a:cxn>
              <a:cxn ang="0">
                <a:pos x="csX2429" y="csY2429"/>
              </a:cxn>
              <a:cxn ang="0">
                <a:pos x="csX2430" y="csY2430"/>
              </a:cxn>
              <a:cxn ang="0">
                <a:pos x="csX2431" y="csY2431"/>
              </a:cxn>
              <a:cxn ang="0">
                <a:pos x="csX2432" y="csY2432"/>
              </a:cxn>
              <a:cxn ang="0">
                <a:pos x="csX2433" y="csY2433"/>
              </a:cxn>
              <a:cxn ang="0">
                <a:pos x="csX2434" y="csY2434"/>
              </a:cxn>
              <a:cxn ang="0">
                <a:pos x="csX2435" y="csY2435"/>
              </a:cxn>
              <a:cxn ang="0">
                <a:pos x="csX2436" y="csY2436"/>
              </a:cxn>
              <a:cxn ang="0">
                <a:pos x="csX2437" y="csY2437"/>
              </a:cxn>
              <a:cxn ang="0">
                <a:pos x="csX2438" y="csY2438"/>
              </a:cxn>
              <a:cxn ang="0">
                <a:pos x="csX2439" y="csY2439"/>
              </a:cxn>
              <a:cxn ang="0">
                <a:pos x="csX2440" y="csY2440"/>
              </a:cxn>
              <a:cxn ang="0">
                <a:pos x="csX2441" y="csY2441"/>
              </a:cxn>
              <a:cxn ang="0">
                <a:pos x="csX2442" y="csY2442"/>
              </a:cxn>
              <a:cxn ang="0">
                <a:pos x="csX2443" y="csY2443"/>
              </a:cxn>
              <a:cxn ang="0">
                <a:pos x="csX2444" y="csY2444"/>
              </a:cxn>
              <a:cxn ang="0">
                <a:pos x="csX2445" y="csY2445"/>
              </a:cxn>
              <a:cxn ang="0">
                <a:pos x="csX2446" y="csY2446"/>
              </a:cxn>
              <a:cxn ang="0">
                <a:pos x="csX2447" y="csY2447"/>
              </a:cxn>
              <a:cxn ang="0">
                <a:pos x="csX2448" y="csY2448"/>
              </a:cxn>
              <a:cxn ang="0">
                <a:pos x="csX2449" y="csY2449"/>
              </a:cxn>
              <a:cxn ang="0">
                <a:pos x="csX2450" y="csY2450"/>
              </a:cxn>
              <a:cxn ang="0">
                <a:pos x="csX2451" y="csY2451"/>
              </a:cxn>
              <a:cxn ang="0">
                <a:pos x="csX2452" y="csY2452"/>
              </a:cxn>
              <a:cxn ang="0">
                <a:pos x="csX2453" y="csY2453"/>
              </a:cxn>
              <a:cxn ang="0">
                <a:pos x="csX2454" y="csY2454"/>
              </a:cxn>
              <a:cxn ang="0">
                <a:pos x="csX2455" y="csY2455"/>
              </a:cxn>
              <a:cxn ang="0">
                <a:pos x="csX2456" y="csY2456"/>
              </a:cxn>
              <a:cxn ang="0">
                <a:pos x="csX2457" y="csY2457"/>
              </a:cxn>
              <a:cxn ang="0">
                <a:pos x="csX2458" y="csY2458"/>
              </a:cxn>
              <a:cxn ang="0">
                <a:pos x="csX2459" y="csY2459"/>
              </a:cxn>
              <a:cxn ang="0">
                <a:pos x="csX2460" y="csY2460"/>
              </a:cxn>
              <a:cxn ang="0">
                <a:pos x="csX2461" y="csY2461"/>
              </a:cxn>
              <a:cxn ang="0">
                <a:pos x="csX2462" y="csY2462"/>
              </a:cxn>
              <a:cxn ang="0">
                <a:pos x="csX2463" y="csY2463"/>
              </a:cxn>
              <a:cxn ang="0">
                <a:pos x="csX2464" y="csY2464"/>
              </a:cxn>
              <a:cxn ang="0">
                <a:pos x="csX2465" y="csY2465"/>
              </a:cxn>
              <a:cxn ang="0">
                <a:pos x="csX2466" y="csY2466"/>
              </a:cxn>
              <a:cxn ang="0">
                <a:pos x="csX2467" y="csY2467"/>
              </a:cxn>
              <a:cxn ang="0">
                <a:pos x="csX2468" y="csY2468"/>
              </a:cxn>
              <a:cxn ang="0">
                <a:pos x="csX2469" y="csY2469"/>
              </a:cxn>
              <a:cxn ang="0">
                <a:pos x="csX2470" y="csY2470"/>
              </a:cxn>
              <a:cxn ang="0">
                <a:pos x="csX2471" y="csY2471"/>
              </a:cxn>
              <a:cxn ang="0">
                <a:pos x="csX2472" y="csY2472"/>
              </a:cxn>
              <a:cxn ang="0">
                <a:pos x="csX2473" y="csY2473"/>
              </a:cxn>
              <a:cxn ang="0">
                <a:pos x="csX2474" y="csY2474"/>
              </a:cxn>
              <a:cxn ang="0">
                <a:pos x="csX2475" y="csY2475"/>
              </a:cxn>
              <a:cxn ang="0">
                <a:pos x="csX2476" y="csY2476"/>
              </a:cxn>
              <a:cxn ang="0">
                <a:pos x="csX2477" y="csY2477"/>
              </a:cxn>
              <a:cxn ang="0">
                <a:pos x="csX2478" y="csY2478"/>
              </a:cxn>
              <a:cxn ang="0">
                <a:pos x="csX2479" y="csY2479"/>
              </a:cxn>
              <a:cxn ang="0">
                <a:pos x="csX2480" y="csY2480"/>
              </a:cxn>
              <a:cxn ang="0">
                <a:pos x="csX2481" y="csY2481"/>
              </a:cxn>
              <a:cxn ang="0">
                <a:pos x="csX2482" y="csY2482"/>
              </a:cxn>
              <a:cxn ang="0">
                <a:pos x="csX2483" y="csY2483"/>
              </a:cxn>
              <a:cxn ang="0">
                <a:pos x="csX2484" y="csY2484"/>
              </a:cxn>
              <a:cxn ang="0">
                <a:pos x="csX2485" y="csY2485"/>
              </a:cxn>
              <a:cxn ang="0">
                <a:pos x="csX2486" y="csY2486"/>
              </a:cxn>
              <a:cxn ang="0">
                <a:pos x="csX2487" y="csY2487"/>
              </a:cxn>
              <a:cxn ang="0">
                <a:pos x="csX2488" y="csY2488"/>
              </a:cxn>
              <a:cxn ang="0">
                <a:pos x="csX2489" y="csY2489"/>
              </a:cxn>
              <a:cxn ang="0">
                <a:pos x="csX2490" y="csY2490"/>
              </a:cxn>
              <a:cxn ang="0">
                <a:pos x="csX2491" y="csY2491"/>
              </a:cxn>
              <a:cxn ang="0">
                <a:pos x="csX2492" y="csY2492"/>
              </a:cxn>
              <a:cxn ang="0">
                <a:pos x="csX2493" y="csY2493"/>
              </a:cxn>
              <a:cxn ang="0">
                <a:pos x="csX2494" y="csY2494"/>
              </a:cxn>
              <a:cxn ang="0">
                <a:pos x="csX2495" y="csY2495"/>
              </a:cxn>
              <a:cxn ang="0">
                <a:pos x="csX2496" y="csY2496"/>
              </a:cxn>
              <a:cxn ang="0">
                <a:pos x="csX2497" y="csY2497"/>
              </a:cxn>
              <a:cxn ang="0">
                <a:pos x="csX2498" y="csY2498"/>
              </a:cxn>
              <a:cxn ang="0">
                <a:pos x="csX2499" y="csY2499"/>
              </a:cxn>
              <a:cxn ang="0">
                <a:pos x="csX2500" y="csY2500"/>
              </a:cxn>
              <a:cxn ang="0">
                <a:pos x="csX2501" y="csY2501"/>
              </a:cxn>
              <a:cxn ang="0">
                <a:pos x="csX2502" y="csY2502"/>
              </a:cxn>
              <a:cxn ang="0">
                <a:pos x="csX2503" y="csY2503"/>
              </a:cxn>
              <a:cxn ang="0">
                <a:pos x="csX2504" y="csY2504"/>
              </a:cxn>
              <a:cxn ang="0">
                <a:pos x="csX2505" y="csY2505"/>
              </a:cxn>
              <a:cxn ang="0">
                <a:pos x="csX2506" y="csY2506"/>
              </a:cxn>
              <a:cxn ang="0">
                <a:pos x="csX2507" y="csY2507"/>
              </a:cxn>
              <a:cxn ang="0">
                <a:pos x="csX2508" y="csY2508"/>
              </a:cxn>
              <a:cxn ang="0">
                <a:pos x="csX2509" y="csY2509"/>
              </a:cxn>
              <a:cxn ang="0">
                <a:pos x="csX2510" y="csY2510"/>
              </a:cxn>
              <a:cxn ang="0">
                <a:pos x="csX2511" y="csY2511"/>
              </a:cxn>
              <a:cxn ang="0">
                <a:pos x="csX2512" y="csY2512"/>
              </a:cxn>
              <a:cxn ang="0">
                <a:pos x="csX2513" y="csY2513"/>
              </a:cxn>
              <a:cxn ang="0">
                <a:pos x="csX2514" y="csY2514"/>
              </a:cxn>
              <a:cxn ang="0">
                <a:pos x="csX2515" y="csY2515"/>
              </a:cxn>
              <a:cxn ang="0">
                <a:pos x="csX2516" y="csY2516"/>
              </a:cxn>
              <a:cxn ang="0">
                <a:pos x="csX2517" y="csY2517"/>
              </a:cxn>
              <a:cxn ang="0">
                <a:pos x="csX2518" y="csY2518"/>
              </a:cxn>
              <a:cxn ang="0">
                <a:pos x="csX2519" y="csY2519"/>
              </a:cxn>
              <a:cxn ang="0">
                <a:pos x="csX2520" y="csY2520"/>
              </a:cxn>
              <a:cxn ang="0">
                <a:pos x="csX2521" y="csY2521"/>
              </a:cxn>
              <a:cxn ang="0">
                <a:pos x="csX2522" y="csY2522"/>
              </a:cxn>
              <a:cxn ang="0">
                <a:pos x="csX2523" y="csY2523"/>
              </a:cxn>
              <a:cxn ang="0">
                <a:pos x="csX2524" y="csY2524"/>
              </a:cxn>
              <a:cxn ang="0">
                <a:pos x="csX2525" y="csY2525"/>
              </a:cxn>
              <a:cxn ang="0">
                <a:pos x="csX2526" y="csY2526"/>
              </a:cxn>
              <a:cxn ang="0">
                <a:pos x="csX2527" y="csY2527"/>
              </a:cxn>
              <a:cxn ang="0">
                <a:pos x="csX2528" y="csY2528"/>
              </a:cxn>
              <a:cxn ang="0">
                <a:pos x="csX2529" y="csY2529"/>
              </a:cxn>
              <a:cxn ang="0">
                <a:pos x="csX2530" y="csY2530"/>
              </a:cxn>
              <a:cxn ang="0">
                <a:pos x="csX2531" y="csY2531"/>
              </a:cxn>
              <a:cxn ang="0">
                <a:pos x="csX2532" y="csY2532"/>
              </a:cxn>
              <a:cxn ang="0">
                <a:pos x="csX2533" y="csY2533"/>
              </a:cxn>
              <a:cxn ang="0">
                <a:pos x="csX2534" y="csY2534"/>
              </a:cxn>
              <a:cxn ang="0">
                <a:pos x="csX2535" y="csY2535"/>
              </a:cxn>
              <a:cxn ang="0">
                <a:pos x="csX2536" y="csY2536"/>
              </a:cxn>
              <a:cxn ang="0">
                <a:pos x="csX2537" y="csY2537"/>
              </a:cxn>
              <a:cxn ang="0">
                <a:pos x="csX2538" y="csY2538"/>
              </a:cxn>
              <a:cxn ang="0">
                <a:pos x="csX2539" y="csY2539"/>
              </a:cxn>
              <a:cxn ang="0">
                <a:pos x="csX2540" y="csY2540"/>
              </a:cxn>
              <a:cxn ang="0">
                <a:pos x="csX2541" y="csY2541"/>
              </a:cxn>
              <a:cxn ang="0">
                <a:pos x="csX2542" y="csY2542"/>
              </a:cxn>
              <a:cxn ang="0">
                <a:pos x="csX2543" y="csY2543"/>
              </a:cxn>
              <a:cxn ang="0">
                <a:pos x="csX2544" y="csY2544"/>
              </a:cxn>
              <a:cxn ang="0">
                <a:pos x="csX2545" y="csY2545"/>
              </a:cxn>
              <a:cxn ang="0">
                <a:pos x="csX2546" y="csY2546"/>
              </a:cxn>
              <a:cxn ang="0">
                <a:pos x="csX2547" y="csY2547"/>
              </a:cxn>
              <a:cxn ang="0">
                <a:pos x="csX2548" y="csY2548"/>
              </a:cxn>
              <a:cxn ang="0">
                <a:pos x="csX2549" y="csY2549"/>
              </a:cxn>
              <a:cxn ang="0">
                <a:pos x="csX2550" y="csY2550"/>
              </a:cxn>
              <a:cxn ang="0">
                <a:pos x="csX2551" y="csY2551"/>
              </a:cxn>
              <a:cxn ang="0">
                <a:pos x="csX2552" y="csY2552"/>
              </a:cxn>
              <a:cxn ang="0">
                <a:pos x="csX2553" y="csY2553"/>
              </a:cxn>
              <a:cxn ang="0">
                <a:pos x="csX2554" y="csY2554"/>
              </a:cxn>
              <a:cxn ang="0">
                <a:pos x="csX2555" y="csY2555"/>
              </a:cxn>
              <a:cxn ang="0">
                <a:pos x="csX2556" y="csY2556"/>
              </a:cxn>
              <a:cxn ang="0">
                <a:pos x="csX2557" y="csY2557"/>
              </a:cxn>
              <a:cxn ang="0">
                <a:pos x="csX2558" y="csY2558"/>
              </a:cxn>
              <a:cxn ang="0">
                <a:pos x="csX2559" y="csY2559"/>
              </a:cxn>
              <a:cxn ang="0">
                <a:pos x="csX2560" y="csY2560"/>
              </a:cxn>
              <a:cxn ang="0">
                <a:pos x="csX2561" y="csY2561"/>
              </a:cxn>
              <a:cxn ang="0">
                <a:pos x="csX2562" y="csY2562"/>
              </a:cxn>
              <a:cxn ang="0">
                <a:pos x="csX2563" y="csY2563"/>
              </a:cxn>
              <a:cxn ang="0">
                <a:pos x="csX2564" y="csY2564"/>
              </a:cxn>
              <a:cxn ang="0">
                <a:pos x="csX2565" y="csY2565"/>
              </a:cxn>
              <a:cxn ang="0">
                <a:pos x="csX2566" y="csY2566"/>
              </a:cxn>
              <a:cxn ang="0">
                <a:pos x="csX2567" y="csY2567"/>
              </a:cxn>
              <a:cxn ang="0">
                <a:pos x="csX2568" y="csY2568"/>
              </a:cxn>
              <a:cxn ang="0">
                <a:pos x="csX2569" y="csY2569"/>
              </a:cxn>
              <a:cxn ang="0">
                <a:pos x="csX2570" y="csY2570"/>
              </a:cxn>
              <a:cxn ang="0">
                <a:pos x="csX2571" y="csY2571"/>
              </a:cxn>
              <a:cxn ang="0">
                <a:pos x="csX2572" y="csY2572"/>
              </a:cxn>
              <a:cxn ang="0">
                <a:pos x="csX2573" y="csY2573"/>
              </a:cxn>
              <a:cxn ang="0">
                <a:pos x="csX2574" y="csY2574"/>
              </a:cxn>
              <a:cxn ang="0">
                <a:pos x="csX2575" y="csY2575"/>
              </a:cxn>
              <a:cxn ang="0">
                <a:pos x="csX2576" y="csY2576"/>
              </a:cxn>
              <a:cxn ang="0">
                <a:pos x="csX2577" y="csY2577"/>
              </a:cxn>
              <a:cxn ang="0">
                <a:pos x="csX2578" y="csY2578"/>
              </a:cxn>
              <a:cxn ang="0">
                <a:pos x="csX2579" y="csY2579"/>
              </a:cxn>
              <a:cxn ang="0">
                <a:pos x="csX2580" y="csY2580"/>
              </a:cxn>
              <a:cxn ang="0">
                <a:pos x="csX2581" y="csY2581"/>
              </a:cxn>
              <a:cxn ang="0">
                <a:pos x="csX2582" y="csY2582"/>
              </a:cxn>
              <a:cxn ang="0">
                <a:pos x="csX2583" y="csY2583"/>
              </a:cxn>
              <a:cxn ang="0">
                <a:pos x="csX2584" y="csY2584"/>
              </a:cxn>
              <a:cxn ang="0">
                <a:pos x="csX2585" y="csY2585"/>
              </a:cxn>
              <a:cxn ang="0">
                <a:pos x="csX2586" y="csY2586"/>
              </a:cxn>
              <a:cxn ang="0">
                <a:pos x="csX2587" y="csY2587"/>
              </a:cxn>
              <a:cxn ang="0">
                <a:pos x="csX2588" y="csY2588"/>
              </a:cxn>
              <a:cxn ang="0">
                <a:pos x="csX2589" y="csY2589"/>
              </a:cxn>
              <a:cxn ang="0">
                <a:pos x="csX2590" y="csY2590"/>
              </a:cxn>
              <a:cxn ang="0">
                <a:pos x="csX2591" y="csY2591"/>
              </a:cxn>
              <a:cxn ang="0">
                <a:pos x="csX2592" y="csY2592"/>
              </a:cxn>
              <a:cxn ang="0">
                <a:pos x="csX2593" y="csY2593"/>
              </a:cxn>
              <a:cxn ang="0">
                <a:pos x="csX2594" y="csY2594"/>
              </a:cxn>
              <a:cxn ang="0">
                <a:pos x="csX2595" y="csY2595"/>
              </a:cxn>
              <a:cxn ang="0">
                <a:pos x="csX2596" y="csY2596"/>
              </a:cxn>
              <a:cxn ang="0">
                <a:pos x="csX2597" y="csY2597"/>
              </a:cxn>
              <a:cxn ang="0">
                <a:pos x="csX2598" y="csY2598"/>
              </a:cxn>
              <a:cxn ang="0">
                <a:pos x="csX2599" y="csY2599"/>
              </a:cxn>
              <a:cxn ang="0">
                <a:pos x="csX2600" y="csY2600"/>
              </a:cxn>
              <a:cxn ang="0">
                <a:pos x="csX2601" y="csY2601"/>
              </a:cxn>
              <a:cxn ang="0">
                <a:pos x="csX2602" y="csY2602"/>
              </a:cxn>
              <a:cxn ang="0">
                <a:pos x="csX2603" y="csY2603"/>
              </a:cxn>
              <a:cxn ang="0">
                <a:pos x="csX2604" y="csY2604"/>
              </a:cxn>
              <a:cxn ang="0">
                <a:pos x="csX2605" y="csY2605"/>
              </a:cxn>
              <a:cxn ang="0">
                <a:pos x="csX2606" y="csY2606"/>
              </a:cxn>
              <a:cxn ang="0">
                <a:pos x="csX2607" y="csY2607"/>
              </a:cxn>
              <a:cxn ang="0">
                <a:pos x="csX2608" y="csY2608"/>
              </a:cxn>
              <a:cxn ang="0">
                <a:pos x="csX2609" y="csY2609"/>
              </a:cxn>
              <a:cxn ang="0">
                <a:pos x="csX2610" y="csY2610"/>
              </a:cxn>
              <a:cxn ang="0">
                <a:pos x="csX2611" y="csY2611"/>
              </a:cxn>
              <a:cxn ang="0">
                <a:pos x="csX2612" y="csY2612"/>
              </a:cxn>
              <a:cxn ang="0">
                <a:pos x="csX2613" y="csY2613"/>
              </a:cxn>
              <a:cxn ang="0">
                <a:pos x="csX2614" y="csY2614"/>
              </a:cxn>
              <a:cxn ang="0">
                <a:pos x="csX2615" y="csY2615"/>
              </a:cxn>
              <a:cxn ang="0">
                <a:pos x="csX2616" y="csY2616"/>
              </a:cxn>
              <a:cxn ang="0">
                <a:pos x="csX2617" y="csY2617"/>
              </a:cxn>
              <a:cxn ang="0">
                <a:pos x="csX2618" y="csY2618"/>
              </a:cxn>
              <a:cxn ang="0">
                <a:pos x="csX2619" y="csY2619"/>
              </a:cxn>
              <a:cxn ang="0">
                <a:pos x="csX2620" y="csY2620"/>
              </a:cxn>
              <a:cxn ang="0">
                <a:pos x="csX2621" y="csY2621"/>
              </a:cxn>
              <a:cxn ang="0">
                <a:pos x="csX2622" y="csY2622"/>
              </a:cxn>
              <a:cxn ang="0">
                <a:pos x="csX2623" y="csY2623"/>
              </a:cxn>
              <a:cxn ang="0">
                <a:pos x="csX2624" y="csY2624"/>
              </a:cxn>
              <a:cxn ang="0">
                <a:pos x="csX2625" y="csY2625"/>
              </a:cxn>
              <a:cxn ang="0">
                <a:pos x="csX2626" y="csY2626"/>
              </a:cxn>
              <a:cxn ang="0">
                <a:pos x="csX2627" y="csY2627"/>
              </a:cxn>
              <a:cxn ang="0">
                <a:pos x="csX2628" y="csY2628"/>
              </a:cxn>
              <a:cxn ang="0">
                <a:pos x="csX2629" y="csY2629"/>
              </a:cxn>
              <a:cxn ang="0">
                <a:pos x="csX2630" y="csY2630"/>
              </a:cxn>
              <a:cxn ang="0">
                <a:pos x="csX2631" y="csY2631"/>
              </a:cxn>
              <a:cxn ang="0">
                <a:pos x="csX2632" y="csY2632"/>
              </a:cxn>
              <a:cxn ang="0">
                <a:pos x="csX2633" y="csY2633"/>
              </a:cxn>
              <a:cxn ang="0">
                <a:pos x="csX2634" y="csY2634"/>
              </a:cxn>
              <a:cxn ang="0">
                <a:pos x="csX2635" y="csY2635"/>
              </a:cxn>
              <a:cxn ang="0">
                <a:pos x="csX2636" y="csY2636"/>
              </a:cxn>
              <a:cxn ang="0">
                <a:pos x="csX2637" y="csY2637"/>
              </a:cxn>
              <a:cxn ang="0">
                <a:pos x="csX2638" y="csY2638"/>
              </a:cxn>
              <a:cxn ang="0">
                <a:pos x="csX2639" y="csY2639"/>
              </a:cxn>
              <a:cxn ang="0">
                <a:pos x="csX2640" y="csY2640"/>
              </a:cxn>
              <a:cxn ang="0">
                <a:pos x="csX2641" y="csY2641"/>
              </a:cxn>
              <a:cxn ang="0">
                <a:pos x="csX2642" y="csY2642"/>
              </a:cxn>
              <a:cxn ang="0">
                <a:pos x="csX2643" y="csY2643"/>
              </a:cxn>
              <a:cxn ang="0">
                <a:pos x="csX2644" y="csY2644"/>
              </a:cxn>
              <a:cxn ang="0">
                <a:pos x="csX2645" y="csY2645"/>
              </a:cxn>
              <a:cxn ang="0">
                <a:pos x="csX2646" y="csY2646"/>
              </a:cxn>
              <a:cxn ang="0">
                <a:pos x="csX2647" y="csY2647"/>
              </a:cxn>
              <a:cxn ang="0">
                <a:pos x="csX2648" y="csY2648"/>
              </a:cxn>
              <a:cxn ang="0">
                <a:pos x="csX2649" y="csY2649"/>
              </a:cxn>
              <a:cxn ang="0">
                <a:pos x="csX2650" y="csY2650"/>
              </a:cxn>
              <a:cxn ang="0">
                <a:pos x="csX2651" y="csY2651"/>
              </a:cxn>
              <a:cxn ang="0">
                <a:pos x="csX2652" y="csY2652"/>
              </a:cxn>
              <a:cxn ang="0">
                <a:pos x="csX2653" y="csY2653"/>
              </a:cxn>
              <a:cxn ang="0">
                <a:pos x="csX2654" y="csY2654"/>
              </a:cxn>
              <a:cxn ang="0">
                <a:pos x="csX2655" y="csY2655"/>
              </a:cxn>
              <a:cxn ang="0">
                <a:pos x="csX2656" y="csY2656"/>
              </a:cxn>
              <a:cxn ang="0">
                <a:pos x="csX2657" y="csY2657"/>
              </a:cxn>
              <a:cxn ang="0">
                <a:pos x="csX2658" y="csY2658"/>
              </a:cxn>
              <a:cxn ang="0">
                <a:pos x="csX2659" y="csY2659"/>
              </a:cxn>
              <a:cxn ang="0">
                <a:pos x="csX2660" y="csY2660"/>
              </a:cxn>
              <a:cxn ang="0">
                <a:pos x="csX2661" y="csY2661"/>
              </a:cxn>
              <a:cxn ang="0">
                <a:pos x="csX2662" y="csY2662"/>
              </a:cxn>
              <a:cxn ang="0">
                <a:pos x="csX2663" y="csY2663"/>
              </a:cxn>
              <a:cxn ang="0">
                <a:pos x="csX2664" y="csY2664"/>
              </a:cxn>
              <a:cxn ang="0">
                <a:pos x="csX2665" y="csY2665"/>
              </a:cxn>
              <a:cxn ang="0">
                <a:pos x="csX2666" y="csY2666"/>
              </a:cxn>
              <a:cxn ang="0">
                <a:pos x="csX2667" y="csY2667"/>
              </a:cxn>
              <a:cxn ang="0">
                <a:pos x="csX2668" y="csY2668"/>
              </a:cxn>
              <a:cxn ang="0">
                <a:pos x="csX2669" y="csY2669"/>
              </a:cxn>
              <a:cxn ang="0">
                <a:pos x="csX2670" y="csY2670"/>
              </a:cxn>
              <a:cxn ang="0">
                <a:pos x="csX2671" y="csY2671"/>
              </a:cxn>
              <a:cxn ang="0">
                <a:pos x="csX2672" y="csY2672"/>
              </a:cxn>
              <a:cxn ang="0">
                <a:pos x="csX2673" y="csY2673"/>
              </a:cxn>
              <a:cxn ang="0">
                <a:pos x="csX2674" y="csY2674"/>
              </a:cxn>
              <a:cxn ang="0">
                <a:pos x="csX2675" y="csY2675"/>
              </a:cxn>
              <a:cxn ang="0">
                <a:pos x="csX2676" y="csY2676"/>
              </a:cxn>
              <a:cxn ang="0">
                <a:pos x="csX2677" y="csY2677"/>
              </a:cxn>
              <a:cxn ang="0">
                <a:pos x="csX2678" y="csY2678"/>
              </a:cxn>
              <a:cxn ang="0">
                <a:pos x="csX2679" y="csY2679"/>
              </a:cxn>
              <a:cxn ang="0">
                <a:pos x="csX2680" y="csY2680"/>
              </a:cxn>
              <a:cxn ang="0">
                <a:pos x="csX2681" y="csY2681"/>
              </a:cxn>
              <a:cxn ang="0">
                <a:pos x="csX2682" y="csY2682"/>
              </a:cxn>
              <a:cxn ang="0">
                <a:pos x="csX2683" y="csY2683"/>
              </a:cxn>
              <a:cxn ang="0">
                <a:pos x="csX2684" y="csY2684"/>
              </a:cxn>
              <a:cxn ang="0">
                <a:pos x="csX2685" y="csY2685"/>
              </a:cxn>
              <a:cxn ang="0">
                <a:pos x="csX2686" y="csY2686"/>
              </a:cxn>
              <a:cxn ang="0">
                <a:pos x="csX2687" y="csY2687"/>
              </a:cxn>
              <a:cxn ang="0">
                <a:pos x="csX2688" y="csY2688"/>
              </a:cxn>
              <a:cxn ang="0">
                <a:pos x="csX2689" y="csY2689"/>
              </a:cxn>
              <a:cxn ang="0">
                <a:pos x="csX2690" y="csY2690"/>
              </a:cxn>
              <a:cxn ang="0">
                <a:pos x="csX2691" y="csY2691"/>
              </a:cxn>
              <a:cxn ang="0">
                <a:pos x="csX2692" y="csY2692"/>
              </a:cxn>
              <a:cxn ang="0">
                <a:pos x="csX2693" y="csY2693"/>
              </a:cxn>
              <a:cxn ang="0">
                <a:pos x="csX2694" y="csY2694"/>
              </a:cxn>
              <a:cxn ang="0">
                <a:pos x="csX2695" y="csY2695"/>
              </a:cxn>
              <a:cxn ang="0">
                <a:pos x="csX2696" y="csY2696"/>
              </a:cxn>
              <a:cxn ang="0">
                <a:pos x="csX2697" y="csY2697"/>
              </a:cxn>
              <a:cxn ang="0">
                <a:pos x="csX2698" y="csY2698"/>
              </a:cxn>
              <a:cxn ang="0">
                <a:pos x="csX2699" y="csY2699"/>
              </a:cxn>
              <a:cxn ang="0">
                <a:pos x="csX2700" y="csY2700"/>
              </a:cxn>
              <a:cxn ang="0">
                <a:pos x="csX2701" y="csY2701"/>
              </a:cxn>
              <a:cxn ang="0">
                <a:pos x="csX2702" y="csY2702"/>
              </a:cxn>
              <a:cxn ang="0">
                <a:pos x="csX2703" y="csY2703"/>
              </a:cxn>
              <a:cxn ang="0">
                <a:pos x="csX2704" y="csY2704"/>
              </a:cxn>
              <a:cxn ang="0">
                <a:pos x="csX2705" y="csY2705"/>
              </a:cxn>
              <a:cxn ang="0">
                <a:pos x="csX2706" y="csY2706"/>
              </a:cxn>
              <a:cxn ang="0">
                <a:pos x="csX2707" y="csY2707"/>
              </a:cxn>
              <a:cxn ang="0">
                <a:pos x="csX2708" y="csY2708"/>
              </a:cxn>
              <a:cxn ang="0">
                <a:pos x="csX2709" y="csY2709"/>
              </a:cxn>
              <a:cxn ang="0">
                <a:pos x="csX2710" y="csY2710"/>
              </a:cxn>
              <a:cxn ang="0">
                <a:pos x="csX2711" y="csY2711"/>
              </a:cxn>
              <a:cxn ang="0">
                <a:pos x="csX2712" y="csY2712"/>
              </a:cxn>
              <a:cxn ang="0">
                <a:pos x="csX2713" y="csY2713"/>
              </a:cxn>
              <a:cxn ang="0">
                <a:pos x="csX2714" y="csY2714"/>
              </a:cxn>
              <a:cxn ang="0">
                <a:pos x="csX2715" y="csY2715"/>
              </a:cxn>
              <a:cxn ang="0">
                <a:pos x="csX2716" y="csY2716"/>
              </a:cxn>
              <a:cxn ang="0">
                <a:pos x="csX2717" y="csY2717"/>
              </a:cxn>
              <a:cxn ang="0">
                <a:pos x="csX2718" y="csY2718"/>
              </a:cxn>
              <a:cxn ang="0">
                <a:pos x="csX2719" y="csY2719"/>
              </a:cxn>
              <a:cxn ang="0">
                <a:pos x="csX2720" y="csY2720"/>
              </a:cxn>
              <a:cxn ang="0">
                <a:pos x="csX2721" y="csY2721"/>
              </a:cxn>
              <a:cxn ang="0">
                <a:pos x="csX2722" y="csY2722"/>
              </a:cxn>
              <a:cxn ang="0">
                <a:pos x="csX2723" y="csY2723"/>
              </a:cxn>
              <a:cxn ang="0">
                <a:pos x="csX2724" y="csY2724"/>
              </a:cxn>
              <a:cxn ang="0">
                <a:pos x="csX2725" y="csY2725"/>
              </a:cxn>
              <a:cxn ang="0">
                <a:pos x="csX2726" y="csY2726"/>
              </a:cxn>
              <a:cxn ang="0">
                <a:pos x="csX2727" y="csY2727"/>
              </a:cxn>
              <a:cxn ang="0">
                <a:pos x="csX2728" y="csY2728"/>
              </a:cxn>
              <a:cxn ang="0">
                <a:pos x="csX2729" y="csY2729"/>
              </a:cxn>
              <a:cxn ang="0">
                <a:pos x="csX2730" y="csY2730"/>
              </a:cxn>
              <a:cxn ang="0">
                <a:pos x="csX2731" y="csY2731"/>
              </a:cxn>
              <a:cxn ang="0">
                <a:pos x="csX2732" y="csY2732"/>
              </a:cxn>
              <a:cxn ang="0">
                <a:pos x="csX2733" y="csY2733"/>
              </a:cxn>
              <a:cxn ang="0">
                <a:pos x="csX2734" y="csY2734"/>
              </a:cxn>
              <a:cxn ang="0">
                <a:pos x="csX2735" y="csY2735"/>
              </a:cxn>
              <a:cxn ang="0">
                <a:pos x="csX2736" y="csY2736"/>
              </a:cxn>
              <a:cxn ang="0">
                <a:pos x="csX2737" y="csY2737"/>
              </a:cxn>
              <a:cxn ang="0">
                <a:pos x="csX2738" y="csY2738"/>
              </a:cxn>
              <a:cxn ang="0">
                <a:pos x="csX2739" y="csY2739"/>
              </a:cxn>
              <a:cxn ang="0">
                <a:pos x="csX2740" y="csY2740"/>
              </a:cxn>
              <a:cxn ang="0">
                <a:pos x="csX2741" y="csY2741"/>
              </a:cxn>
              <a:cxn ang="0">
                <a:pos x="csX2742" y="csY2742"/>
              </a:cxn>
              <a:cxn ang="0">
                <a:pos x="csX2743" y="csY2743"/>
              </a:cxn>
              <a:cxn ang="0">
                <a:pos x="csX2744" y="csY2744"/>
              </a:cxn>
              <a:cxn ang="0">
                <a:pos x="csX2745" y="csY2745"/>
              </a:cxn>
              <a:cxn ang="0">
                <a:pos x="csX2746" y="csY2746"/>
              </a:cxn>
              <a:cxn ang="0">
                <a:pos x="csX2747" y="csY2747"/>
              </a:cxn>
              <a:cxn ang="0">
                <a:pos x="csX2748" y="csY2748"/>
              </a:cxn>
              <a:cxn ang="0">
                <a:pos x="csX2749" y="csY2749"/>
              </a:cxn>
              <a:cxn ang="0">
                <a:pos x="csX2750" y="csY2750"/>
              </a:cxn>
              <a:cxn ang="0">
                <a:pos x="csX2751" y="csY2751"/>
              </a:cxn>
              <a:cxn ang="0">
                <a:pos x="csX2752" y="csY2752"/>
              </a:cxn>
              <a:cxn ang="0">
                <a:pos x="csX2753" y="csY2753"/>
              </a:cxn>
              <a:cxn ang="0">
                <a:pos x="csX2754" y="csY2754"/>
              </a:cxn>
              <a:cxn ang="0">
                <a:pos x="csX2755" y="csY2755"/>
              </a:cxn>
              <a:cxn ang="0">
                <a:pos x="csX2756" y="csY2756"/>
              </a:cxn>
              <a:cxn ang="0">
                <a:pos x="csX2757" y="csY2757"/>
              </a:cxn>
              <a:cxn ang="0">
                <a:pos x="csX2758" y="csY2758"/>
              </a:cxn>
              <a:cxn ang="0">
                <a:pos x="csX2759" y="csY2759"/>
              </a:cxn>
              <a:cxn ang="0">
                <a:pos x="csX2760" y="csY2760"/>
              </a:cxn>
              <a:cxn ang="0">
                <a:pos x="csX2761" y="csY2761"/>
              </a:cxn>
              <a:cxn ang="0">
                <a:pos x="csX2762" y="csY2762"/>
              </a:cxn>
              <a:cxn ang="0">
                <a:pos x="csX2763" y="csY2763"/>
              </a:cxn>
              <a:cxn ang="0">
                <a:pos x="csX2764" y="csY2764"/>
              </a:cxn>
              <a:cxn ang="0">
                <a:pos x="csX2765" y="csY2765"/>
              </a:cxn>
              <a:cxn ang="0">
                <a:pos x="csX2766" y="csY2766"/>
              </a:cxn>
              <a:cxn ang="0">
                <a:pos x="csX2767" y="csY2767"/>
              </a:cxn>
              <a:cxn ang="0">
                <a:pos x="csX2768" y="csY2768"/>
              </a:cxn>
              <a:cxn ang="0">
                <a:pos x="csX2769" y="csY2769"/>
              </a:cxn>
              <a:cxn ang="0">
                <a:pos x="csX2770" y="csY2770"/>
              </a:cxn>
              <a:cxn ang="0">
                <a:pos x="csX2771" y="csY2771"/>
              </a:cxn>
              <a:cxn ang="0">
                <a:pos x="csX2772" y="csY2772"/>
              </a:cxn>
              <a:cxn ang="0">
                <a:pos x="csX2773" y="csY2773"/>
              </a:cxn>
              <a:cxn ang="0">
                <a:pos x="csX2774" y="csY2774"/>
              </a:cxn>
              <a:cxn ang="0">
                <a:pos x="csX2775" y="csY2775"/>
              </a:cxn>
              <a:cxn ang="0">
                <a:pos x="csX2776" y="csY2776"/>
              </a:cxn>
              <a:cxn ang="0">
                <a:pos x="csX2777" y="csY2777"/>
              </a:cxn>
              <a:cxn ang="0">
                <a:pos x="csX2778" y="csY2778"/>
              </a:cxn>
              <a:cxn ang="0">
                <a:pos x="csX2779" y="csY2779"/>
              </a:cxn>
              <a:cxn ang="0">
                <a:pos x="csX2780" y="csY2780"/>
              </a:cxn>
              <a:cxn ang="0">
                <a:pos x="csX2781" y="csY2781"/>
              </a:cxn>
              <a:cxn ang="0">
                <a:pos x="csX2782" y="csY2782"/>
              </a:cxn>
              <a:cxn ang="0">
                <a:pos x="csX2783" y="csY2783"/>
              </a:cxn>
              <a:cxn ang="0">
                <a:pos x="csX2784" y="csY2784"/>
              </a:cxn>
              <a:cxn ang="0">
                <a:pos x="csX2785" y="csY2785"/>
              </a:cxn>
              <a:cxn ang="0">
                <a:pos x="csX2786" y="csY2786"/>
              </a:cxn>
              <a:cxn ang="0">
                <a:pos x="csX2787" y="csY2787"/>
              </a:cxn>
              <a:cxn ang="0">
                <a:pos x="csX2788" y="csY2788"/>
              </a:cxn>
              <a:cxn ang="0">
                <a:pos x="csX2789" y="csY2789"/>
              </a:cxn>
              <a:cxn ang="0">
                <a:pos x="csX2790" y="csY2790"/>
              </a:cxn>
              <a:cxn ang="0">
                <a:pos x="csX2791" y="csY2791"/>
              </a:cxn>
              <a:cxn ang="0">
                <a:pos x="csX2792" y="csY2792"/>
              </a:cxn>
              <a:cxn ang="0">
                <a:pos x="csX2793" y="csY2793"/>
              </a:cxn>
              <a:cxn ang="0">
                <a:pos x="csX2794" y="csY2794"/>
              </a:cxn>
              <a:cxn ang="0">
                <a:pos x="csX2795" y="csY2795"/>
              </a:cxn>
              <a:cxn ang="0">
                <a:pos x="csX2796" y="csY2796"/>
              </a:cxn>
              <a:cxn ang="0">
                <a:pos x="csX2797" y="csY2797"/>
              </a:cxn>
              <a:cxn ang="0">
                <a:pos x="csX2798" y="csY2798"/>
              </a:cxn>
              <a:cxn ang="0">
                <a:pos x="csX2799" y="csY2799"/>
              </a:cxn>
              <a:cxn ang="0">
                <a:pos x="csX2800" y="csY2800"/>
              </a:cxn>
              <a:cxn ang="0">
                <a:pos x="csX2801" y="csY2801"/>
              </a:cxn>
              <a:cxn ang="0">
                <a:pos x="csX2802" y="csY2802"/>
              </a:cxn>
              <a:cxn ang="0">
                <a:pos x="csX2803" y="csY2803"/>
              </a:cxn>
              <a:cxn ang="0">
                <a:pos x="csX2804" y="csY2804"/>
              </a:cxn>
              <a:cxn ang="0">
                <a:pos x="csX2805" y="csY2805"/>
              </a:cxn>
              <a:cxn ang="0">
                <a:pos x="csX2806" y="csY2806"/>
              </a:cxn>
              <a:cxn ang="0">
                <a:pos x="csX2807" y="csY2807"/>
              </a:cxn>
              <a:cxn ang="0">
                <a:pos x="csX2808" y="csY2808"/>
              </a:cxn>
              <a:cxn ang="0">
                <a:pos x="csX2809" y="csY2809"/>
              </a:cxn>
              <a:cxn ang="0">
                <a:pos x="csX2810" y="csY2810"/>
              </a:cxn>
              <a:cxn ang="0">
                <a:pos x="csX2811" y="csY2811"/>
              </a:cxn>
              <a:cxn ang="0">
                <a:pos x="csX2812" y="csY2812"/>
              </a:cxn>
              <a:cxn ang="0">
                <a:pos x="csX2813" y="csY2813"/>
              </a:cxn>
              <a:cxn ang="0">
                <a:pos x="csX2814" y="csY2814"/>
              </a:cxn>
              <a:cxn ang="0">
                <a:pos x="csX2815" y="csY2815"/>
              </a:cxn>
              <a:cxn ang="0">
                <a:pos x="csX2816" y="csY2816"/>
              </a:cxn>
              <a:cxn ang="0">
                <a:pos x="csX2817" y="csY2817"/>
              </a:cxn>
              <a:cxn ang="0">
                <a:pos x="csX2818" y="csY2818"/>
              </a:cxn>
              <a:cxn ang="0">
                <a:pos x="csX2819" y="csY2819"/>
              </a:cxn>
              <a:cxn ang="0">
                <a:pos x="csX2820" y="csY2820"/>
              </a:cxn>
              <a:cxn ang="0">
                <a:pos x="csX2821" y="csY2821"/>
              </a:cxn>
              <a:cxn ang="0">
                <a:pos x="csX2822" y="csY2822"/>
              </a:cxn>
              <a:cxn ang="0">
                <a:pos x="csX2823" y="csY2823"/>
              </a:cxn>
              <a:cxn ang="0">
                <a:pos x="csX2824" y="csY2824"/>
              </a:cxn>
              <a:cxn ang="0">
                <a:pos x="csX2825" y="csY2825"/>
              </a:cxn>
              <a:cxn ang="0">
                <a:pos x="csX2826" y="csY2826"/>
              </a:cxn>
              <a:cxn ang="0">
                <a:pos x="csX2827" y="csY2827"/>
              </a:cxn>
              <a:cxn ang="0">
                <a:pos x="csX2828" y="csY2828"/>
              </a:cxn>
              <a:cxn ang="0">
                <a:pos x="csX2829" y="csY2829"/>
              </a:cxn>
              <a:cxn ang="0">
                <a:pos x="csX2830" y="csY2830"/>
              </a:cxn>
              <a:cxn ang="0">
                <a:pos x="csX2831" y="csY2831"/>
              </a:cxn>
              <a:cxn ang="0">
                <a:pos x="csX2832" y="csY2832"/>
              </a:cxn>
              <a:cxn ang="0">
                <a:pos x="csX2833" y="csY2833"/>
              </a:cxn>
              <a:cxn ang="0">
                <a:pos x="csX2834" y="csY2834"/>
              </a:cxn>
              <a:cxn ang="0">
                <a:pos x="csX2835" y="csY2835"/>
              </a:cxn>
              <a:cxn ang="0">
                <a:pos x="csX2836" y="csY2836"/>
              </a:cxn>
              <a:cxn ang="0">
                <a:pos x="csX2837" y="csY2837"/>
              </a:cxn>
              <a:cxn ang="0">
                <a:pos x="csX2838" y="csY2838"/>
              </a:cxn>
              <a:cxn ang="0">
                <a:pos x="csX2839" y="csY2839"/>
              </a:cxn>
              <a:cxn ang="0">
                <a:pos x="csX2840" y="csY2840"/>
              </a:cxn>
              <a:cxn ang="0">
                <a:pos x="csX2841" y="csY2841"/>
              </a:cxn>
              <a:cxn ang="0">
                <a:pos x="csX2842" y="csY2842"/>
              </a:cxn>
              <a:cxn ang="0">
                <a:pos x="csX2843" y="csY2843"/>
              </a:cxn>
              <a:cxn ang="0">
                <a:pos x="csX2844" y="csY2844"/>
              </a:cxn>
              <a:cxn ang="0">
                <a:pos x="csX2845" y="csY2845"/>
              </a:cxn>
              <a:cxn ang="0">
                <a:pos x="csX2846" y="csY2846"/>
              </a:cxn>
              <a:cxn ang="0">
                <a:pos x="csX2847" y="csY2847"/>
              </a:cxn>
              <a:cxn ang="0">
                <a:pos x="csX2848" y="csY2848"/>
              </a:cxn>
              <a:cxn ang="0">
                <a:pos x="csX2849" y="csY2849"/>
              </a:cxn>
              <a:cxn ang="0">
                <a:pos x="csX2850" y="csY2850"/>
              </a:cxn>
              <a:cxn ang="0">
                <a:pos x="csX2851" y="csY2851"/>
              </a:cxn>
              <a:cxn ang="0">
                <a:pos x="csX2852" y="csY2852"/>
              </a:cxn>
              <a:cxn ang="0">
                <a:pos x="csX2853" y="csY2853"/>
              </a:cxn>
              <a:cxn ang="0">
                <a:pos x="csX2854" y="csY2854"/>
              </a:cxn>
              <a:cxn ang="0">
                <a:pos x="csX2855" y="csY2855"/>
              </a:cxn>
              <a:cxn ang="0">
                <a:pos x="csX2856" y="csY2856"/>
              </a:cxn>
              <a:cxn ang="0">
                <a:pos x="csX2857" y="csY2857"/>
              </a:cxn>
              <a:cxn ang="0">
                <a:pos x="csX2858" y="csY2858"/>
              </a:cxn>
              <a:cxn ang="0">
                <a:pos x="csX2859" y="csY2859"/>
              </a:cxn>
              <a:cxn ang="0">
                <a:pos x="csX2860" y="csY2860"/>
              </a:cxn>
              <a:cxn ang="0">
                <a:pos x="csX2861" y="csY2861"/>
              </a:cxn>
              <a:cxn ang="0">
                <a:pos x="csX2862" y="csY2862"/>
              </a:cxn>
              <a:cxn ang="0">
                <a:pos x="csX2863" y="csY2863"/>
              </a:cxn>
              <a:cxn ang="0">
                <a:pos x="csX2864" y="csY2864"/>
              </a:cxn>
              <a:cxn ang="0">
                <a:pos x="csX2865" y="csY2865"/>
              </a:cxn>
              <a:cxn ang="0">
                <a:pos x="csX2866" y="csY2866"/>
              </a:cxn>
              <a:cxn ang="0">
                <a:pos x="csX2867" y="csY2867"/>
              </a:cxn>
              <a:cxn ang="0">
                <a:pos x="csX2868" y="csY2868"/>
              </a:cxn>
              <a:cxn ang="0">
                <a:pos x="csX2869" y="csY2869"/>
              </a:cxn>
              <a:cxn ang="0">
                <a:pos x="csX2870" y="csY2870"/>
              </a:cxn>
              <a:cxn ang="0">
                <a:pos x="csX2871" y="csY2871"/>
              </a:cxn>
              <a:cxn ang="0">
                <a:pos x="csX2872" y="csY2872"/>
              </a:cxn>
              <a:cxn ang="0">
                <a:pos x="csX2873" y="csY2873"/>
              </a:cxn>
              <a:cxn ang="0">
                <a:pos x="csX2874" y="csY2874"/>
              </a:cxn>
              <a:cxn ang="0">
                <a:pos x="csX2875" y="csY2875"/>
              </a:cxn>
              <a:cxn ang="0">
                <a:pos x="csX2876" y="csY2876"/>
              </a:cxn>
              <a:cxn ang="0">
                <a:pos x="csX2877" y="csY2877"/>
              </a:cxn>
              <a:cxn ang="0">
                <a:pos x="csX2878" y="csY2878"/>
              </a:cxn>
              <a:cxn ang="0">
                <a:pos x="csX2879" y="csY2879"/>
              </a:cxn>
              <a:cxn ang="0">
                <a:pos x="csX2880" y="csY2880"/>
              </a:cxn>
              <a:cxn ang="0">
                <a:pos x="csX2881" y="csY2881"/>
              </a:cxn>
              <a:cxn ang="0">
                <a:pos x="csX2882" y="csY2882"/>
              </a:cxn>
              <a:cxn ang="0">
                <a:pos x="csX2883" y="csY2883"/>
              </a:cxn>
              <a:cxn ang="0">
                <a:pos x="csX2884" y="csY2884"/>
              </a:cxn>
              <a:cxn ang="0">
                <a:pos x="csX2885" y="csY2885"/>
              </a:cxn>
              <a:cxn ang="0">
                <a:pos x="csX2886" y="csY2886"/>
              </a:cxn>
              <a:cxn ang="0">
                <a:pos x="csX2887" y="csY2887"/>
              </a:cxn>
              <a:cxn ang="0">
                <a:pos x="csX2888" y="csY2888"/>
              </a:cxn>
              <a:cxn ang="0">
                <a:pos x="csX2889" y="csY2889"/>
              </a:cxn>
              <a:cxn ang="0">
                <a:pos x="csX2890" y="csY2890"/>
              </a:cxn>
              <a:cxn ang="0">
                <a:pos x="csX2891" y="csY2891"/>
              </a:cxn>
              <a:cxn ang="0">
                <a:pos x="csX2892" y="csY2892"/>
              </a:cxn>
              <a:cxn ang="0">
                <a:pos x="csX2893" y="csY2893"/>
              </a:cxn>
              <a:cxn ang="0">
                <a:pos x="csX2894" y="csY2894"/>
              </a:cxn>
              <a:cxn ang="0">
                <a:pos x="csX2895" y="csY2895"/>
              </a:cxn>
              <a:cxn ang="0">
                <a:pos x="csX2896" y="csY2896"/>
              </a:cxn>
              <a:cxn ang="0">
                <a:pos x="csX2897" y="csY2897"/>
              </a:cxn>
              <a:cxn ang="0">
                <a:pos x="csX2898" y="csY2898"/>
              </a:cxn>
              <a:cxn ang="0">
                <a:pos x="csX2899" y="csY2899"/>
              </a:cxn>
              <a:cxn ang="0">
                <a:pos x="csX2900" y="csY2900"/>
              </a:cxn>
              <a:cxn ang="0">
                <a:pos x="csX2901" y="csY2901"/>
              </a:cxn>
              <a:cxn ang="0">
                <a:pos x="csX2902" y="csY2902"/>
              </a:cxn>
              <a:cxn ang="0">
                <a:pos x="csX2903" y="csY2903"/>
              </a:cxn>
              <a:cxn ang="0">
                <a:pos x="csX2904" y="csY2904"/>
              </a:cxn>
              <a:cxn ang="0">
                <a:pos x="csX2905" y="csY2905"/>
              </a:cxn>
              <a:cxn ang="0">
                <a:pos x="csX2906" y="csY2906"/>
              </a:cxn>
            </a:cxnLst>
            <a:rect l="l" t="t" r="r" b="b"/>
            <a:pathLst>
              <a:path w="5872039" h="3967305">
                <a:moveTo>
                  <a:pt x="1630557" y="3932433"/>
                </a:moveTo>
                <a:cubicBezTo>
                  <a:pt x="1728715" y="3932082"/>
                  <a:pt x="1828777" y="3942959"/>
                  <a:pt x="1926360" y="3953610"/>
                </a:cubicBezTo>
                <a:lnTo>
                  <a:pt x="2063964" y="3967305"/>
                </a:lnTo>
                <a:lnTo>
                  <a:pt x="1912635" y="3967305"/>
                </a:lnTo>
                <a:lnTo>
                  <a:pt x="1728813" y="3950310"/>
                </a:lnTo>
                <a:cubicBezTo>
                  <a:pt x="1663327" y="3946402"/>
                  <a:pt x="1598130" y="3945761"/>
                  <a:pt x="1534608" y="3951794"/>
                </a:cubicBezTo>
                <a:cubicBezTo>
                  <a:pt x="1503735" y="3954677"/>
                  <a:pt x="1474217" y="3959002"/>
                  <a:pt x="1445657" y="3964845"/>
                </a:cubicBezTo>
                <a:lnTo>
                  <a:pt x="1436419" y="3967305"/>
                </a:lnTo>
                <a:lnTo>
                  <a:pt x="1378588" y="3967305"/>
                </a:lnTo>
                <a:lnTo>
                  <a:pt x="1442591" y="3950250"/>
                </a:lnTo>
                <a:cubicBezTo>
                  <a:pt x="1471695" y="3944294"/>
                  <a:pt x="1501761" y="3939889"/>
                  <a:pt x="1533194" y="3936952"/>
                </a:cubicBezTo>
                <a:cubicBezTo>
                  <a:pt x="1565329" y="3933916"/>
                  <a:pt x="1597837" y="3932551"/>
                  <a:pt x="1630557" y="3932433"/>
                </a:cubicBezTo>
                <a:close/>
                <a:moveTo>
                  <a:pt x="3127249" y="3890621"/>
                </a:moveTo>
                <a:lnTo>
                  <a:pt x="3052118" y="3893909"/>
                </a:lnTo>
                <a:lnTo>
                  <a:pt x="3040045" y="3893138"/>
                </a:lnTo>
                <a:lnTo>
                  <a:pt x="3033883" y="3906456"/>
                </a:lnTo>
                <a:lnTo>
                  <a:pt x="3052898" y="3905986"/>
                </a:lnTo>
                <a:close/>
                <a:moveTo>
                  <a:pt x="2938833" y="3882768"/>
                </a:moveTo>
                <a:lnTo>
                  <a:pt x="2935359" y="3888554"/>
                </a:lnTo>
                <a:lnTo>
                  <a:pt x="2916668" y="3909353"/>
                </a:lnTo>
                <a:lnTo>
                  <a:pt x="3017381" y="3906864"/>
                </a:lnTo>
                <a:lnTo>
                  <a:pt x="3024173" y="3892124"/>
                </a:lnTo>
                <a:lnTo>
                  <a:pt x="2976590" y="3889084"/>
                </a:lnTo>
                <a:close/>
                <a:moveTo>
                  <a:pt x="2832196" y="3858204"/>
                </a:moveTo>
                <a:lnTo>
                  <a:pt x="2801624" y="3889633"/>
                </a:lnTo>
                <a:lnTo>
                  <a:pt x="2899037" y="3906747"/>
                </a:lnTo>
                <a:lnTo>
                  <a:pt x="2923025" y="3880123"/>
                </a:lnTo>
                <a:lnTo>
                  <a:pt x="2899621" y="3876207"/>
                </a:lnTo>
                <a:close/>
                <a:moveTo>
                  <a:pt x="3238071" y="3854954"/>
                </a:moveTo>
                <a:lnTo>
                  <a:pt x="3200256" y="3860524"/>
                </a:lnTo>
                <a:cubicBezTo>
                  <a:pt x="3173225" y="3862416"/>
                  <a:pt x="3146396" y="3862621"/>
                  <a:pt x="3119844" y="3861354"/>
                </a:cubicBezTo>
                <a:lnTo>
                  <a:pt x="3057674" y="3855036"/>
                </a:lnTo>
                <a:lnTo>
                  <a:pt x="3047435" y="3877165"/>
                </a:lnTo>
                <a:lnTo>
                  <a:pt x="3126017" y="3875820"/>
                </a:lnTo>
                <a:cubicBezTo>
                  <a:pt x="3162119" y="3872243"/>
                  <a:pt x="3196965" y="3865995"/>
                  <a:pt x="3230734" y="3857387"/>
                </a:cubicBezTo>
                <a:close/>
                <a:moveTo>
                  <a:pt x="2964629" y="3837842"/>
                </a:moveTo>
                <a:lnTo>
                  <a:pt x="2962375" y="3843545"/>
                </a:lnTo>
                <a:lnTo>
                  <a:pt x="2947674" y="3868037"/>
                </a:lnTo>
                <a:lnTo>
                  <a:pt x="3016153" y="3877701"/>
                </a:lnTo>
                <a:lnTo>
                  <a:pt x="3030937" y="3877448"/>
                </a:lnTo>
                <a:lnTo>
                  <a:pt x="3041999" y="3853442"/>
                </a:lnTo>
                <a:lnTo>
                  <a:pt x="3041092" y="3853350"/>
                </a:lnTo>
                <a:close/>
                <a:moveTo>
                  <a:pt x="2732451" y="3822201"/>
                </a:moveTo>
                <a:lnTo>
                  <a:pt x="2697710" y="3855589"/>
                </a:lnTo>
                <a:lnTo>
                  <a:pt x="2693539" y="3858180"/>
                </a:lnTo>
                <a:lnTo>
                  <a:pt x="2771758" y="3884386"/>
                </a:lnTo>
                <a:lnTo>
                  <a:pt x="2783967" y="3886531"/>
                </a:lnTo>
                <a:lnTo>
                  <a:pt x="2816201" y="3853467"/>
                </a:lnTo>
                <a:lnTo>
                  <a:pt x="2740819" y="3826125"/>
                </a:lnTo>
                <a:close/>
                <a:moveTo>
                  <a:pt x="2871292" y="3808603"/>
                </a:moveTo>
                <a:lnTo>
                  <a:pt x="2851830" y="3838019"/>
                </a:lnTo>
                <a:lnTo>
                  <a:pt x="2844063" y="3846005"/>
                </a:lnTo>
                <a:lnTo>
                  <a:pt x="2903153" y="3861755"/>
                </a:lnTo>
                <a:lnTo>
                  <a:pt x="2931649" y="3865776"/>
                </a:lnTo>
                <a:lnTo>
                  <a:pt x="2949134" y="3836658"/>
                </a:lnTo>
                <a:lnTo>
                  <a:pt x="2950319" y="3833649"/>
                </a:lnTo>
                <a:lnTo>
                  <a:pt x="2890346" y="3816008"/>
                </a:lnTo>
                <a:close/>
                <a:moveTo>
                  <a:pt x="3072729" y="3807675"/>
                </a:moveTo>
                <a:lnTo>
                  <a:pt x="3066588" y="3835769"/>
                </a:lnTo>
                <a:lnTo>
                  <a:pt x="3064298" y="3840720"/>
                </a:lnTo>
                <a:lnTo>
                  <a:pt x="3120087" y="3846435"/>
                </a:lnTo>
                <a:cubicBezTo>
                  <a:pt x="3146216" y="3847699"/>
                  <a:pt x="3172607" y="3847510"/>
                  <a:pt x="3199188" y="3845654"/>
                </a:cubicBezTo>
                <a:lnTo>
                  <a:pt x="3283247" y="3833467"/>
                </a:lnTo>
                <a:lnTo>
                  <a:pt x="3292593" y="3828251"/>
                </a:lnTo>
                <a:lnTo>
                  <a:pt x="3273001" y="3830465"/>
                </a:lnTo>
                <a:cubicBezTo>
                  <a:pt x="3222035" y="3832448"/>
                  <a:pt x="3171835" y="3828702"/>
                  <a:pt x="3122586" y="3820448"/>
                </a:cubicBezTo>
                <a:close/>
                <a:moveTo>
                  <a:pt x="3386652" y="3796937"/>
                </a:moveTo>
                <a:lnTo>
                  <a:pt x="3378327" y="3797613"/>
                </a:lnTo>
                <a:lnTo>
                  <a:pt x="3367680" y="3804745"/>
                </a:lnTo>
                <a:lnTo>
                  <a:pt x="3371355" y="3804328"/>
                </a:lnTo>
                <a:close/>
                <a:moveTo>
                  <a:pt x="2985388" y="3785300"/>
                </a:moveTo>
                <a:lnTo>
                  <a:pt x="2971369" y="3820782"/>
                </a:lnTo>
                <a:lnTo>
                  <a:pt x="3042566" y="3838493"/>
                </a:lnTo>
                <a:lnTo>
                  <a:pt x="3048603" y="3839112"/>
                </a:lnTo>
                <a:lnTo>
                  <a:pt x="3052646" y="3830338"/>
                </a:lnTo>
                <a:lnTo>
                  <a:pt x="3058349" y="3803991"/>
                </a:lnTo>
                <a:close/>
                <a:moveTo>
                  <a:pt x="2638323" y="3778057"/>
                </a:moveTo>
                <a:lnTo>
                  <a:pt x="2613671" y="3799752"/>
                </a:lnTo>
                <a:lnTo>
                  <a:pt x="2591849" y="3812381"/>
                </a:lnTo>
                <a:lnTo>
                  <a:pt x="2674471" y="3851792"/>
                </a:lnTo>
                <a:lnTo>
                  <a:pt x="2675143" y="3852017"/>
                </a:lnTo>
                <a:lnTo>
                  <a:pt x="2684642" y="3846368"/>
                </a:lnTo>
                <a:lnTo>
                  <a:pt x="2717610" y="3815241"/>
                </a:lnTo>
                <a:close/>
                <a:moveTo>
                  <a:pt x="2780224" y="3771494"/>
                </a:moveTo>
                <a:lnTo>
                  <a:pt x="2768407" y="3787646"/>
                </a:lnTo>
                <a:lnTo>
                  <a:pt x="2744653" y="3810475"/>
                </a:lnTo>
                <a:lnTo>
                  <a:pt x="2825850" y="3841150"/>
                </a:lnTo>
                <a:lnTo>
                  <a:pt x="2827721" y="3841649"/>
                </a:lnTo>
                <a:lnTo>
                  <a:pt x="2839978" y="3829076"/>
                </a:lnTo>
                <a:lnTo>
                  <a:pt x="2857149" y="3803107"/>
                </a:lnTo>
                <a:lnTo>
                  <a:pt x="2796279" y="3779452"/>
                </a:lnTo>
                <a:close/>
                <a:moveTo>
                  <a:pt x="3438744" y="3769122"/>
                </a:moveTo>
                <a:lnTo>
                  <a:pt x="3419439" y="3770075"/>
                </a:lnTo>
                <a:lnTo>
                  <a:pt x="3403664" y="3780641"/>
                </a:lnTo>
                <a:lnTo>
                  <a:pt x="3423251" y="3779039"/>
                </a:lnTo>
                <a:close/>
                <a:moveTo>
                  <a:pt x="3478335" y="3767169"/>
                </a:moveTo>
                <a:lnTo>
                  <a:pt x="3469346" y="3767612"/>
                </a:lnTo>
                <a:lnTo>
                  <a:pt x="3453909" y="3775671"/>
                </a:lnTo>
                <a:lnTo>
                  <a:pt x="3464712" y="3773221"/>
                </a:lnTo>
                <a:close/>
                <a:moveTo>
                  <a:pt x="3084257" y="3754928"/>
                </a:moveTo>
                <a:lnTo>
                  <a:pt x="3075885" y="3793231"/>
                </a:lnTo>
                <a:lnTo>
                  <a:pt x="3124287" y="3805683"/>
                </a:lnTo>
                <a:cubicBezTo>
                  <a:pt x="3172811" y="3813853"/>
                  <a:pt x="3222233" y="3817552"/>
                  <a:pt x="3272360" y="3815569"/>
                </a:cubicBezTo>
                <a:lnTo>
                  <a:pt x="3326296" y="3809445"/>
                </a:lnTo>
                <a:lnTo>
                  <a:pt x="3342710" y="3800285"/>
                </a:lnTo>
                <a:lnTo>
                  <a:pt x="3339205" y="3800299"/>
                </a:lnTo>
                <a:cubicBezTo>
                  <a:pt x="3288836" y="3800299"/>
                  <a:pt x="3239237" y="3794830"/>
                  <a:pt x="3190550" y="3785114"/>
                </a:cubicBezTo>
                <a:close/>
                <a:moveTo>
                  <a:pt x="2899190" y="3752722"/>
                </a:moveTo>
                <a:lnTo>
                  <a:pt x="2879753" y="3795814"/>
                </a:lnTo>
                <a:lnTo>
                  <a:pt x="2879667" y="3795945"/>
                </a:lnTo>
                <a:lnTo>
                  <a:pt x="2894036" y="3801544"/>
                </a:lnTo>
                <a:lnTo>
                  <a:pt x="2956812" y="3817160"/>
                </a:lnTo>
                <a:lnTo>
                  <a:pt x="2971147" y="3780754"/>
                </a:lnTo>
                <a:close/>
                <a:moveTo>
                  <a:pt x="3528935" y="3739357"/>
                </a:moveTo>
                <a:lnTo>
                  <a:pt x="3511251" y="3739642"/>
                </a:lnTo>
                <a:lnTo>
                  <a:pt x="3494169" y="3751548"/>
                </a:lnTo>
                <a:lnTo>
                  <a:pt x="3509773" y="3750775"/>
                </a:lnTo>
                <a:close/>
                <a:moveTo>
                  <a:pt x="3569320" y="3738707"/>
                </a:moveTo>
                <a:lnTo>
                  <a:pt x="3559842" y="3738859"/>
                </a:lnTo>
                <a:lnTo>
                  <a:pt x="3551374" y="3744369"/>
                </a:lnTo>
                <a:lnTo>
                  <a:pt x="3561523" y="3742431"/>
                </a:lnTo>
                <a:lnTo>
                  <a:pt x="3565463" y="3740834"/>
                </a:lnTo>
                <a:close/>
                <a:moveTo>
                  <a:pt x="3465649" y="3737131"/>
                </a:moveTo>
                <a:lnTo>
                  <a:pt x="3449873" y="3749689"/>
                </a:lnTo>
                <a:lnTo>
                  <a:pt x="3443337" y="3754067"/>
                </a:lnTo>
                <a:lnTo>
                  <a:pt x="3463852" y="3753050"/>
                </a:lnTo>
                <a:lnTo>
                  <a:pt x="3485295" y="3739325"/>
                </a:lnTo>
                <a:close/>
                <a:moveTo>
                  <a:pt x="2692314" y="3727916"/>
                </a:moveTo>
                <a:lnTo>
                  <a:pt x="2684851" y="3737111"/>
                </a:lnTo>
                <a:lnTo>
                  <a:pt x="2652006" y="3766016"/>
                </a:lnTo>
                <a:lnTo>
                  <a:pt x="2720057" y="3801183"/>
                </a:lnTo>
                <a:lnTo>
                  <a:pt x="2728944" y="3804540"/>
                </a:lnTo>
                <a:lnTo>
                  <a:pt x="2756902" y="3778142"/>
                </a:lnTo>
                <a:lnTo>
                  <a:pt x="2766673" y="3764776"/>
                </a:lnTo>
                <a:close/>
                <a:moveTo>
                  <a:pt x="2551797" y="3727013"/>
                </a:moveTo>
                <a:lnTo>
                  <a:pt x="2533980" y="3741535"/>
                </a:lnTo>
                <a:lnTo>
                  <a:pt x="2497432" y="3761971"/>
                </a:lnTo>
                <a:lnTo>
                  <a:pt x="2541602" y="3788413"/>
                </a:lnTo>
                <a:lnTo>
                  <a:pt x="2575738" y="3804696"/>
                </a:lnTo>
                <a:lnTo>
                  <a:pt x="2604268" y="3788268"/>
                </a:lnTo>
                <a:lnTo>
                  <a:pt x="2624346" y="3770634"/>
                </a:lnTo>
                <a:close/>
                <a:moveTo>
                  <a:pt x="3003352" y="3726446"/>
                </a:moveTo>
                <a:lnTo>
                  <a:pt x="2997471" y="3754716"/>
                </a:lnTo>
                <a:lnTo>
                  <a:pt x="2990893" y="3771366"/>
                </a:lnTo>
                <a:lnTo>
                  <a:pt x="3061480" y="3789525"/>
                </a:lnTo>
                <a:lnTo>
                  <a:pt x="3069854" y="3750838"/>
                </a:lnTo>
                <a:lnTo>
                  <a:pt x="3047366" y="3744451"/>
                </a:lnTo>
                <a:close/>
                <a:moveTo>
                  <a:pt x="2815387" y="3713027"/>
                </a:moveTo>
                <a:lnTo>
                  <a:pt x="2797212" y="3748270"/>
                </a:lnTo>
                <a:lnTo>
                  <a:pt x="2789100" y="3759360"/>
                </a:lnTo>
                <a:lnTo>
                  <a:pt x="2801264" y="3765398"/>
                </a:lnTo>
                <a:lnTo>
                  <a:pt x="2865527" y="3790436"/>
                </a:lnTo>
                <a:lnTo>
                  <a:pt x="2866913" y="3788339"/>
                </a:lnTo>
                <a:lnTo>
                  <a:pt x="2885351" y="3747331"/>
                </a:lnTo>
                <a:lnTo>
                  <a:pt x="2885130" y="3747244"/>
                </a:lnTo>
                <a:close/>
                <a:moveTo>
                  <a:pt x="3649552" y="3711240"/>
                </a:moveTo>
                <a:lnTo>
                  <a:pt x="3642128" y="3715856"/>
                </a:lnTo>
                <a:lnTo>
                  <a:pt x="3650651" y="3714536"/>
                </a:lnTo>
                <a:lnTo>
                  <a:pt x="3656907" y="3711365"/>
                </a:lnTo>
                <a:close/>
                <a:moveTo>
                  <a:pt x="3603499" y="3710454"/>
                </a:moveTo>
                <a:lnTo>
                  <a:pt x="3583305" y="3723593"/>
                </a:lnTo>
                <a:lnTo>
                  <a:pt x="3593265" y="3723424"/>
                </a:lnTo>
                <a:lnTo>
                  <a:pt x="3598489" y="3722615"/>
                </a:lnTo>
                <a:lnTo>
                  <a:pt x="3620021" y="3710736"/>
                </a:lnTo>
                <a:close/>
                <a:moveTo>
                  <a:pt x="3555696" y="3708663"/>
                </a:moveTo>
                <a:lnTo>
                  <a:pt x="3533047" y="3724450"/>
                </a:lnTo>
                <a:lnTo>
                  <a:pt x="3554569" y="3724083"/>
                </a:lnTo>
                <a:lnTo>
                  <a:pt x="3578167" y="3710022"/>
                </a:lnTo>
                <a:lnTo>
                  <a:pt x="3563738" y="3709776"/>
                </a:lnTo>
                <a:close/>
                <a:moveTo>
                  <a:pt x="3509459" y="3702261"/>
                </a:moveTo>
                <a:lnTo>
                  <a:pt x="3482072" y="3724059"/>
                </a:lnTo>
                <a:lnTo>
                  <a:pt x="3491822" y="3725152"/>
                </a:lnTo>
                <a:lnTo>
                  <a:pt x="3507864" y="3724879"/>
                </a:lnTo>
                <a:lnTo>
                  <a:pt x="3532109" y="3709360"/>
                </a:lnTo>
                <a:lnTo>
                  <a:pt x="3536263" y="3705972"/>
                </a:lnTo>
                <a:close/>
                <a:moveTo>
                  <a:pt x="3093286" y="3692502"/>
                </a:moveTo>
                <a:lnTo>
                  <a:pt x="3090889" y="3724585"/>
                </a:lnTo>
                <a:lnTo>
                  <a:pt x="3087411" y="3740498"/>
                </a:lnTo>
                <a:lnTo>
                  <a:pt x="3197486" y="3771350"/>
                </a:lnTo>
                <a:cubicBezTo>
                  <a:pt x="3245991" y="3780776"/>
                  <a:pt x="3295364" y="3785876"/>
                  <a:pt x="3345452" y="3785403"/>
                </a:cubicBezTo>
                <a:lnTo>
                  <a:pt x="3373489" y="3783110"/>
                </a:lnTo>
                <a:lnTo>
                  <a:pt x="3394981" y="3771117"/>
                </a:lnTo>
                <a:lnTo>
                  <a:pt x="3398457" y="3768537"/>
                </a:lnTo>
                <a:lnTo>
                  <a:pt x="3333482" y="3763298"/>
                </a:lnTo>
                <a:cubicBezTo>
                  <a:pt x="3278245" y="3755662"/>
                  <a:pt x="3223737" y="3742068"/>
                  <a:pt x="3169696" y="3723976"/>
                </a:cubicBezTo>
                <a:close/>
                <a:moveTo>
                  <a:pt x="2922971" y="3690611"/>
                </a:moveTo>
                <a:lnTo>
                  <a:pt x="2917388" y="3712378"/>
                </a:lnTo>
                <a:lnTo>
                  <a:pt x="2905307" y="3739161"/>
                </a:lnTo>
                <a:lnTo>
                  <a:pt x="2976561" y="3767007"/>
                </a:lnTo>
                <a:lnTo>
                  <a:pt x="2983314" y="3749855"/>
                </a:lnTo>
                <a:lnTo>
                  <a:pt x="2989333" y="3720711"/>
                </a:lnTo>
                <a:lnTo>
                  <a:pt x="2955365" y="3706815"/>
                </a:lnTo>
                <a:close/>
                <a:moveTo>
                  <a:pt x="3749263" y="3684045"/>
                </a:moveTo>
                <a:lnTo>
                  <a:pt x="3739299" y="3684842"/>
                </a:lnTo>
                <a:lnTo>
                  <a:pt x="3732261" y="3688882"/>
                </a:lnTo>
                <a:lnTo>
                  <a:pt x="3740688" y="3687887"/>
                </a:lnTo>
                <a:close/>
                <a:moveTo>
                  <a:pt x="3695505" y="3682665"/>
                </a:moveTo>
                <a:lnTo>
                  <a:pt x="3674544" y="3695699"/>
                </a:lnTo>
                <a:lnTo>
                  <a:pt x="3691848" y="3693656"/>
                </a:lnTo>
                <a:lnTo>
                  <a:pt x="3711905" y="3683490"/>
                </a:lnTo>
                <a:close/>
                <a:moveTo>
                  <a:pt x="3649418" y="3680346"/>
                </a:moveTo>
                <a:lnTo>
                  <a:pt x="3647746" y="3681665"/>
                </a:lnTo>
                <a:lnTo>
                  <a:pt x="3625672" y="3696027"/>
                </a:lnTo>
                <a:lnTo>
                  <a:pt x="3646081" y="3696359"/>
                </a:lnTo>
                <a:lnTo>
                  <a:pt x="3672959" y="3681531"/>
                </a:lnTo>
                <a:close/>
                <a:moveTo>
                  <a:pt x="2608621" y="3678604"/>
                </a:moveTo>
                <a:lnTo>
                  <a:pt x="2601375" y="3686603"/>
                </a:lnTo>
                <a:lnTo>
                  <a:pt x="2562372" y="3718394"/>
                </a:lnTo>
                <a:lnTo>
                  <a:pt x="2573643" y="3725519"/>
                </a:lnTo>
                <a:lnTo>
                  <a:pt x="2637903" y="3758728"/>
                </a:lnTo>
                <a:lnTo>
                  <a:pt x="2673853" y="3727154"/>
                </a:lnTo>
                <a:lnTo>
                  <a:pt x="2678839" y="3721008"/>
                </a:lnTo>
                <a:close/>
                <a:moveTo>
                  <a:pt x="2466324" y="3674102"/>
                </a:moveTo>
                <a:lnTo>
                  <a:pt x="2450231" y="3685980"/>
                </a:lnTo>
                <a:lnTo>
                  <a:pt x="2411659" y="3705874"/>
                </a:lnTo>
                <a:lnTo>
                  <a:pt x="2463947" y="3741926"/>
                </a:lnTo>
                <a:lnTo>
                  <a:pt x="2482861" y="3753248"/>
                </a:lnTo>
                <a:lnTo>
                  <a:pt x="2524903" y="3729839"/>
                </a:lnTo>
                <a:lnTo>
                  <a:pt x="2538327" y="3718914"/>
                </a:lnTo>
                <a:lnTo>
                  <a:pt x="2478685" y="3683054"/>
                </a:lnTo>
                <a:close/>
                <a:moveTo>
                  <a:pt x="3600695" y="3673751"/>
                </a:moveTo>
                <a:lnTo>
                  <a:pt x="3576041" y="3694482"/>
                </a:lnTo>
                <a:lnTo>
                  <a:pt x="3575006" y="3695203"/>
                </a:lnTo>
                <a:lnTo>
                  <a:pt x="3602292" y="3695647"/>
                </a:lnTo>
                <a:lnTo>
                  <a:pt x="3604100" y="3694570"/>
                </a:lnTo>
                <a:lnTo>
                  <a:pt x="3625852" y="3677939"/>
                </a:lnTo>
                <a:close/>
                <a:moveTo>
                  <a:pt x="2733007" y="3669258"/>
                </a:moveTo>
                <a:lnTo>
                  <a:pt x="2714510" y="3700565"/>
                </a:lnTo>
                <a:lnTo>
                  <a:pt x="2701921" y="3716078"/>
                </a:lnTo>
                <a:lnTo>
                  <a:pt x="2775550" y="3752633"/>
                </a:lnTo>
                <a:lnTo>
                  <a:pt x="2784691" y="3740128"/>
                </a:lnTo>
                <a:lnTo>
                  <a:pt x="2802004" y="3706461"/>
                </a:lnTo>
                <a:lnTo>
                  <a:pt x="2766749" y="3689164"/>
                </a:lnTo>
                <a:close/>
                <a:moveTo>
                  <a:pt x="3553562" y="3665101"/>
                </a:moveTo>
                <a:lnTo>
                  <a:pt x="3536639" y="3680626"/>
                </a:lnTo>
                <a:lnTo>
                  <a:pt x="3525436" y="3689543"/>
                </a:lnTo>
                <a:lnTo>
                  <a:pt x="3551899" y="3693218"/>
                </a:lnTo>
                <a:lnTo>
                  <a:pt x="3579990" y="3670305"/>
                </a:lnTo>
                <a:lnTo>
                  <a:pt x="3562336" y="3667367"/>
                </a:lnTo>
                <a:close/>
                <a:moveTo>
                  <a:pt x="3016954" y="3661061"/>
                </a:moveTo>
                <a:lnTo>
                  <a:pt x="3006427" y="3711666"/>
                </a:lnTo>
                <a:lnTo>
                  <a:pt x="3054726" y="3731338"/>
                </a:lnTo>
                <a:lnTo>
                  <a:pt x="3072968" y="3736450"/>
                </a:lnTo>
                <a:lnTo>
                  <a:pt x="3076260" y="3721242"/>
                </a:lnTo>
                <a:lnTo>
                  <a:pt x="3078818" y="3686543"/>
                </a:lnTo>
                <a:close/>
                <a:moveTo>
                  <a:pt x="3845010" y="3656904"/>
                </a:moveTo>
                <a:lnTo>
                  <a:pt x="3835042" y="3657326"/>
                </a:lnTo>
                <a:lnTo>
                  <a:pt x="3823939" y="3663169"/>
                </a:lnTo>
                <a:lnTo>
                  <a:pt x="3830847" y="3662610"/>
                </a:lnTo>
                <a:close/>
                <a:moveTo>
                  <a:pt x="3788898" y="3656365"/>
                </a:moveTo>
                <a:lnTo>
                  <a:pt x="3769359" y="3667584"/>
                </a:lnTo>
                <a:lnTo>
                  <a:pt x="3789674" y="3665940"/>
                </a:lnTo>
                <a:lnTo>
                  <a:pt x="3799250" y="3661650"/>
                </a:lnTo>
                <a:lnTo>
                  <a:pt x="3806159" y="3657827"/>
                </a:lnTo>
                <a:close/>
                <a:moveTo>
                  <a:pt x="3743926" y="3652557"/>
                </a:moveTo>
                <a:lnTo>
                  <a:pt x="3717573" y="3668943"/>
                </a:lnTo>
                <a:lnTo>
                  <a:pt x="3738531" y="3669995"/>
                </a:lnTo>
                <a:lnTo>
                  <a:pt x="3748214" y="3665088"/>
                </a:lnTo>
                <a:lnTo>
                  <a:pt x="3764508" y="3654300"/>
                </a:lnTo>
                <a:close/>
                <a:moveTo>
                  <a:pt x="2843516" y="3650867"/>
                </a:moveTo>
                <a:lnTo>
                  <a:pt x="2837438" y="3670265"/>
                </a:lnTo>
                <a:lnTo>
                  <a:pt x="2822188" y="3699838"/>
                </a:lnTo>
                <a:lnTo>
                  <a:pt x="2890028" y="3733189"/>
                </a:lnTo>
                <a:lnTo>
                  <a:pt x="2891458" y="3733748"/>
                </a:lnTo>
                <a:lnTo>
                  <a:pt x="2903522" y="3706918"/>
                </a:lnTo>
                <a:lnTo>
                  <a:pt x="2909406" y="3683826"/>
                </a:lnTo>
                <a:close/>
                <a:moveTo>
                  <a:pt x="3693175" y="3645839"/>
                </a:moveTo>
                <a:lnTo>
                  <a:pt x="3667090" y="3666410"/>
                </a:lnTo>
                <a:lnTo>
                  <a:pt x="3692988" y="3667709"/>
                </a:lnTo>
                <a:lnTo>
                  <a:pt x="3717370" y="3650307"/>
                </a:lnTo>
                <a:lnTo>
                  <a:pt x="3709067" y="3649604"/>
                </a:lnTo>
                <a:close/>
                <a:moveTo>
                  <a:pt x="3646926" y="3634880"/>
                </a:moveTo>
                <a:lnTo>
                  <a:pt x="3615616" y="3661206"/>
                </a:lnTo>
                <a:lnTo>
                  <a:pt x="3638111" y="3664955"/>
                </a:lnTo>
                <a:lnTo>
                  <a:pt x="3642542" y="3665178"/>
                </a:lnTo>
                <a:lnTo>
                  <a:pt x="3673831" y="3641255"/>
                </a:lnTo>
                <a:close/>
                <a:moveTo>
                  <a:pt x="3884003" y="3631564"/>
                </a:moveTo>
                <a:lnTo>
                  <a:pt x="3865963" y="3641056"/>
                </a:lnTo>
                <a:lnTo>
                  <a:pt x="3883465" y="3640295"/>
                </a:lnTo>
                <a:lnTo>
                  <a:pt x="3900718" y="3631607"/>
                </a:lnTo>
                <a:lnTo>
                  <a:pt x="3884973" y="3631679"/>
                </a:lnTo>
                <a:close/>
                <a:moveTo>
                  <a:pt x="3943049" y="3631412"/>
                </a:moveTo>
                <a:lnTo>
                  <a:pt x="3932658" y="3631460"/>
                </a:lnTo>
                <a:lnTo>
                  <a:pt x="3919952" y="3637533"/>
                </a:lnTo>
                <a:lnTo>
                  <a:pt x="3930850" y="3635774"/>
                </a:lnTo>
                <a:close/>
                <a:moveTo>
                  <a:pt x="2526756" y="3627288"/>
                </a:moveTo>
                <a:lnTo>
                  <a:pt x="2517740" y="3636150"/>
                </a:lnTo>
                <a:lnTo>
                  <a:pt x="2478857" y="3664851"/>
                </a:lnTo>
                <a:lnTo>
                  <a:pt x="2486961" y="3670721"/>
                </a:lnTo>
                <a:lnTo>
                  <a:pt x="2549199" y="3710067"/>
                </a:lnTo>
                <a:lnTo>
                  <a:pt x="2590857" y="3676166"/>
                </a:lnTo>
                <a:lnTo>
                  <a:pt x="2595711" y="3670808"/>
                </a:lnTo>
                <a:lnTo>
                  <a:pt x="2549107" y="3642664"/>
                </a:lnTo>
                <a:close/>
                <a:moveTo>
                  <a:pt x="3837594" y="3626035"/>
                </a:moveTo>
                <a:lnTo>
                  <a:pt x="3819484" y="3638805"/>
                </a:lnTo>
                <a:lnTo>
                  <a:pt x="3811641" y="3643309"/>
                </a:lnTo>
                <a:lnTo>
                  <a:pt x="3812502" y="3643381"/>
                </a:lnTo>
                <a:lnTo>
                  <a:pt x="3833953" y="3642448"/>
                </a:lnTo>
                <a:lnTo>
                  <a:pt x="3859005" y="3628586"/>
                </a:lnTo>
                <a:close/>
                <a:moveTo>
                  <a:pt x="3098317" y="3625139"/>
                </a:moveTo>
                <a:lnTo>
                  <a:pt x="3094451" y="3676905"/>
                </a:lnTo>
                <a:lnTo>
                  <a:pt x="3173483" y="3709537"/>
                </a:lnTo>
                <a:cubicBezTo>
                  <a:pt x="3226896" y="3727479"/>
                  <a:pt x="3280707" y="3740957"/>
                  <a:pt x="3335156" y="3748524"/>
                </a:cubicBezTo>
                <a:lnTo>
                  <a:pt x="3416541" y="3755119"/>
                </a:lnTo>
                <a:lnTo>
                  <a:pt x="3444037" y="3734718"/>
                </a:lnTo>
                <a:lnTo>
                  <a:pt x="3405643" y="3730431"/>
                </a:lnTo>
                <a:cubicBezTo>
                  <a:pt x="3350018" y="3721050"/>
                  <a:pt x="3295204" y="3705814"/>
                  <a:pt x="3241096" y="3686439"/>
                </a:cubicBezTo>
                <a:close/>
                <a:moveTo>
                  <a:pt x="3598908" y="3623502"/>
                </a:moveTo>
                <a:lnTo>
                  <a:pt x="3566695" y="3653054"/>
                </a:lnTo>
                <a:lnTo>
                  <a:pt x="3595296" y="3657820"/>
                </a:lnTo>
                <a:lnTo>
                  <a:pt x="3628712" y="3630564"/>
                </a:lnTo>
                <a:close/>
                <a:moveTo>
                  <a:pt x="2940201" y="3622377"/>
                </a:moveTo>
                <a:lnTo>
                  <a:pt x="2939888" y="3624654"/>
                </a:lnTo>
                <a:lnTo>
                  <a:pt x="2926749" y="3675879"/>
                </a:lnTo>
                <a:lnTo>
                  <a:pt x="2962897" y="3693936"/>
                </a:lnTo>
                <a:lnTo>
                  <a:pt x="2992383" y="3705945"/>
                </a:lnTo>
                <a:lnTo>
                  <a:pt x="3002321" y="3657824"/>
                </a:lnTo>
                <a:lnTo>
                  <a:pt x="3002628" y="3654532"/>
                </a:lnTo>
                <a:close/>
                <a:moveTo>
                  <a:pt x="2652902" y="3622000"/>
                </a:moveTo>
                <a:lnTo>
                  <a:pt x="2631888" y="3652914"/>
                </a:lnTo>
                <a:lnTo>
                  <a:pt x="2618764" y="3667405"/>
                </a:lnTo>
                <a:lnTo>
                  <a:pt x="2687430" y="3708885"/>
                </a:lnTo>
                <a:lnTo>
                  <a:pt x="2688315" y="3709324"/>
                </a:lnTo>
                <a:lnTo>
                  <a:pt x="2702497" y="3691836"/>
                </a:lnTo>
                <a:lnTo>
                  <a:pt x="2720244" y="3661728"/>
                </a:lnTo>
                <a:close/>
                <a:moveTo>
                  <a:pt x="3787373" y="3620051"/>
                </a:moveTo>
                <a:lnTo>
                  <a:pt x="3762208" y="3639149"/>
                </a:lnTo>
                <a:lnTo>
                  <a:pt x="3784552" y="3641029"/>
                </a:lnTo>
                <a:lnTo>
                  <a:pt x="3811835" y="3622966"/>
                </a:lnTo>
                <a:close/>
                <a:moveTo>
                  <a:pt x="2388099" y="3617449"/>
                </a:moveTo>
                <a:lnTo>
                  <a:pt x="2380131" y="3622930"/>
                </a:lnTo>
                <a:lnTo>
                  <a:pt x="2332847" y="3647483"/>
                </a:lnTo>
                <a:lnTo>
                  <a:pt x="2373563" y="3679608"/>
                </a:lnTo>
                <a:lnTo>
                  <a:pt x="2397899" y="3696387"/>
                </a:lnTo>
                <a:lnTo>
                  <a:pt x="2442206" y="3673567"/>
                </a:lnTo>
                <a:lnTo>
                  <a:pt x="2453789" y="3665024"/>
                </a:lnTo>
                <a:close/>
                <a:moveTo>
                  <a:pt x="3740496" y="3608519"/>
                </a:moveTo>
                <a:lnTo>
                  <a:pt x="3708069" y="3634092"/>
                </a:lnTo>
                <a:lnTo>
                  <a:pt x="3711336" y="3634868"/>
                </a:lnTo>
                <a:lnTo>
                  <a:pt x="3736084" y="3636951"/>
                </a:lnTo>
                <a:lnTo>
                  <a:pt x="3766377" y="3615330"/>
                </a:lnTo>
                <a:close/>
                <a:moveTo>
                  <a:pt x="4029765" y="3607701"/>
                </a:moveTo>
                <a:lnTo>
                  <a:pt x="4021037" y="3611921"/>
                </a:lnTo>
                <a:lnTo>
                  <a:pt x="4030828" y="3610751"/>
                </a:lnTo>
                <a:lnTo>
                  <a:pt x="4037710" y="3607970"/>
                </a:lnTo>
                <a:close/>
                <a:moveTo>
                  <a:pt x="3981753" y="3606075"/>
                </a:moveTo>
                <a:lnTo>
                  <a:pt x="3965666" y="3615683"/>
                </a:lnTo>
                <a:lnTo>
                  <a:pt x="3964135" y="3616415"/>
                </a:lnTo>
                <a:lnTo>
                  <a:pt x="3976939" y="3616345"/>
                </a:lnTo>
                <a:lnTo>
                  <a:pt x="3998326" y="3606636"/>
                </a:lnTo>
                <a:close/>
                <a:moveTo>
                  <a:pt x="2765678" y="3606047"/>
                </a:moveTo>
                <a:lnTo>
                  <a:pt x="2757256" y="3628215"/>
                </a:lnTo>
                <a:lnTo>
                  <a:pt x="2740548" y="3656495"/>
                </a:lnTo>
                <a:lnTo>
                  <a:pt x="2773042" y="3675676"/>
                </a:lnTo>
                <a:lnTo>
                  <a:pt x="2808796" y="3693253"/>
                </a:lnTo>
                <a:lnTo>
                  <a:pt x="2823790" y="3664095"/>
                </a:lnTo>
                <a:lnTo>
                  <a:pt x="2830178" y="3643596"/>
                </a:lnTo>
                <a:close/>
                <a:moveTo>
                  <a:pt x="3932193" y="3601211"/>
                </a:moveTo>
                <a:lnTo>
                  <a:pt x="3908384" y="3616720"/>
                </a:lnTo>
                <a:lnTo>
                  <a:pt x="3930522" y="3616599"/>
                </a:lnTo>
                <a:lnTo>
                  <a:pt x="3954288" y="3604631"/>
                </a:lnTo>
                <a:close/>
                <a:moveTo>
                  <a:pt x="3693109" y="3596048"/>
                </a:moveTo>
                <a:lnTo>
                  <a:pt x="3661126" y="3622940"/>
                </a:lnTo>
                <a:lnTo>
                  <a:pt x="3689095" y="3629585"/>
                </a:lnTo>
                <a:lnTo>
                  <a:pt x="3722754" y="3603850"/>
                </a:lnTo>
                <a:close/>
                <a:moveTo>
                  <a:pt x="3883487" y="3593672"/>
                </a:moveTo>
                <a:lnTo>
                  <a:pt x="3855740" y="3613239"/>
                </a:lnTo>
                <a:lnTo>
                  <a:pt x="3881256" y="3616273"/>
                </a:lnTo>
                <a:lnTo>
                  <a:pt x="3886026" y="3613634"/>
                </a:lnTo>
                <a:lnTo>
                  <a:pt x="3910282" y="3597819"/>
                </a:lnTo>
                <a:close/>
                <a:moveTo>
                  <a:pt x="3023842" y="3587958"/>
                </a:moveTo>
                <a:lnTo>
                  <a:pt x="3018423" y="3645514"/>
                </a:lnTo>
                <a:lnTo>
                  <a:pt x="3079969" y="3670926"/>
                </a:lnTo>
                <a:lnTo>
                  <a:pt x="3083803" y="3618908"/>
                </a:lnTo>
                <a:lnTo>
                  <a:pt x="3080780" y="3617610"/>
                </a:lnTo>
                <a:close/>
                <a:moveTo>
                  <a:pt x="4127896" y="3585980"/>
                </a:moveTo>
                <a:lnTo>
                  <a:pt x="4120821" y="3589036"/>
                </a:lnTo>
                <a:lnTo>
                  <a:pt x="4127271" y="3588537"/>
                </a:lnTo>
                <a:lnTo>
                  <a:pt x="4133376" y="3586376"/>
                </a:lnTo>
                <a:close/>
                <a:moveTo>
                  <a:pt x="3835336" y="3583653"/>
                </a:moveTo>
                <a:lnTo>
                  <a:pt x="3804397" y="3607132"/>
                </a:lnTo>
                <a:lnTo>
                  <a:pt x="3830976" y="3610293"/>
                </a:lnTo>
                <a:lnTo>
                  <a:pt x="3861275" y="3590233"/>
                </a:lnTo>
                <a:lnTo>
                  <a:pt x="3854556" y="3589193"/>
                </a:lnTo>
                <a:close/>
                <a:moveTo>
                  <a:pt x="4081612" y="3582632"/>
                </a:moveTo>
                <a:lnTo>
                  <a:pt x="4058659" y="3593730"/>
                </a:lnTo>
                <a:lnTo>
                  <a:pt x="4059767" y="3593767"/>
                </a:lnTo>
                <a:lnTo>
                  <a:pt x="4075966" y="3592512"/>
                </a:lnTo>
                <a:lnTo>
                  <a:pt x="4097562" y="3583785"/>
                </a:lnTo>
                <a:close/>
                <a:moveTo>
                  <a:pt x="3644112" y="3582032"/>
                </a:moveTo>
                <a:lnTo>
                  <a:pt x="3612192" y="3611315"/>
                </a:lnTo>
                <a:lnTo>
                  <a:pt x="3643262" y="3618696"/>
                </a:lnTo>
                <a:lnTo>
                  <a:pt x="3676415" y="3591654"/>
                </a:lnTo>
                <a:lnTo>
                  <a:pt x="3652452" y="3585348"/>
                </a:lnTo>
                <a:close/>
                <a:moveTo>
                  <a:pt x="2864426" y="3581182"/>
                </a:moveTo>
                <a:lnTo>
                  <a:pt x="2863029" y="3588586"/>
                </a:lnTo>
                <a:lnTo>
                  <a:pt x="2848004" y="3636544"/>
                </a:lnTo>
                <a:lnTo>
                  <a:pt x="2913160" y="3669091"/>
                </a:lnTo>
                <a:lnTo>
                  <a:pt x="2925449" y="3620864"/>
                </a:lnTo>
                <a:lnTo>
                  <a:pt x="2926225" y="3615179"/>
                </a:lnTo>
                <a:lnTo>
                  <a:pt x="2902169" y="3602788"/>
                </a:lnTo>
                <a:close/>
                <a:moveTo>
                  <a:pt x="4028303" y="3578272"/>
                </a:moveTo>
                <a:lnTo>
                  <a:pt x="4005352" y="3591980"/>
                </a:lnTo>
                <a:lnTo>
                  <a:pt x="4028911" y="3592753"/>
                </a:lnTo>
                <a:lnTo>
                  <a:pt x="4034618" y="3590163"/>
                </a:lnTo>
                <a:lnTo>
                  <a:pt x="4052371" y="3580517"/>
                </a:lnTo>
                <a:lnTo>
                  <a:pt x="4032568" y="3579084"/>
                </a:lnTo>
                <a:close/>
                <a:moveTo>
                  <a:pt x="2448408" y="3573387"/>
                </a:moveTo>
                <a:lnTo>
                  <a:pt x="2434183" y="3585750"/>
                </a:lnTo>
                <a:lnTo>
                  <a:pt x="2401085" y="3608517"/>
                </a:lnTo>
                <a:lnTo>
                  <a:pt x="2466329" y="3655776"/>
                </a:lnTo>
                <a:lnTo>
                  <a:pt x="2507889" y="3625124"/>
                </a:lnTo>
                <a:lnTo>
                  <a:pt x="2514358" y="3618758"/>
                </a:lnTo>
                <a:close/>
                <a:moveTo>
                  <a:pt x="2574577" y="3572826"/>
                </a:moveTo>
                <a:lnTo>
                  <a:pt x="2549134" y="3605290"/>
                </a:lnTo>
                <a:lnTo>
                  <a:pt x="2537536" y="3616691"/>
                </a:lnTo>
                <a:lnTo>
                  <a:pt x="2557168" y="3630197"/>
                </a:lnTo>
                <a:lnTo>
                  <a:pt x="2605856" y="3659608"/>
                </a:lnTo>
                <a:lnTo>
                  <a:pt x="2620382" y="3643571"/>
                </a:lnTo>
                <a:lnTo>
                  <a:pt x="2640122" y="3614461"/>
                </a:lnTo>
                <a:lnTo>
                  <a:pt x="2619555" y="3602327"/>
                </a:lnTo>
                <a:close/>
                <a:moveTo>
                  <a:pt x="3788973" y="3570288"/>
                </a:moveTo>
                <a:lnTo>
                  <a:pt x="3755013" y="3597070"/>
                </a:lnTo>
                <a:lnTo>
                  <a:pt x="3782058" y="3604138"/>
                </a:lnTo>
                <a:lnTo>
                  <a:pt x="3817830" y="3578606"/>
                </a:lnTo>
                <a:close/>
                <a:moveTo>
                  <a:pt x="3981182" y="3569301"/>
                </a:moveTo>
                <a:lnTo>
                  <a:pt x="3950848" y="3589060"/>
                </a:lnTo>
                <a:lnTo>
                  <a:pt x="3960167" y="3590496"/>
                </a:lnTo>
                <a:lnTo>
                  <a:pt x="3977845" y="3591077"/>
                </a:lnTo>
                <a:lnTo>
                  <a:pt x="4006290" y="3574081"/>
                </a:lnTo>
                <a:close/>
                <a:moveTo>
                  <a:pt x="4181040" y="3561390"/>
                </a:moveTo>
                <a:lnTo>
                  <a:pt x="4162752" y="3570684"/>
                </a:lnTo>
                <a:lnTo>
                  <a:pt x="4179369" y="3570097"/>
                </a:lnTo>
                <a:lnTo>
                  <a:pt x="4187427" y="3567245"/>
                </a:lnTo>
                <a:lnTo>
                  <a:pt x="4196856" y="3563147"/>
                </a:lnTo>
                <a:close/>
                <a:moveTo>
                  <a:pt x="2688692" y="3561182"/>
                </a:moveTo>
                <a:lnTo>
                  <a:pt x="2677100" y="3586400"/>
                </a:lnTo>
                <a:lnTo>
                  <a:pt x="2661264" y="3609698"/>
                </a:lnTo>
                <a:lnTo>
                  <a:pt x="2727772" y="3648955"/>
                </a:lnTo>
                <a:lnTo>
                  <a:pt x="2744020" y="3621388"/>
                </a:lnTo>
                <a:lnTo>
                  <a:pt x="2752683" y="3598482"/>
                </a:lnTo>
                <a:lnTo>
                  <a:pt x="2689817" y="3561884"/>
                </a:lnTo>
                <a:close/>
                <a:moveTo>
                  <a:pt x="3931468" y="3559837"/>
                </a:moveTo>
                <a:lnTo>
                  <a:pt x="3900937" y="3581366"/>
                </a:lnTo>
                <a:lnTo>
                  <a:pt x="3928905" y="3585677"/>
                </a:lnTo>
                <a:lnTo>
                  <a:pt x="3960159" y="3565299"/>
                </a:lnTo>
                <a:close/>
                <a:moveTo>
                  <a:pt x="2311210" y="3558685"/>
                </a:moveTo>
                <a:lnTo>
                  <a:pt x="2279407" y="3577591"/>
                </a:lnTo>
                <a:lnTo>
                  <a:pt x="2257587" y="3586975"/>
                </a:lnTo>
                <a:lnTo>
                  <a:pt x="2268020" y="3596334"/>
                </a:lnTo>
                <a:lnTo>
                  <a:pt x="2320038" y="3637376"/>
                </a:lnTo>
                <a:lnTo>
                  <a:pt x="2371910" y="3610521"/>
                </a:lnTo>
                <a:lnTo>
                  <a:pt x="2375308" y="3608186"/>
                </a:lnTo>
                <a:lnTo>
                  <a:pt x="2342827" y="3584662"/>
                </a:lnTo>
                <a:close/>
                <a:moveTo>
                  <a:pt x="3738582" y="3555762"/>
                </a:moveTo>
                <a:lnTo>
                  <a:pt x="3717943" y="3575167"/>
                </a:lnTo>
                <a:lnTo>
                  <a:pt x="3706860" y="3584486"/>
                </a:lnTo>
                <a:lnTo>
                  <a:pt x="3737580" y="3592514"/>
                </a:lnTo>
                <a:lnTo>
                  <a:pt x="3762172" y="3573712"/>
                </a:lnTo>
                <a:lnTo>
                  <a:pt x="3771711" y="3565312"/>
                </a:lnTo>
                <a:close/>
                <a:moveTo>
                  <a:pt x="4129727" y="3555689"/>
                </a:moveTo>
                <a:lnTo>
                  <a:pt x="4105368" y="3569422"/>
                </a:lnTo>
                <a:lnTo>
                  <a:pt x="4126114" y="3570904"/>
                </a:lnTo>
                <a:lnTo>
                  <a:pt x="4152135" y="3558179"/>
                </a:lnTo>
                <a:close/>
                <a:moveTo>
                  <a:pt x="3099953" y="3549856"/>
                </a:moveTo>
                <a:lnTo>
                  <a:pt x="3099539" y="3608786"/>
                </a:lnTo>
                <a:lnTo>
                  <a:pt x="3099490" y="3609443"/>
                </a:lnTo>
                <a:lnTo>
                  <a:pt x="3245084" y="3672082"/>
                </a:lnTo>
                <a:cubicBezTo>
                  <a:pt x="3298617" y="3691309"/>
                  <a:pt x="3352780" y="3706423"/>
                  <a:pt x="3407651" y="3715717"/>
                </a:cubicBezTo>
                <a:lnTo>
                  <a:pt x="3461509" y="3721754"/>
                </a:lnTo>
                <a:lnTo>
                  <a:pt x="3491190" y="3699731"/>
                </a:lnTo>
                <a:lnTo>
                  <a:pt x="3484408" y="3698792"/>
                </a:lnTo>
                <a:cubicBezTo>
                  <a:pt x="3381001" y="3679078"/>
                  <a:pt x="3280351" y="3639496"/>
                  <a:pt x="3181806" y="3591728"/>
                </a:cubicBezTo>
                <a:close/>
                <a:moveTo>
                  <a:pt x="2950339" y="3548582"/>
                </a:moveTo>
                <a:lnTo>
                  <a:pt x="2942352" y="3606724"/>
                </a:lnTo>
                <a:lnTo>
                  <a:pt x="3004119" y="3638572"/>
                </a:lnTo>
                <a:lnTo>
                  <a:pt x="3009541" y="3580510"/>
                </a:lnTo>
                <a:lnTo>
                  <a:pt x="2975936" y="3563010"/>
                </a:lnTo>
                <a:close/>
                <a:moveTo>
                  <a:pt x="4080487" y="3547105"/>
                </a:moveTo>
                <a:lnTo>
                  <a:pt x="4049774" y="3565448"/>
                </a:lnTo>
                <a:lnTo>
                  <a:pt x="4076577" y="3567364"/>
                </a:lnTo>
                <a:lnTo>
                  <a:pt x="4104035" y="3552444"/>
                </a:lnTo>
                <a:close/>
                <a:moveTo>
                  <a:pt x="3884599" y="3545523"/>
                </a:moveTo>
                <a:lnTo>
                  <a:pt x="3874289" y="3554092"/>
                </a:lnTo>
                <a:lnTo>
                  <a:pt x="3850042" y="3572493"/>
                </a:lnTo>
                <a:lnTo>
                  <a:pt x="3857679" y="3574698"/>
                </a:lnTo>
                <a:lnTo>
                  <a:pt x="3879628" y="3578082"/>
                </a:lnTo>
                <a:lnTo>
                  <a:pt x="3907827" y="3559412"/>
                </a:lnTo>
                <a:lnTo>
                  <a:pt x="3913848" y="3554791"/>
                </a:lnTo>
                <a:close/>
                <a:moveTo>
                  <a:pt x="4282255" y="3542665"/>
                </a:moveTo>
                <a:lnTo>
                  <a:pt x="4265105" y="3550431"/>
                </a:lnTo>
                <a:lnTo>
                  <a:pt x="4274234" y="3550492"/>
                </a:lnTo>
                <a:lnTo>
                  <a:pt x="4292951" y="3544202"/>
                </a:lnTo>
                <a:lnTo>
                  <a:pt x="4292301" y="3544170"/>
                </a:lnTo>
                <a:close/>
                <a:moveTo>
                  <a:pt x="2789519" y="3538302"/>
                </a:moveTo>
                <a:lnTo>
                  <a:pt x="2785907" y="3552807"/>
                </a:lnTo>
                <a:lnTo>
                  <a:pt x="2771027" y="3591970"/>
                </a:lnTo>
                <a:lnTo>
                  <a:pt x="2834714" y="3629043"/>
                </a:lnTo>
                <a:lnTo>
                  <a:pt x="2848730" y="3584068"/>
                </a:lnTo>
                <a:lnTo>
                  <a:pt x="2850744" y="3573349"/>
                </a:lnTo>
                <a:close/>
                <a:moveTo>
                  <a:pt x="3690848" y="3536695"/>
                </a:moveTo>
                <a:lnTo>
                  <a:pt x="3661137" y="3566415"/>
                </a:lnTo>
                <a:lnTo>
                  <a:pt x="3656120" y="3571017"/>
                </a:lnTo>
                <a:lnTo>
                  <a:pt x="3657669" y="3571630"/>
                </a:lnTo>
                <a:lnTo>
                  <a:pt x="3690365" y="3580175"/>
                </a:lnTo>
                <a:lnTo>
                  <a:pt x="3722762" y="3549820"/>
                </a:lnTo>
                <a:close/>
                <a:moveTo>
                  <a:pt x="4031339" y="3535962"/>
                </a:moveTo>
                <a:lnTo>
                  <a:pt x="4021115" y="3543290"/>
                </a:lnTo>
                <a:lnTo>
                  <a:pt x="3999128" y="3557612"/>
                </a:lnTo>
                <a:lnTo>
                  <a:pt x="4025478" y="3562616"/>
                </a:lnTo>
                <a:lnTo>
                  <a:pt x="4059429" y="3542331"/>
                </a:lnTo>
                <a:close/>
                <a:moveTo>
                  <a:pt x="4232545" y="3535216"/>
                </a:moveTo>
                <a:lnTo>
                  <a:pt x="4205217" y="3549104"/>
                </a:lnTo>
                <a:lnTo>
                  <a:pt x="4214163" y="3550091"/>
                </a:lnTo>
                <a:lnTo>
                  <a:pt x="4226707" y="3550175"/>
                </a:lnTo>
                <a:lnTo>
                  <a:pt x="4253799" y="3538401"/>
                </a:lnTo>
                <a:close/>
                <a:moveTo>
                  <a:pt x="3834946" y="3529790"/>
                </a:moveTo>
                <a:lnTo>
                  <a:pt x="3802244" y="3558688"/>
                </a:lnTo>
                <a:lnTo>
                  <a:pt x="3833208" y="3567631"/>
                </a:lnTo>
                <a:lnTo>
                  <a:pt x="3834562" y="3566665"/>
                </a:lnTo>
                <a:lnTo>
                  <a:pt x="3866976" y="3539939"/>
                </a:lnTo>
                <a:close/>
                <a:moveTo>
                  <a:pt x="4180456" y="3527091"/>
                </a:moveTo>
                <a:lnTo>
                  <a:pt x="4151854" y="3543215"/>
                </a:lnTo>
                <a:lnTo>
                  <a:pt x="4177047" y="3545995"/>
                </a:lnTo>
                <a:lnTo>
                  <a:pt x="4206935" y="3531378"/>
                </a:lnTo>
                <a:lnTo>
                  <a:pt x="4183265" y="3527831"/>
                </a:lnTo>
                <a:close/>
                <a:moveTo>
                  <a:pt x="4387516" y="3525865"/>
                </a:moveTo>
                <a:lnTo>
                  <a:pt x="4369575" y="3532999"/>
                </a:lnTo>
                <a:lnTo>
                  <a:pt x="4379628" y="3533484"/>
                </a:lnTo>
                <a:lnTo>
                  <a:pt x="4401888" y="3527150"/>
                </a:lnTo>
                <a:close/>
                <a:moveTo>
                  <a:pt x="2498303" y="3522798"/>
                </a:moveTo>
                <a:lnTo>
                  <a:pt x="2466404" y="3557746"/>
                </a:lnTo>
                <a:lnTo>
                  <a:pt x="2459976" y="3563333"/>
                </a:lnTo>
                <a:lnTo>
                  <a:pt x="2525130" y="3608156"/>
                </a:lnTo>
                <a:lnTo>
                  <a:pt x="2538295" y="3595199"/>
                </a:lnTo>
                <a:lnTo>
                  <a:pt x="2562168" y="3564687"/>
                </a:lnTo>
                <a:close/>
                <a:moveTo>
                  <a:pt x="3981273" y="3522379"/>
                </a:moveTo>
                <a:lnTo>
                  <a:pt x="3948239" y="3547947"/>
                </a:lnTo>
                <a:lnTo>
                  <a:pt x="3978081" y="3553615"/>
                </a:lnTo>
                <a:lnTo>
                  <a:pt x="4011911" y="3531557"/>
                </a:lnTo>
                <a:lnTo>
                  <a:pt x="3999911" y="3528836"/>
                </a:lnTo>
                <a:close/>
                <a:moveTo>
                  <a:pt x="2372542" y="3518556"/>
                </a:moveTo>
                <a:lnTo>
                  <a:pt x="2350601" y="3535269"/>
                </a:lnTo>
                <a:lnTo>
                  <a:pt x="2324781" y="3550618"/>
                </a:lnTo>
                <a:lnTo>
                  <a:pt x="2351840" y="3572846"/>
                </a:lnTo>
                <a:lnTo>
                  <a:pt x="2388301" y="3599257"/>
                </a:lnTo>
                <a:lnTo>
                  <a:pt x="2424973" y="3574057"/>
                </a:lnTo>
                <a:lnTo>
                  <a:pt x="2435761" y="3564686"/>
                </a:lnTo>
                <a:lnTo>
                  <a:pt x="2412491" y="3548677"/>
                </a:lnTo>
                <a:close/>
                <a:moveTo>
                  <a:pt x="4337476" y="3517659"/>
                </a:moveTo>
                <a:lnTo>
                  <a:pt x="4309951" y="3530123"/>
                </a:lnTo>
                <a:lnTo>
                  <a:pt x="4331722" y="3531173"/>
                </a:lnTo>
                <a:lnTo>
                  <a:pt x="4357850" y="3522393"/>
                </a:lnTo>
                <a:lnTo>
                  <a:pt x="4359318" y="3521772"/>
                </a:lnTo>
                <a:close/>
                <a:moveTo>
                  <a:pt x="2613512" y="3514270"/>
                </a:moveTo>
                <a:lnTo>
                  <a:pt x="2596546" y="3544793"/>
                </a:lnTo>
                <a:lnTo>
                  <a:pt x="2583771" y="3561093"/>
                </a:lnTo>
                <a:lnTo>
                  <a:pt x="2627430" y="3589727"/>
                </a:lnTo>
                <a:lnTo>
                  <a:pt x="2648472" y="3602147"/>
                </a:lnTo>
                <a:lnTo>
                  <a:pt x="2664276" y="3578841"/>
                </a:lnTo>
                <a:lnTo>
                  <a:pt x="2675991" y="3553257"/>
                </a:lnTo>
                <a:close/>
                <a:moveTo>
                  <a:pt x="4131762" y="3514254"/>
                </a:moveTo>
                <a:lnTo>
                  <a:pt x="4098725" y="3536033"/>
                </a:lnTo>
                <a:lnTo>
                  <a:pt x="4110083" y="3538605"/>
                </a:lnTo>
                <a:lnTo>
                  <a:pt x="4126226" y="3540387"/>
                </a:lnTo>
                <a:lnTo>
                  <a:pt x="4160418" y="3521808"/>
                </a:lnTo>
                <a:close/>
                <a:moveTo>
                  <a:pt x="4496045" y="3511656"/>
                </a:moveTo>
                <a:lnTo>
                  <a:pt x="4476518" y="3518823"/>
                </a:lnTo>
                <a:lnTo>
                  <a:pt x="4487155" y="3519766"/>
                </a:lnTo>
                <a:lnTo>
                  <a:pt x="4512753" y="3513791"/>
                </a:lnTo>
                <a:close/>
                <a:moveTo>
                  <a:pt x="3786013" y="3511165"/>
                </a:moveTo>
                <a:lnTo>
                  <a:pt x="3751161" y="3543934"/>
                </a:lnTo>
                <a:lnTo>
                  <a:pt x="3784917" y="3553683"/>
                </a:lnTo>
                <a:lnTo>
                  <a:pt x="3818110" y="3524455"/>
                </a:lnTo>
                <a:lnTo>
                  <a:pt x="3813887" y="3523117"/>
                </a:lnTo>
                <a:close/>
                <a:moveTo>
                  <a:pt x="3028169" y="3510968"/>
                </a:moveTo>
                <a:lnTo>
                  <a:pt x="3026039" y="3564615"/>
                </a:lnTo>
                <a:lnTo>
                  <a:pt x="3025344" y="3571998"/>
                </a:lnTo>
                <a:lnTo>
                  <a:pt x="3084693" y="3602931"/>
                </a:lnTo>
                <a:lnTo>
                  <a:pt x="3085115" y="3542265"/>
                </a:lnTo>
                <a:lnTo>
                  <a:pt x="3083939" y="3541663"/>
                </a:lnTo>
                <a:close/>
                <a:moveTo>
                  <a:pt x="2878242" y="3507944"/>
                </a:moveTo>
                <a:lnTo>
                  <a:pt x="2867347" y="3565697"/>
                </a:lnTo>
                <a:lnTo>
                  <a:pt x="2908639" y="3589341"/>
                </a:lnTo>
                <a:lnTo>
                  <a:pt x="2928365" y="3599512"/>
                </a:lnTo>
                <a:lnTo>
                  <a:pt x="2936395" y="3540722"/>
                </a:lnTo>
                <a:close/>
                <a:moveTo>
                  <a:pt x="4285311" y="3507838"/>
                </a:moveTo>
                <a:lnTo>
                  <a:pt x="4270783" y="3515784"/>
                </a:lnTo>
                <a:lnTo>
                  <a:pt x="4255476" y="3523563"/>
                </a:lnTo>
                <a:lnTo>
                  <a:pt x="4279643" y="3527170"/>
                </a:lnTo>
                <a:lnTo>
                  <a:pt x="4312393" y="3512937"/>
                </a:lnTo>
                <a:close/>
                <a:moveTo>
                  <a:pt x="4889884" y="3506286"/>
                </a:moveTo>
                <a:lnTo>
                  <a:pt x="4887206" y="3506702"/>
                </a:lnTo>
                <a:lnTo>
                  <a:pt x="4890673" y="3507120"/>
                </a:lnTo>
                <a:lnTo>
                  <a:pt x="4892727" y="3506976"/>
                </a:lnTo>
                <a:close/>
                <a:moveTo>
                  <a:pt x="4774198" y="3505885"/>
                </a:moveTo>
                <a:lnTo>
                  <a:pt x="4769619" y="3506823"/>
                </a:lnTo>
                <a:lnTo>
                  <a:pt x="4772864" y="3507079"/>
                </a:lnTo>
                <a:lnTo>
                  <a:pt x="4777497" y="3506554"/>
                </a:lnTo>
                <a:close/>
                <a:moveTo>
                  <a:pt x="5066047" y="3505868"/>
                </a:moveTo>
                <a:lnTo>
                  <a:pt x="5049868" y="3507733"/>
                </a:lnTo>
                <a:lnTo>
                  <a:pt x="5063006" y="3510662"/>
                </a:lnTo>
                <a:lnTo>
                  <a:pt x="5078706" y="3510115"/>
                </a:lnTo>
                <a:close/>
                <a:moveTo>
                  <a:pt x="3932695" y="3505549"/>
                </a:moveTo>
                <a:lnTo>
                  <a:pt x="3898136" y="3534272"/>
                </a:lnTo>
                <a:lnTo>
                  <a:pt x="3928170" y="3543798"/>
                </a:lnTo>
                <a:lnTo>
                  <a:pt x="3963912" y="3516364"/>
                </a:lnTo>
                <a:close/>
                <a:moveTo>
                  <a:pt x="4443806" y="3503061"/>
                </a:moveTo>
                <a:lnTo>
                  <a:pt x="4431576" y="3508346"/>
                </a:lnTo>
                <a:lnTo>
                  <a:pt x="4418229" y="3513653"/>
                </a:lnTo>
                <a:lnTo>
                  <a:pt x="4441825" y="3515746"/>
                </a:lnTo>
                <a:lnTo>
                  <a:pt x="4464084" y="3507574"/>
                </a:lnTo>
                <a:lnTo>
                  <a:pt x="4463432" y="3507491"/>
                </a:lnTo>
                <a:close/>
                <a:moveTo>
                  <a:pt x="4606407" y="3501364"/>
                </a:moveTo>
                <a:lnTo>
                  <a:pt x="4585080" y="3508008"/>
                </a:lnTo>
                <a:lnTo>
                  <a:pt x="4587873" y="3508363"/>
                </a:lnTo>
                <a:lnTo>
                  <a:pt x="4600782" y="3508943"/>
                </a:lnTo>
                <a:lnTo>
                  <a:pt x="4620224" y="3505379"/>
                </a:lnTo>
                <a:lnTo>
                  <a:pt x="4624471" y="3504286"/>
                </a:lnTo>
                <a:close/>
                <a:moveTo>
                  <a:pt x="4080488" y="3500736"/>
                </a:moveTo>
                <a:lnTo>
                  <a:pt x="4047444" y="3524420"/>
                </a:lnTo>
                <a:lnTo>
                  <a:pt x="4077872" y="3531311"/>
                </a:lnTo>
                <a:lnTo>
                  <a:pt x="4088734" y="3524821"/>
                </a:lnTo>
                <a:lnTo>
                  <a:pt x="4112478" y="3509170"/>
                </a:lnTo>
                <a:close/>
                <a:moveTo>
                  <a:pt x="2239126" y="3499459"/>
                </a:moveTo>
                <a:lnTo>
                  <a:pt x="2198202" y="3521044"/>
                </a:lnTo>
                <a:lnTo>
                  <a:pt x="2188396" y="3524906"/>
                </a:lnTo>
                <a:lnTo>
                  <a:pt x="2245431" y="3576071"/>
                </a:lnTo>
                <a:lnTo>
                  <a:pt x="2271992" y="3564688"/>
                </a:lnTo>
                <a:lnTo>
                  <a:pt x="2299005" y="3548657"/>
                </a:lnTo>
                <a:close/>
                <a:moveTo>
                  <a:pt x="4948561" y="3497175"/>
                </a:moveTo>
                <a:lnTo>
                  <a:pt x="4931378" y="3499843"/>
                </a:lnTo>
                <a:lnTo>
                  <a:pt x="4950367" y="3502938"/>
                </a:lnTo>
                <a:lnTo>
                  <a:pt x="4954442" y="3502653"/>
                </a:lnTo>
                <a:lnTo>
                  <a:pt x="4963389" y="3501663"/>
                </a:lnTo>
                <a:close/>
                <a:moveTo>
                  <a:pt x="2715905" y="3495358"/>
                </a:moveTo>
                <a:lnTo>
                  <a:pt x="2708798" y="3517443"/>
                </a:lnTo>
                <a:lnTo>
                  <a:pt x="2694947" y="3547574"/>
                </a:lnTo>
                <a:lnTo>
                  <a:pt x="2697559" y="3549204"/>
                </a:lnTo>
                <a:lnTo>
                  <a:pt x="2758012" y="3584394"/>
                </a:lnTo>
                <a:lnTo>
                  <a:pt x="2771935" y="3547582"/>
                </a:lnTo>
                <a:lnTo>
                  <a:pt x="2776140" y="3530642"/>
                </a:lnTo>
                <a:lnTo>
                  <a:pt x="2760159" y="3521494"/>
                </a:lnTo>
                <a:lnTo>
                  <a:pt x="2720490" y="3498055"/>
                </a:lnTo>
                <a:close/>
                <a:moveTo>
                  <a:pt x="4234094" y="3495188"/>
                </a:moveTo>
                <a:lnTo>
                  <a:pt x="4200688" y="3515386"/>
                </a:lnTo>
                <a:lnTo>
                  <a:pt x="4230528" y="3519840"/>
                </a:lnTo>
                <a:lnTo>
                  <a:pt x="4242609" y="3513932"/>
                </a:lnTo>
                <a:lnTo>
                  <a:pt x="4261904" y="3503431"/>
                </a:lnTo>
                <a:lnTo>
                  <a:pt x="4260798" y="3503223"/>
                </a:lnTo>
                <a:close/>
                <a:moveTo>
                  <a:pt x="4720285" y="3494955"/>
                </a:moveTo>
                <a:lnTo>
                  <a:pt x="4697108" y="3500918"/>
                </a:lnTo>
                <a:lnTo>
                  <a:pt x="4699285" y="3501269"/>
                </a:lnTo>
                <a:lnTo>
                  <a:pt x="4715254" y="3502530"/>
                </a:lnTo>
                <a:lnTo>
                  <a:pt x="4719198" y="3502000"/>
                </a:lnTo>
                <a:lnTo>
                  <a:pt x="4737018" y="3498347"/>
                </a:lnTo>
                <a:close/>
                <a:moveTo>
                  <a:pt x="4836057" y="3493217"/>
                </a:moveTo>
                <a:lnTo>
                  <a:pt x="4813604" y="3497815"/>
                </a:lnTo>
                <a:lnTo>
                  <a:pt x="4832710" y="3500122"/>
                </a:lnTo>
                <a:lnTo>
                  <a:pt x="4852094" y="3497111"/>
                </a:lnTo>
                <a:close/>
                <a:moveTo>
                  <a:pt x="4551099" y="3491451"/>
                </a:moveTo>
                <a:lnTo>
                  <a:pt x="4526326" y="3500543"/>
                </a:lnTo>
                <a:lnTo>
                  <a:pt x="4549650" y="3503507"/>
                </a:lnTo>
                <a:lnTo>
                  <a:pt x="4573568" y="3496052"/>
                </a:lnTo>
                <a:lnTo>
                  <a:pt x="4560869" y="3493998"/>
                </a:lnTo>
                <a:close/>
                <a:moveTo>
                  <a:pt x="4392097" y="3491389"/>
                </a:moveTo>
                <a:lnTo>
                  <a:pt x="4360551" y="3506826"/>
                </a:lnTo>
                <a:lnTo>
                  <a:pt x="4377855" y="3510073"/>
                </a:lnTo>
                <a:lnTo>
                  <a:pt x="4385379" y="3510740"/>
                </a:lnTo>
                <a:lnTo>
                  <a:pt x="4417531" y="3497130"/>
                </a:lnTo>
                <a:close/>
                <a:moveTo>
                  <a:pt x="3737267" y="3490264"/>
                </a:moveTo>
                <a:lnTo>
                  <a:pt x="3702211" y="3525330"/>
                </a:lnTo>
                <a:lnTo>
                  <a:pt x="3734642" y="3538689"/>
                </a:lnTo>
                <a:lnTo>
                  <a:pt x="3770923" y="3504695"/>
                </a:lnTo>
                <a:close/>
                <a:moveTo>
                  <a:pt x="5011165" y="3487455"/>
                </a:moveTo>
                <a:lnTo>
                  <a:pt x="4982446" y="3491914"/>
                </a:lnTo>
                <a:lnTo>
                  <a:pt x="4992348" y="3494910"/>
                </a:lnTo>
                <a:lnTo>
                  <a:pt x="5002993" y="3497283"/>
                </a:lnTo>
                <a:lnTo>
                  <a:pt x="5031168" y="3494166"/>
                </a:lnTo>
                <a:close/>
                <a:moveTo>
                  <a:pt x="3883040" y="3487290"/>
                </a:moveTo>
                <a:lnTo>
                  <a:pt x="3847902" y="3518341"/>
                </a:lnTo>
                <a:lnTo>
                  <a:pt x="3880596" y="3528710"/>
                </a:lnTo>
                <a:lnTo>
                  <a:pt x="3915790" y="3499693"/>
                </a:lnTo>
                <a:lnTo>
                  <a:pt x="3893458" y="3491956"/>
                </a:lnTo>
                <a:close/>
                <a:moveTo>
                  <a:pt x="4663764" y="3483496"/>
                </a:moveTo>
                <a:lnTo>
                  <a:pt x="4638272" y="3491437"/>
                </a:lnTo>
                <a:lnTo>
                  <a:pt x="4660486" y="3495017"/>
                </a:lnTo>
                <a:lnTo>
                  <a:pt x="4686970" y="3488200"/>
                </a:lnTo>
                <a:close/>
                <a:moveTo>
                  <a:pt x="4031848" y="3483235"/>
                </a:moveTo>
                <a:lnTo>
                  <a:pt x="3995262" y="3511552"/>
                </a:lnTo>
                <a:lnTo>
                  <a:pt x="4003995" y="3514580"/>
                </a:lnTo>
                <a:lnTo>
                  <a:pt x="4028125" y="3520045"/>
                </a:lnTo>
                <a:lnTo>
                  <a:pt x="4063016" y="3495034"/>
                </a:lnTo>
                <a:close/>
                <a:moveTo>
                  <a:pt x="4895355" y="3481073"/>
                </a:moveTo>
                <a:lnTo>
                  <a:pt x="4870307" y="3486203"/>
                </a:lnTo>
                <a:lnTo>
                  <a:pt x="4890615" y="3491126"/>
                </a:lnTo>
                <a:lnTo>
                  <a:pt x="4915698" y="3487230"/>
                </a:lnTo>
                <a:close/>
                <a:moveTo>
                  <a:pt x="4183691" y="3480021"/>
                </a:moveTo>
                <a:lnTo>
                  <a:pt x="4148465" y="3503243"/>
                </a:lnTo>
                <a:lnTo>
                  <a:pt x="4178549" y="3511167"/>
                </a:lnTo>
                <a:lnTo>
                  <a:pt x="4214769" y="3489372"/>
                </a:lnTo>
                <a:close/>
                <a:moveTo>
                  <a:pt x="4779969" y="3479599"/>
                </a:moveTo>
                <a:lnTo>
                  <a:pt x="4753325" y="3486454"/>
                </a:lnTo>
                <a:lnTo>
                  <a:pt x="4774324" y="3490702"/>
                </a:lnTo>
                <a:lnTo>
                  <a:pt x="4802182" y="3484992"/>
                </a:lnTo>
                <a:close/>
                <a:moveTo>
                  <a:pt x="4338199" y="3478914"/>
                </a:moveTo>
                <a:lnTo>
                  <a:pt x="4305910" y="3496573"/>
                </a:lnTo>
                <a:lnTo>
                  <a:pt x="4335602" y="3502144"/>
                </a:lnTo>
                <a:lnTo>
                  <a:pt x="4368596" y="3486085"/>
                </a:lnTo>
                <a:lnTo>
                  <a:pt x="4340948" y="3479844"/>
                </a:lnTo>
                <a:close/>
                <a:moveTo>
                  <a:pt x="4500929" y="3478374"/>
                </a:moveTo>
                <a:lnTo>
                  <a:pt x="4467056" y="3493013"/>
                </a:lnTo>
                <a:lnTo>
                  <a:pt x="4494314" y="3496476"/>
                </a:lnTo>
                <a:lnTo>
                  <a:pt x="4525896" y="3484882"/>
                </a:lnTo>
                <a:close/>
                <a:moveTo>
                  <a:pt x="2424022" y="3472511"/>
                </a:moveTo>
                <a:lnTo>
                  <a:pt x="2384682" y="3509134"/>
                </a:lnTo>
                <a:lnTo>
                  <a:pt x="2421080" y="3536574"/>
                </a:lnTo>
                <a:lnTo>
                  <a:pt x="2447333" y="3554634"/>
                </a:lnTo>
                <a:lnTo>
                  <a:pt x="2456287" y="3546855"/>
                </a:lnTo>
                <a:lnTo>
                  <a:pt x="2485736" y="3514555"/>
                </a:lnTo>
                <a:lnTo>
                  <a:pt x="2468651" y="3503349"/>
                </a:lnTo>
                <a:close/>
                <a:moveTo>
                  <a:pt x="2957285" y="3471955"/>
                </a:moveTo>
                <a:lnTo>
                  <a:pt x="2952412" y="3532715"/>
                </a:lnTo>
                <a:lnTo>
                  <a:pt x="2982292" y="3549559"/>
                </a:lnTo>
                <a:lnTo>
                  <a:pt x="3011033" y="3564539"/>
                </a:lnTo>
                <a:lnTo>
                  <a:pt x="3011191" y="3562844"/>
                </a:lnTo>
                <a:lnTo>
                  <a:pt x="3013555" y="3502925"/>
                </a:lnTo>
                <a:close/>
                <a:moveTo>
                  <a:pt x="3100494" y="3470157"/>
                </a:moveTo>
                <a:lnTo>
                  <a:pt x="3100362" y="3491676"/>
                </a:lnTo>
                <a:lnTo>
                  <a:pt x="3100070" y="3533255"/>
                </a:lnTo>
                <a:lnTo>
                  <a:pt x="3187389" y="3577958"/>
                </a:lnTo>
                <a:cubicBezTo>
                  <a:pt x="3285114" y="3625380"/>
                  <a:pt x="3384773" y="3664658"/>
                  <a:pt x="3486810" y="3684180"/>
                </a:cubicBezTo>
                <a:lnTo>
                  <a:pt x="3505835" y="3686822"/>
                </a:lnTo>
                <a:lnTo>
                  <a:pt x="3535385" y="3660409"/>
                </a:lnTo>
                <a:lnTo>
                  <a:pt x="3489224" y="3648490"/>
                </a:lnTo>
                <a:cubicBezTo>
                  <a:pt x="3416558" y="3626664"/>
                  <a:pt x="3345209" y="3596480"/>
                  <a:pt x="3274956" y="3562358"/>
                </a:cubicBezTo>
                <a:close/>
                <a:moveTo>
                  <a:pt x="4612113" y="3469059"/>
                </a:moveTo>
                <a:lnTo>
                  <a:pt x="4577723" y="3481680"/>
                </a:lnTo>
                <a:lnTo>
                  <a:pt x="4605382" y="3486137"/>
                </a:lnTo>
                <a:lnTo>
                  <a:pt x="4636584" y="3476413"/>
                </a:lnTo>
                <a:close/>
                <a:moveTo>
                  <a:pt x="4956812" y="3468413"/>
                </a:moveTo>
                <a:lnTo>
                  <a:pt x="4936779" y="3472589"/>
                </a:lnTo>
                <a:lnTo>
                  <a:pt x="4925917" y="3474814"/>
                </a:lnTo>
                <a:lnTo>
                  <a:pt x="4949566" y="3481968"/>
                </a:lnTo>
                <a:lnTo>
                  <a:pt x="4980490" y="3477164"/>
                </a:lnTo>
                <a:lnTo>
                  <a:pt x="4968417" y="3473114"/>
                </a:lnTo>
                <a:close/>
                <a:moveTo>
                  <a:pt x="2539755" y="3468247"/>
                </a:moveTo>
                <a:lnTo>
                  <a:pt x="2515910" y="3503507"/>
                </a:lnTo>
                <a:lnTo>
                  <a:pt x="2508442" y="3511689"/>
                </a:lnTo>
                <a:lnTo>
                  <a:pt x="2571352" y="3552948"/>
                </a:lnTo>
                <a:lnTo>
                  <a:pt x="2584339" y="3536349"/>
                </a:lnTo>
                <a:lnTo>
                  <a:pt x="2600928" y="3506418"/>
                </a:lnTo>
                <a:close/>
                <a:moveTo>
                  <a:pt x="2806615" y="3467575"/>
                </a:moveTo>
                <a:lnTo>
                  <a:pt x="2805087" y="3475797"/>
                </a:lnTo>
                <a:lnTo>
                  <a:pt x="2793262" y="3523275"/>
                </a:lnTo>
                <a:lnTo>
                  <a:pt x="2853654" y="3557856"/>
                </a:lnTo>
                <a:lnTo>
                  <a:pt x="2864176" y="3501838"/>
                </a:lnTo>
                <a:lnTo>
                  <a:pt x="2864394" y="3500139"/>
                </a:lnTo>
                <a:lnTo>
                  <a:pt x="2838296" y="3485429"/>
                </a:lnTo>
                <a:lnTo>
                  <a:pt x="2830662" y="3481051"/>
                </a:lnTo>
                <a:close/>
                <a:moveTo>
                  <a:pt x="3834520" y="3465558"/>
                </a:moveTo>
                <a:lnTo>
                  <a:pt x="3797782" y="3500100"/>
                </a:lnTo>
                <a:lnTo>
                  <a:pt x="3818714" y="3509085"/>
                </a:lnTo>
                <a:lnTo>
                  <a:pt x="3831103" y="3513014"/>
                </a:lnTo>
                <a:lnTo>
                  <a:pt x="3867978" y="3480544"/>
                </a:lnTo>
                <a:close/>
                <a:moveTo>
                  <a:pt x="3982172" y="3464427"/>
                </a:moveTo>
                <a:lnTo>
                  <a:pt x="3946017" y="3494477"/>
                </a:lnTo>
                <a:lnTo>
                  <a:pt x="3977986" y="3505562"/>
                </a:lnTo>
                <a:lnTo>
                  <a:pt x="4015258" y="3476953"/>
                </a:lnTo>
                <a:close/>
                <a:moveTo>
                  <a:pt x="4447275" y="3464389"/>
                </a:moveTo>
                <a:lnTo>
                  <a:pt x="4413374" y="3480978"/>
                </a:lnTo>
                <a:lnTo>
                  <a:pt x="4441000" y="3487196"/>
                </a:lnTo>
                <a:lnTo>
                  <a:pt x="4476737" y="3472068"/>
                </a:lnTo>
                <a:close/>
                <a:moveTo>
                  <a:pt x="4839687" y="3464226"/>
                </a:moveTo>
                <a:lnTo>
                  <a:pt x="4827863" y="3467276"/>
                </a:lnTo>
                <a:lnTo>
                  <a:pt x="4810582" y="3471723"/>
                </a:lnTo>
                <a:lnTo>
                  <a:pt x="4836393" y="3477980"/>
                </a:lnTo>
                <a:lnTo>
                  <a:pt x="4865455" y="3472024"/>
                </a:lnTo>
                <a:close/>
                <a:moveTo>
                  <a:pt x="4726402" y="3463982"/>
                </a:moveTo>
                <a:lnTo>
                  <a:pt x="4693264" y="3474306"/>
                </a:lnTo>
                <a:lnTo>
                  <a:pt x="4719969" y="3479707"/>
                </a:lnTo>
                <a:lnTo>
                  <a:pt x="4750020" y="3471973"/>
                </a:lnTo>
                <a:close/>
                <a:moveTo>
                  <a:pt x="2299396" y="3463406"/>
                </a:moveTo>
                <a:lnTo>
                  <a:pt x="2266938" y="3484789"/>
                </a:lnTo>
                <a:lnTo>
                  <a:pt x="2253363" y="3491949"/>
                </a:lnTo>
                <a:lnTo>
                  <a:pt x="2312585" y="3540599"/>
                </a:lnTo>
                <a:lnTo>
                  <a:pt x="2342031" y="3523123"/>
                </a:lnTo>
                <a:lnTo>
                  <a:pt x="2360216" y="3509263"/>
                </a:lnTo>
                <a:close/>
                <a:moveTo>
                  <a:pt x="4132709" y="3463309"/>
                </a:moveTo>
                <a:lnTo>
                  <a:pt x="4096201" y="3489475"/>
                </a:lnTo>
                <a:lnTo>
                  <a:pt x="4129178" y="3498162"/>
                </a:lnTo>
                <a:lnTo>
                  <a:pt x="4165160" y="3474444"/>
                </a:lnTo>
                <a:lnTo>
                  <a:pt x="4145240" y="3468450"/>
                </a:lnTo>
                <a:close/>
                <a:moveTo>
                  <a:pt x="4288717" y="3462161"/>
                </a:moveTo>
                <a:lnTo>
                  <a:pt x="4251256" y="3484811"/>
                </a:lnTo>
                <a:lnTo>
                  <a:pt x="4264578" y="3488817"/>
                </a:lnTo>
                <a:lnTo>
                  <a:pt x="4282559" y="3492191"/>
                </a:lnTo>
                <a:lnTo>
                  <a:pt x="4318939" y="3472393"/>
                </a:lnTo>
                <a:close/>
                <a:moveTo>
                  <a:pt x="4559537" y="3453260"/>
                </a:moveTo>
                <a:lnTo>
                  <a:pt x="4547857" y="3458093"/>
                </a:lnTo>
                <a:lnTo>
                  <a:pt x="4523120" y="3468784"/>
                </a:lnTo>
                <a:lnTo>
                  <a:pt x="4550411" y="3475882"/>
                </a:lnTo>
                <a:lnTo>
                  <a:pt x="4588403" y="3461935"/>
                </a:lnTo>
                <a:close/>
                <a:moveTo>
                  <a:pt x="2643415" y="3452730"/>
                </a:moveTo>
                <a:lnTo>
                  <a:pt x="2631151" y="3482536"/>
                </a:lnTo>
                <a:lnTo>
                  <a:pt x="2620740" y="3501266"/>
                </a:lnTo>
                <a:lnTo>
                  <a:pt x="2682227" y="3539636"/>
                </a:lnTo>
                <a:lnTo>
                  <a:pt x="2695153" y="3511406"/>
                </a:lnTo>
                <a:lnTo>
                  <a:pt x="2702782" y="3487641"/>
                </a:lnTo>
                <a:close/>
                <a:moveTo>
                  <a:pt x="4395695" y="3447495"/>
                </a:moveTo>
                <a:lnTo>
                  <a:pt x="4382320" y="3454783"/>
                </a:lnTo>
                <a:lnTo>
                  <a:pt x="4357444" y="3468388"/>
                </a:lnTo>
                <a:lnTo>
                  <a:pt x="4389930" y="3475701"/>
                </a:lnTo>
                <a:lnTo>
                  <a:pt x="4425140" y="3458562"/>
                </a:lnTo>
                <a:close/>
                <a:moveTo>
                  <a:pt x="4904926" y="3447394"/>
                </a:moveTo>
                <a:lnTo>
                  <a:pt x="4867335" y="3457093"/>
                </a:lnTo>
                <a:lnTo>
                  <a:pt x="4895999" y="3465764"/>
                </a:lnTo>
                <a:lnTo>
                  <a:pt x="4932039" y="3458377"/>
                </a:lnTo>
                <a:close/>
                <a:moveTo>
                  <a:pt x="4674445" y="3446404"/>
                </a:moveTo>
                <a:lnTo>
                  <a:pt x="4635738" y="3460389"/>
                </a:lnTo>
                <a:lnTo>
                  <a:pt x="4635412" y="3460509"/>
                </a:lnTo>
                <a:lnTo>
                  <a:pt x="4656830" y="3466936"/>
                </a:lnTo>
                <a:lnTo>
                  <a:pt x="4662993" y="3468183"/>
                </a:lnTo>
                <a:lnTo>
                  <a:pt x="4702461" y="3455882"/>
                </a:lnTo>
                <a:close/>
                <a:moveTo>
                  <a:pt x="4788232" y="3444866"/>
                </a:moveTo>
                <a:lnTo>
                  <a:pt x="4750682" y="3456472"/>
                </a:lnTo>
                <a:lnTo>
                  <a:pt x="4758291" y="3459045"/>
                </a:lnTo>
                <a:lnTo>
                  <a:pt x="4779897" y="3464283"/>
                </a:lnTo>
                <a:lnTo>
                  <a:pt x="4814720" y="3455321"/>
                </a:lnTo>
                <a:close/>
                <a:moveTo>
                  <a:pt x="4237235" y="3444731"/>
                </a:moveTo>
                <a:lnTo>
                  <a:pt x="4225700" y="3452327"/>
                </a:lnTo>
                <a:lnTo>
                  <a:pt x="4199863" y="3469360"/>
                </a:lnTo>
                <a:lnTo>
                  <a:pt x="4231980" y="3479016"/>
                </a:lnTo>
                <a:lnTo>
                  <a:pt x="4270334" y="3455937"/>
                </a:lnTo>
                <a:close/>
                <a:moveTo>
                  <a:pt x="4083631" y="3443176"/>
                </a:moveTo>
                <a:lnTo>
                  <a:pt x="4074471" y="3450245"/>
                </a:lnTo>
                <a:lnTo>
                  <a:pt x="4045639" y="3472561"/>
                </a:lnTo>
                <a:lnTo>
                  <a:pt x="4077193" y="3484468"/>
                </a:lnTo>
                <a:lnTo>
                  <a:pt x="4077606" y="3484577"/>
                </a:lnTo>
                <a:lnTo>
                  <a:pt x="4116533" y="3456673"/>
                </a:lnTo>
                <a:close/>
                <a:moveTo>
                  <a:pt x="3784728" y="3442807"/>
                </a:moveTo>
                <a:lnTo>
                  <a:pt x="3781331" y="3446187"/>
                </a:lnTo>
                <a:lnTo>
                  <a:pt x="3748558" y="3478969"/>
                </a:lnTo>
                <a:lnTo>
                  <a:pt x="3782726" y="3493637"/>
                </a:lnTo>
                <a:lnTo>
                  <a:pt x="3819754" y="3458944"/>
                </a:lnTo>
                <a:lnTo>
                  <a:pt x="3789753" y="3445507"/>
                </a:lnTo>
                <a:close/>
                <a:moveTo>
                  <a:pt x="3933651" y="3442566"/>
                </a:moveTo>
                <a:lnTo>
                  <a:pt x="3927407" y="3448083"/>
                </a:lnTo>
                <a:lnTo>
                  <a:pt x="3895228" y="3476519"/>
                </a:lnTo>
                <a:lnTo>
                  <a:pt x="3898639" y="3478048"/>
                </a:lnTo>
                <a:lnTo>
                  <a:pt x="3929193" y="3488643"/>
                </a:lnTo>
                <a:lnTo>
                  <a:pt x="3966408" y="3457959"/>
                </a:lnTo>
                <a:close/>
                <a:moveTo>
                  <a:pt x="2169290" y="3440723"/>
                </a:moveTo>
                <a:lnTo>
                  <a:pt x="2121151" y="3462948"/>
                </a:lnTo>
                <a:lnTo>
                  <a:pt x="2144300" y="3485349"/>
                </a:lnTo>
                <a:lnTo>
                  <a:pt x="2176061" y="3513840"/>
                </a:lnTo>
                <a:lnTo>
                  <a:pt x="2191371" y="3507827"/>
                </a:lnTo>
                <a:lnTo>
                  <a:pt x="2226674" y="3489228"/>
                </a:lnTo>
                <a:lnTo>
                  <a:pt x="2197878" y="3465568"/>
                </a:lnTo>
                <a:close/>
                <a:moveTo>
                  <a:pt x="4504493" y="3436431"/>
                </a:moveTo>
                <a:lnTo>
                  <a:pt x="4467740" y="3454379"/>
                </a:lnTo>
                <a:lnTo>
                  <a:pt x="4499197" y="3462561"/>
                </a:lnTo>
                <a:lnTo>
                  <a:pt x="4537097" y="3446517"/>
                </a:lnTo>
                <a:lnTo>
                  <a:pt x="4507007" y="3437476"/>
                </a:lnTo>
                <a:close/>
                <a:moveTo>
                  <a:pt x="2887965" y="3433760"/>
                </a:moveTo>
                <a:lnTo>
                  <a:pt x="2880454" y="3492148"/>
                </a:lnTo>
                <a:lnTo>
                  <a:pt x="2938161" y="3524680"/>
                </a:lnTo>
                <a:lnTo>
                  <a:pt x="2943022" y="3464023"/>
                </a:lnTo>
                <a:lnTo>
                  <a:pt x="2901029" y="3440634"/>
                </a:lnTo>
                <a:close/>
                <a:moveTo>
                  <a:pt x="3031314" y="3432969"/>
                </a:moveTo>
                <a:lnTo>
                  <a:pt x="3029887" y="3467677"/>
                </a:lnTo>
                <a:lnTo>
                  <a:pt x="3028826" y="3494409"/>
                </a:lnTo>
                <a:lnTo>
                  <a:pt x="3085232" y="3525463"/>
                </a:lnTo>
                <a:lnTo>
                  <a:pt x="3085466" y="3491756"/>
                </a:lnTo>
                <a:lnTo>
                  <a:pt x="3085652" y="3462313"/>
                </a:lnTo>
                <a:lnTo>
                  <a:pt x="3067261" y="3452594"/>
                </a:lnTo>
                <a:close/>
                <a:moveTo>
                  <a:pt x="4344807" y="3428369"/>
                </a:moveTo>
                <a:lnTo>
                  <a:pt x="4305303" y="3452139"/>
                </a:lnTo>
                <a:lnTo>
                  <a:pt x="4336665" y="3462746"/>
                </a:lnTo>
                <a:lnTo>
                  <a:pt x="4375139" y="3441809"/>
                </a:lnTo>
                <a:lnTo>
                  <a:pt x="4377355" y="3440602"/>
                </a:lnTo>
                <a:close/>
                <a:moveTo>
                  <a:pt x="2736253" y="3428144"/>
                </a:moveTo>
                <a:lnTo>
                  <a:pt x="2731385" y="3447254"/>
                </a:lnTo>
                <a:lnTo>
                  <a:pt x="2720584" y="3480818"/>
                </a:lnTo>
                <a:lnTo>
                  <a:pt x="2728152" y="3485268"/>
                </a:lnTo>
                <a:lnTo>
                  <a:pt x="2767821" y="3508707"/>
                </a:lnTo>
                <a:lnTo>
                  <a:pt x="2779872" y="3515607"/>
                </a:lnTo>
                <a:lnTo>
                  <a:pt x="2790705" y="3471964"/>
                </a:lnTo>
                <a:lnTo>
                  <a:pt x="2792942" y="3459913"/>
                </a:lnTo>
                <a:close/>
                <a:moveTo>
                  <a:pt x="4620342" y="3428099"/>
                </a:moveTo>
                <a:lnTo>
                  <a:pt x="4581278" y="3444264"/>
                </a:lnTo>
                <a:lnTo>
                  <a:pt x="4611683" y="3453388"/>
                </a:lnTo>
                <a:lnTo>
                  <a:pt x="4630426" y="3446507"/>
                </a:lnTo>
                <a:lnTo>
                  <a:pt x="4651865" y="3438764"/>
                </a:lnTo>
                <a:close/>
                <a:moveTo>
                  <a:pt x="4850880" y="3425501"/>
                </a:moveTo>
                <a:lnTo>
                  <a:pt x="4810901" y="3437858"/>
                </a:lnTo>
                <a:lnTo>
                  <a:pt x="4834389" y="3447127"/>
                </a:lnTo>
                <a:lnTo>
                  <a:pt x="4839967" y="3448814"/>
                </a:lnTo>
                <a:lnTo>
                  <a:pt x="4881796" y="3438024"/>
                </a:lnTo>
                <a:close/>
                <a:moveTo>
                  <a:pt x="4186960" y="3424482"/>
                </a:moveTo>
                <a:lnTo>
                  <a:pt x="4149485" y="3451285"/>
                </a:lnTo>
                <a:lnTo>
                  <a:pt x="4146964" y="3453092"/>
                </a:lnTo>
                <a:lnTo>
                  <a:pt x="4150312" y="3454462"/>
                </a:lnTo>
                <a:lnTo>
                  <a:pt x="4181328" y="3463787"/>
                </a:lnTo>
                <a:lnTo>
                  <a:pt x="4217424" y="3439994"/>
                </a:lnTo>
                <a:lnTo>
                  <a:pt x="4219401" y="3438693"/>
                </a:lnTo>
                <a:lnTo>
                  <a:pt x="4217957" y="3438204"/>
                </a:lnTo>
                <a:close/>
                <a:moveTo>
                  <a:pt x="4735885" y="3424204"/>
                </a:moveTo>
                <a:lnTo>
                  <a:pt x="4696898" y="3438291"/>
                </a:lnTo>
                <a:lnTo>
                  <a:pt x="4726654" y="3448350"/>
                </a:lnTo>
                <a:lnTo>
                  <a:pt x="4766140" y="3436145"/>
                </a:lnTo>
                <a:close/>
                <a:moveTo>
                  <a:pt x="2467538" y="3423062"/>
                </a:moveTo>
                <a:lnTo>
                  <a:pt x="2435111" y="3462120"/>
                </a:lnTo>
                <a:lnTo>
                  <a:pt x="2476860" y="3490975"/>
                </a:lnTo>
                <a:lnTo>
                  <a:pt x="2495868" y="3503442"/>
                </a:lnTo>
                <a:lnTo>
                  <a:pt x="2504407" y="3494077"/>
                </a:lnTo>
                <a:lnTo>
                  <a:pt x="2527144" y="3460378"/>
                </a:lnTo>
                <a:lnTo>
                  <a:pt x="2491525" y="3438152"/>
                </a:lnTo>
                <a:close/>
                <a:moveTo>
                  <a:pt x="2351749" y="3422572"/>
                </a:moveTo>
                <a:lnTo>
                  <a:pt x="2311589" y="3454032"/>
                </a:lnTo>
                <a:lnTo>
                  <a:pt x="2372466" y="3499925"/>
                </a:lnTo>
                <a:lnTo>
                  <a:pt x="2374252" y="3498563"/>
                </a:lnTo>
                <a:lnTo>
                  <a:pt x="2411493" y="3463854"/>
                </a:lnTo>
                <a:close/>
                <a:moveTo>
                  <a:pt x="4034025" y="3421435"/>
                </a:moveTo>
                <a:lnTo>
                  <a:pt x="4000392" y="3449284"/>
                </a:lnTo>
                <a:lnTo>
                  <a:pt x="3995260" y="3453550"/>
                </a:lnTo>
                <a:lnTo>
                  <a:pt x="4029108" y="3466323"/>
                </a:lnTo>
                <a:lnTo>
                  <a:pt x="4065288" y="3438552"/>
                </a:lnTo>
                <a:lnTo>
                  <a:pt x="4067743" y="3436658"/>
                </a:lnTo>
                <a:lnTo>
                  <a:pt x="4051055" y="3429811"/>
                </a:lnTo>
                <a:close/>
                <a:moveTo>
                  <a:pt x="3883875" y="3419176"/>
                </a:moveTo>
                <a:lnTo>
                  <a:pt x="3854156" y="3447095"/>
                </a:lnTo>
                <a:lnTo>
                  <a:pt x="3846227" y="3454551"/>
                </a:lnTo>
                <a:lnTo>
                  <a:pt x="3880200" y="3469782"/>
                </a:lnTo>
                <a:lnTo>
                  <a:pt x="3917423" y="3437004"/>
                </a:lnTo>
                <a:lnTo>
                  <a:pt x="3918948" y="3435657"/>
                </a:lnTo>
                <a:close/>
                <a:moveTo>
                  <a:pt x="4454280" y="3415574"/>
                </a:moveTo>
                <a:lnTo>
                  <a:pt x="4412927" y="3438106"/>
                </a:lnTo>
                <a:lnTo>
                  <a:pt x="4430381" y="3444662"/>
                </a:lnTo>
                <a:lnTo>
                  <a:pt x="4445578" y="3448614"/>
                </a:lnTo>
                <a:lnTo>
                  <a:pt x="4457147" y="3442983"/>
                </a:lnTo>
                <a:lnTo>
                  <a:pt x="4486164" y="3428818"/>
                </a:lnTo>
                <a:close/>
                <a:moveTo>
                  <a:pt x="2571568" y="3410722"/>
                </a:moveTo>
                <a:lnTo>
                  <a:pt x="2553341" y="3448156"/>
                </a:lnTo>
                <a:lnTo>
                  <a:pt x="2548086" y="3455927"/>
                </a:lnTo>
                <a:lnTo>
                  <a:pt x="2608141" y="3493404"/>
                </a:lnTo>
                <a:lnTo>
                  <a:pt x="2618057" y="3475512"/>
                </a:lnTo>
                <a:lnTo>
                  <a:pt x="2630525" y="3445149"/>
                </a:lnTo>
                <a:lnTo>
                  <a:pt x="2584675" y="3418187"/>
                </a:lnTo>
                <a:close/>
                <a:moveTo>
                  <a:pt x="4292140" y="3408574"/>
                </a:moveTo>
                <a:lnTo>
                  <a:pt x="4252900" y="3434415"/>
                </a:lnTo>
                <a:lnTo>
                  <a:pt x="4286958" y="3445934"/>
                </a:lnTo>
                <a:lnTo>
                  <a:pt x="4295454" y="3440821"/>
                </a:lnTo>
                <a:lnTo>
                  <a:pt x="4327170" y="3421740"/>
                </a:lnTo>
                <a:close/>
                <a:moveTo>
                  <a:pt x="2227629" y="3408529"/>
                </a:moveTo>
                <a:lnTo>
                  <a:pt x="2217953" y="3414767"/>
                </a:lnTo>
                <a:lnTo>
                  <a:pt x="2184014" y="3433854"/>
                </a:lnTo>
                <a:lnTo>
                  <a:pt x="2207568" y="3454329"/>
                </a:lnTo>
                <a:lnTo>
                  <a:pt x="2240916" y="3481724"/>
                </a:lnTo>
                <a:lnTo>
                  <a:pt x="2259117" y="3472135"/>
                </a:lnTo>
                <a:lnTo>
                  <a:pt x="2286780" y="3453894"/>
                </a:lnTo>
                <a:lnTo>
                  <a:pt x="2261759" y="3435029"/>
                </a:lnTo>
                <a:lnTo>
                  <a:pt x="2228844" y="3409454"/>
                </a:lnTo>
                <a:close/>
                <a:moveTo>
                  <a:pt x="4565905" y="3406443"/>
                </a:moveTo>
                <a:lnTo>
                  <a:pt x="4523785" y="3427011"/>
                </a:lnTo>
                <a:lnTo>
                  <a:pt x="4558763" y="3437507"/>
                </a:lnTo>
                <a:lnTo>
                  <a:pt x="4598973" y="3420869"/>
                </a:lnTo>
                <a:lnTo>
                  <a:pt x="4593912" y="3419157"/>
                </a:lnTo>
                <a:close/>
                <a:moveTo>
                  <a:pt x="4681569" y="3402764"/>
                </a:moveTo>
                <a:lnTo>
                  <a:pt x="4641209" y="3419465"/>
                </a:lnTo>
                <a:lnTo>
                  <a:pt x="4674315" y="3430656"/>
                </a:lnTo>
                <a:lnTo>
                  <a:pt x="4715003" y="3415961"/>
                </a:lnTo>
                <a:close/>
                <a:moveTo>
                  <a:pt x="4136690" y="3402227"/>
                </a:moveTo>
                <a:lnTo>
                  <a:pt x="4097173" y="3432725"/>
                </a:lnTo>
                <a:lnTo>
                  <a:pt x="4130770" y="3446468"/>
                </a:lnTo>
                <a:lnTo>
                  <a:pt x="4140809" y="3439272"/>
                </a:lnTo>
                <a:lnTo>
                  <a:pt x="4171229" y="3417517"/>
                </a:lnTo>
                <a:close/>
                <a:moveTo>
                  <a:pt x="4798651" y="3401525"/>
                </a:moveTo>
                <a:lnTo>
                  <a:pt x="4756980" y="3416582"/>
                </a:lnTo>
                <a:lnTo>
                  <a:pt x="4788806" y="3429140"/>
                </a:lnTo>
                <a:lnTo>
                  <a:pt x="4829795" y="3416471"/>
                </a:lnTo>
                <a:close/>
                <a:moveTo>
                  <a:pt x="2819584" y="3397777"/>
                </a:moveTo>
                <a:lnTo>
                  <a:pt x="2819422" y="3398642"/>
                </a:lnTo>
                <a:lnTo>
                  <a:pt x="2809480" y="3452156"/>
                </a:lnTo>
                <a:lnTo>
                  <a:pt x="2838029" y="3468157"/>
                </a:lnTo>
                <a:lnTo>
                  <a:pt x="2845664" y="3472535"/>
                </a:lnTo>
                <a:lnTo>
                  <a:pt x="2866435" y="3484245"/>
                </a:lnTo>
                <a:lnTo>
                  <a:pt x="2873871" y="3426343"/>
                </a:lnTo>
                <a:close/>
                <a:moveTo>
                  <a:pt x="3984910" y="3397278"/>
                </a:moveTo>
                <a:lnTo>
                  <a:pt x="3945742" y="3431884"/>
                </a:lnTo>
                <a:lnTo>
                  <a:pt x="3978301" y="3447150"/>
                </a:lnTo>
                <a:lnTo>
                  <a:pt x="3979136" y="3447465"/>
                </a:lnTo>
                <a:lnTo>
                  <a:pt x="3990755" y="3437885"/>
                </a:lnTo>
                <a:lnTo>
                  <a:pt x="4019346" y="3414215"/>
                </a:lnTo>
                <a:close/>
                <a:moveTo>
                  <a:pt x="2963409" y="3396289"/>
                </a:moveTo>
                <a:lnTo>
                  <a:pt x="2959518" y="3444104"/>
                </a:lnTo>
                <a:lnTo>
                  <a:pt x="2958587" y="3455713"/>
                </a:lnTo>
                <a:lnTo>
                  <a:pt x="2962668" y="3457986"/>
                </a:lnTo>
                <a:lnTo>
                  <a:pt x="3014208" y="3486362"/>
                </a:lnTo>
                <a:lnTo>
                  <a:pt x="3014964" y="3467196"/>
                </a:lnTo>
                <a:lnTo>
                  <a:pt x="3016703" y="3424993"/>
                </a:lnTo>
                <a:lnTo>
                  <a:pt x="2971371" y="3400245"/>
                </a:lnTo>
                <a:close/>
                <a:moveTo>
                  <a:pt x="4402096" y="3393898"/>
                </a:moveTo>
                <a:lnTo>
                  <a:pt x="4361024" y="3418611"/>
                </a:lnTo>
                <a:lnTo>
                  <a:pt x="4394582" y="3431215"/>
                </a:lnTo>
                <a:lnTo>
                  <a:pt x="4436694" y="3408269"/>
                </a:lnTo>
                <a:close/>
                <a:moveTo>
                  <a:pt x="3834720" y="3393056"/>
                </a:moveTo>
                <a:lnTo>
                  <a:pt x="3795697" y="3431891"/>
                </a:lnTo>
                <a:lnTo>
                  <a:pt x="3795766" y="3431929"/>
                </a:lnTo>
                <a:lnTo>
                  <a:pt x="3831493" y="3447945"/>
                </a:lnTo>
                <a:lnTo>
                  <a:pt x="3843825" y="3436390"/>
                </a:lnTo>
                <a:lnTo>
                  <a:pt x="3869594" y="3412183"/>
                </a:lnTo>
                <a:close/>
                <a:moveTo>
                  <a:pt x="3100973" y="3391770"/>
                </a:moveTo>
                <a:lnTo>
                  <a:pt x="3100596" y="3453446"/>
                </a:lnTo>
                <a:lnTo>
                  <a:pt x="3280640" y="3548620"/>
                </a:lnTo>
                <a:cubicBezTo>
                  <a:pt x="3350331" y="3582499"/>
                  <a:pt x="3421025" y="3612456"/>
                  <a:pt x="3492864" y="3634090"/>
                </a:cubicBezTo>
                <a:lnTo>
                  <a:pt x="3548669" y="3648535"/>
                </a:lnTo>
                <a:lnTo>
                  <a:pt x="3581334" y="3619338"/>
                </a:lnTo>
                <a:lnTo>
                  <a:pt x="3571248" y="3616949"/>
                </a:lnTo>
                <a:cubicBezTo>
                  <a:pt x="3435045" y="3573645"/>
                  <a:pt x="3303534" y="3501773"/>
                  <a:pt x="3175297" y="3431718"/>
                </a:cubicBezTo>
                <a:close/>
                <a:moveTo>
                  <a:pt x="2667064" y="3390231"/>
                </a:moveTo>
                <a:lnTo>
                  <a:pt x="2657103" y="3419463"/>
                </a:lnTo>
                <a:lnTo>
                  <a:pt x="2649143" y="3438809"/>
                </a:lnTo>
                <a:lnTo>
                  <a:pt x="2707451" y="3473095"/>
                </a:lnTo>
                <a:lnTo>
                  <a:pt x="2717255" y="3442555"/>
                </a:lnTo>
                <a:lnTo>
                  <a:pt x="2722840" y="3420627"/>
                </a:lnTo>
                <a:lnTo>
                  <a:pt x="2697045" y="3406171"/>
                </a:lnTo>
                <a:close/>
                <a:moveTo>
                  <a:pt x="4243482" y="3384055"/>
                </a:moveTo>
                <a:lnTo>
                  <a:pt x="4200943" y="3414481"/>
                </a:lnTo>
                <a:lnTo>
                  <a:pt x="4223457" y="3424456"/>
                </a:lnTo>
                <a:lnTo>
                  <a:pt x="4235061" y="3428381"/>
                </a:lnTo>
                <a:lnTo>
                  <a:pt x="4276731" y="3400944"/>
                </a:lnTo>
                <a:close/>
                <a:moveTo>
                  <a:pt x="4514467" y="3383091"/>
                </a:moveTo>
                <a:lnTo>
                  <a:pt x="4510062" y="3385179"/>
                </a:lnTo>
                <a:lnTo>
                  <a:pt x="4471041" y="3406441"/>
                </a:lnTo>
                <a:lnTo>
                  <a:pt x="4503983" y="3420119"/>
                </a:lnTo>
                <a:lnTo>
                  <a:pt x="4548336" y="3398466"/>
                </a:lnTo>
                <a:close/>
                <a:moveTo>
                  <a:pt x="2102152" y="3382492"/>
                </a:moveTo>
                <a:lnTo>
                  <a:pt x="2099480" y="3383747"/>
                </a:lnTo>
                <a:lnTo>
                  <a:pt x="2055479" y="3399402"/>
                </a:lnTo>
                <a:lnTo>
                  <a:pt x="2109686" y="3451853"/>
                </a:lnTo>
                <a:lnTo>
                  <a:pt x="2156990" y="3430034"/>
                </a:lnTo>
                <a:lnTo>
                  <a:pt x="2114295" y="3392930"/>
                </a:lnTo>
                <a:close/>
                <a:moveTo>
                  <a:pt x="2396955" y="3378659"/>
                </a:moveTo>
                <a:lnTo>
                  <a:pt x="2395743" y="3380123"/>
                </a:lnTo>
                <a:lnTo>
                  <a:pt x="2362791" y="3412134"/>
                </a:lnTo>
                <a:lnTo>
                  <a:pt x="2422618" y="3453485"/>
                </a:lnTo>
                <a:lnTo>
                  <a:pt x="2424112" y="3452093"/>
                </a:lnTo>
                <a:lnTo>
                  <a:pt x="2454807" y="3415053"/>
                </a:lnTo>
                <a:close/>
                <a:moveTo>
                  <a:pt x="4629438" y="3377944"/>
                </a:moveTo>
                <a:lnTo>
                  <a:pt x="4587983" y="3395662"/>
                </a:lnTo>
                <a:lnTo>
                  <a:pt x="4583245" y="3397975"/>
                </a:lnTo>
                <a:lnTo>
                  <a:pt x="4599597" y="3405398"/>
                </a:lnTo>
                <a:lnTo>
                  <a:pt x="4619832" y="3412238"/>
                </a:lnTo>
                <a:lnTo>
                  <a:pt x="4662529" y="3394571"/>
                </a:lnTo>
                <a:close/>
                <a:moveTo>
                  <a:pt x="4087346" y="3377282"/>
                </a:moveTo>
                <a:lnTo>
                  <a:pt x="4046520" y="3411088"/>
                </a:lnTo>
                <a:lnTo>
                  <a:pt x="4057726" y="3416588"/>
                </a:lnTo>
                <a:lnTo>
                  <a:pt x="4081271" y="3426219"/>
                </a:lnTo>
                <a:lnTo>
                  <a:pt x="4121735" y="3394995"/>
                </a:lnTo>
                <a:close/>
                <a:moveTo>
                  <a:pt x="4745827" y="3376174"/>
                </a:moveTo>
                <a:lnTo>
                  <a:pt x="4701285" y="3394605"/>
                </a:lnTo>
                <a:lnTo>
                  <a:pt x="4736099" y="3408342"/>
                </a:lnTo>
                <a:lnTo>
                  <a:pt x="4779896" y="3392524"/>
                </a:lnTo>
                <a:close/>
                <a:moveTo>
                  <a:pt x="2280463" y="3373234"/>
                </a:moveTo>
                <a:lnTo>
                  <a:pt x="2270171" y="3381099"/>
                </a:lnTo>
                <a:lnTo>
                  <a:pt x="2240863" y="3399996"/>
                </a:lnTo>
                <a:lnTo>
                  <a:pt x="2270836" y="3423309"/>
                </a:lnTo>
                <a:lnTo>
                  <a:pt x="2299310" y="3444775"/>
                </a:lnTo>
                <a:lnTo>
                  <a:pt x="2339003" y="3413765"/>
                </a:lnTo>
                <a:lnTo>
                  <a:pt x="2325694" y="3404569"/>
                </a:lnTo>
                <a:close/>
                <a:moveTo>
                  <a:pt x="2502061" y="3371138"/>
                </a:moveTo>
                <a:lnTo>
                  <a:pt x="2476725" y="3411282"/>
                </a:lnTo>
                <a:lnTo>
                  <a:pt x="2499454" y="3425579"/>
                </a:lnTo>
                <a:lnTo>
                  <a:pt x="2535462" y="3448049"/>
                </a:lnTo>
                <a:lnTo>
                  <a:pt x="2540901" y="3439987"/>
                </a:lnTo>
                <a:lnTo>
                  <a:pt x="2558697" y="3403392"/>
                </a:lnTo>
                <a:close/>
                <a:moveTo>
                  <a:pt x="3935051" y="3371099"/>
                </a:moveTo>
                <a:lnTo>
                  <a:pt x="3895448" y="3408304"/>
                </a:lnTo>
                <a:lnTo>
                  <a:pt x="3931026" y="3424985"/>
                </a:lnTo>
                <a:lnTo>
                  <a:pt x="3970440" y="3390161"/>
                </a:lnTo>
                <a:lnTo>
                  <a:pt x="3958641" y="3384357"/>
                </a:lnTo>
                <a:close/>
                <a:moveTo>
                  <a:pt x="4349886" y="3370545"/>
                </a:moveTo>
                <a:lnTo>
                  <a:pt x="4307452" y="3398490"/>
                </a:lnTo>
                <a:lnTo>
                  <a:pt x="4343384" y="3411986"/>
                </a:lnTo>
                <a:lnTo>
                  <a:pt x="4385150" y="3386859"/>
                </a:lnTo>
                <a:lnTo>
                  <a:pt x="4363393" y="3377821"/>
                </a:lnTo>
                <a:close/>
                <a:moveTo>
                  <a:pt x="2897079" y="3363335"/>
                </a:moveTo>
                <a:lnTo>
                  <a:pt x="2889986" y="3418071"/>
                </a:lnTo>
                <a:lnTo>
                  <a:pt x="2908264" y="3427687"/>
                </a:lnTo>
                <a:lnTo>
                  <a:pt x="2944324" y="3447770"/>
                </a:lnTo>
                <a:lnTo>
                  <a:pt x="2944703" y="3443036"/>
                </a:lnTo>
                <a:lnTo>
                  <a:pt x="2949109" y="3389185"/>
                </a:lnTo>
                <a:close/>
                <a:moveTo>
                  <a:pt x="2752940" y="3362708"/>
                </a:moveTo>
                <a:lnTo>
                  <a:pt x="2749267" y="3377046"/>
                </a:lnTo>
                <a:lnTo>
                  <a:pt x="2740048" y="3413243"/>
                </a:lnTo>
                <a:lnTo>
                  <a:pt x="2795805" y="3444493"/>
                </a:lnTo>
                <a:lnTo>
                  <a:pt x="2804793" y="3396080"/>
                </a:lnTo>
                <a:lnTo>
                  <a:pt x="2805829" y="3390539"/>
                </a:lnTo>
                <a:close/>
                <a:moveTo>
                  <a:pt x="4461863" y="3359209"/>
                </a:moveTo>
                <a:lnTo>
                  <a:pt x="4433794" y="3374825"/>
                </a:lnTo>
                <a:lnTo>
                  <a:pt x="4417912" y="3384381"/>
                </a:lnTo>
                <a:lnTo>
                  <a:pt x="4453452" y="3399138"/>
                </a:lnTo>
                <a:lnTo>
                  <a:pt x="4497249" y="3375274"/>
                </a:lnTo>
                <a:close/>
                <a:moveTo>
                  <a:pt x="4193279" y="3358553"/>
                </a:moveTo>
                <a:lnTo>
                  <a:pt x="4150037" y="3391926"/>
                </a:lnTo>
                <a:lnTo>
                  <a:pt x="4185217" y="3407513"/>
                </a:lnTo>
                <a:lnTo>
                  <a:pt x="4228593" y="3376492"/>
                </a:lnTo>
                <a:close/>
                <a:moveTo>
                  <a:pt x="3034934" y="3356743"/>
                </a:moveTo>
                <a:lnTo>
                  <a:pt x="3034132" y="3364381"/>
                </a:lnTo>
                <a:lnTo>
                  <a:pt x="3031992" y="3416460"/>
                </a:lnTo>
                <a:lnTo>
                  <a:pt x="3074441" y="3439620"/>
                </a:lnTo>
                <a:lnTo>
                  <a:pt x="3085757" y="3445602"/>
                </a:lnTo>
                <a:lnTo>
                  <a:pt x="3086147" y="3383802"/>
                </a:lnTo>
                <a:lnTo>
                  <a:pt x="3041740" y="3359934"/>
                </a:lnTo>
                <a:close/>
                <a:moveTo>
                  <a:pt x="2157713" y="3355291"/>
                </a:moveTo>
                <a:lnTo>
                  <a:pt x="2134930" y="3367089"/>
                </a:lnTo>
                <a:lnTo>
                  <a:pt x="2116881" y="3375570"/>
                </a:lnTo>
                <a:lnTo>
                  <a:pt x="2124066" y="3381745"/>
                </a:lnTo>
                <a:lnTo>
                  <a:pt x="2171773" y="3423215"/>
                </a:lnTo>
                <a:lnTo>
                  <a:pt x="2176255" y="3421147"/>
                </a:lnTo>
                <a:cubicBezTo>
                  <a:pt x="2188241" y="3414767"/>
                  <a:pt x="2199533" y="3408333"/>
                  <a:pt x="2210344" y="3401980"/>
                </a:cubicBezTo>
                <a:lnTo>
                  <a:pt x="2215045" y="3398947"/>
                </a:lnTo>
                <a:close/>
                <a:moveTo>
                  <a:pt x="2599132" y="3354115"/>
                </a:moveTo>
                <a:lnTo>
                  <a:pt x="2578106" y="3397297"/>
                </a:lnTo>
                <a:lnTo>
                  <a:pt x="2592180" y="3405313"/>
                </a:lnTo>
                <a:lnTo>
                  <a:pt x="2636243" y="3431223"/>
                </a:lnTo>
                <a:lnTo>
                  <a:pt x="2643442" y="3413693"/>
                </a:lnTo>
                <a:lnTo>
                  <a:pt x="2653827" y="3383194"/>
                </a:lnTo>
                <a:close/>
                <a:moveTo>
                  <a:pt x="4578900" y="3352551"/>
                </a:moveTo>
                <a:lnTo>
                  <a:pt x="4532070" y="3374747"/>
                </a:lnTo>
                <a:lnTo>
                  <a:pt x="4565676" y="3390001"/>
                </a:lnTo>
                <a:lnTo>
                  <a:pt x="4582139" y="3381964"/>
                </a:lnTo>
                <a:lnTo>
                  <a:pt x="4612030" y="3369197"/>
                </a:lnTo>
                <a:close/>
                <a:moveTo>
                  <a:pt x="4037231" y="3351051"/>
                </a:moveTo>
                <a:lnTo>
                  <a:pt x="3996865" y="3386715"/>
                </a:lnTo>
                <a:lnTo>
                  <a:pt x="4031832" y="3403878"/>
                </a:lnTo>
                <a:lnTo>
                  <a:pt x="4072927" y="3369856"/>
                </a:lnTo>
                <a:lnTo>
                  <a:pt x="4043978" y="3354946"/>
                </a:lnTo>
                <a:close/>
                <a:moveTo>
                  <a:pt x="4694122" y="3350300"/>
                </a:moveTo>
                <a:lnTo>
                  <a:pt x="4647285" y="3370317"/>
                </a:lnTo>
                <a:lnTo>
                  <a:pt x="4674939" y="3384210"/>
                </a:lnTo>
                <a:lnTo>
                  <a:pt x="4681404" y="3386761"/>
                </a:lnTo>
                <a:lnTo>
                  <a:pt x="4727845" y="3367545"/>
                </a:lnTo>
                <a:lnTo>
                  <a:pt x="4707040" y="3357561"/>
                </a:lnTo>
                <a:close/>
                <a:moveTo>
                  <a:pt x="4300704" y="3344049"/>
                </a:moveTo>
                <a:lnTo>
                  <a:pt x="4284699" y="3354575"/>
                </a:lnTo>
                <a:lnTo>
                  <a:pt x="4257077" y="3374331"/>
                </a:lnTo>
                <a:lnTo>
                  <a:pt x="4290986" y="3391558"/>
                </a:lnTo>
                <a:lnTo>
                  <a:pt x="4335043" y="3362548"/>
                </a:lnTo>
                <a:close/>
                <a:moveTo>
                  <a:pt x="3885031" y="3342987"/>
                </a:moveTo>
                <a:lnTo>
                  <a:pt x="3845719" y="3382110"/>
                </a:lnTo>
                <a:lnTo>
                  <a:pt x="3880995" y="3401472"/>
                </a:lnTo>
                <a:lnTo>
                  <a:pt x="3921458" y="3363460"/>
                </a:lnTo>
                <a:close/>
                <a:moveTo>
                  <a:pt x="2326544" y="3336200"/>
                </a:moveTo>
                <a:lnTo>
                  <a:pt x="2313692" y="3347839"/>
                </a:lnTo>
                <a:lnTo>
                  <a:pt x="2292870" y="3363751"/>
                </a:lnTo>
                <a:lnTo>
                  <a:pt x="2334157" y="3392343"/>
                </a:lnTo>
                <a:lnTo>
                  <a:pt x="2350372" y="3403551"/>
                </a:lnTo>
                <a:lnTo>
                  <a:pt x="2384187" y="3370781"/>
                </a:lnTo>
                <a:close/>
                <a:moveTo>
                  <a:pt x="2434287" y="3333516"/>
                </a:moveTo>
                <a:lnTo>
                  <a:pt x="2406504" y="3367111"/>
                </a:lnTo>
                <a:lnTo>
                  <a:pt x="2464163" y="3403380"/>
                </a:lnTo>
                <a:lnTo>
                  <a:pt x="2489146" y="3363783"/>
                </a:lnTo>
                <a:lnTo>
                  <a:pt x="2453324" y="3343383"/>
                </a:lnTo>
                <a:close/>
                <a:moveTo>
                  <a:pt x="4410822" y="3333089"/>
                </a:moveTo>
                <a:lnTo>
                  <a:pt x="4364206" y="3361393"/>
                </a:lnTo>
                <a:lnTo>
                  <a:pt x="4369773" y="3364393"/>
                </a:lnTo>
                <a:lnTo>
                  <a:pt x="4400965" y="3377344"/>
                </a:lnTo>
                <a:lnTo>
                  <a:pt x="4426905" y="3361738"/>
                </a:lnTo>
                <a:lnTo>
                  <a:pt x="4445121" y="3351608"/>
                </a:lnTo>
                <a:lnTo>
                  <a:pt x="4436058" y="3347494"/>
                </a:lnTo>
                <a:close/>
                <a:moveTo>
                  <a:pt x="4141781" y="3332394"/>
                </a:moveTo>
                <a:lnTo>
                  <a:pt x="4139116" y="3334413"/>
                </a:lnTo>
                <a:lnTo>
                  <a:pt x="4099761" y="3367002"/>
                </a:lnTo>
                <a:lnTo>
                  <a:pt x="4134687" y="3385000"/>
                </a:lnTo>
                <a:lnTo>
                  <a:pt x="4178614" y="3351104"/>
                </a:lnTo>
                <a:close/>
                <a:moveTo>
                  <a:pt x="2832043" y="3331023"/>
                </a:moveTo>
                <a:lnTo>
                  <a:pt x="2822429" y="3382531"/>
                </a:lnTo>
                <a:lnTo>
                  <a:pt x="2875900" y="3410661"/>
                </a:lnTo>
                <a:lnTo>
                  <a:pt x="2882973" y="3356326"/>
                </a:lnTo>
                <a:close/>
                <a:moveTo>
                  <a:pt x="2687295" y="3330983"/>
                </a:moveTo>
                <a:lnTo>
                  <a:pt x="2678552" y="3356517"/>
                </a:lnTo>
                <a:lnTo>
                  <a:pt x="2671918" y="3375986"/>
                </a:lnTo>
                <a:lnTo>
                  <a:pt x="2704082" y="3393086"/>
                </a:lnTo>
                <a:lnTo>
                  <a:pt x="2726636" y="3405726"/>
                </a:lnTo>
                <a:lnTo>
                  <a:pt x="2734825" y="3373575"/>
                </a:lnTo>
                <a:lnTo>
                  <a:pt x="2739430" y="3355599"/>
                </a:lnTo>
                <a:lnTo>
                  <a:pt x="2730357" y="3350825"/>
                </a:lnTo>
                <a:close/>
                <a:moveTo>
                  <a:pt x="2970448" y="3326510"/>
                </a:moveTo>
                <a:lnTo>
                  <a:pt x="2967431" y="3346862"/>
                </a:lnTo>
                <a:lnTo>
                  <a:pt x="2964700" y="3380415"/>
                </a:lnTo>
                <a:lnTo>
                  <a:pt x="2978392" y="3387217"/>
                </a:lnTo>
                <a:lnTo>
                  <a:pt x="3017383" y="3408490"/>
                </a:lnTo>
                <a:lnTo>
                  <a:pt x="3019283" y="3362380"/>
                </a:lnTo>
                <a:lnTo>
                  <a:pt x="3020593" y="3350020"/>
                </a:lnTo>
                <a:close/>
                <a:moveTo>
                  <a:pt x="2211095" y="3325886"/>
                </a:moveTo>
                <a:lnTo>
                  <a:pt x="2184412" y="3341465"/>
                </a:lnTo>
                <a:lnTo>
                  <a:pt x="2172299" y="3347738"/>
                </a:lnTo>
                <a:lnTo>
                  <a:pt x="2228309" y="3390389"/>
                </a:lnTo>
                <a:lnTo>
                  <a:pt x="2261589" y="3368915"/>
                </a:lnTo>
                <a:lnTo>
                  <a:pt x="2267597" y="3364320"/>
                </a:lnTo>
                <a:lnTo>
                  <a:pt x="2254905" y="3355528"/>
                </a:lnTo>
                <a:close/>
                <a:moveTo>
                  <a:pt x="2035911" y="3325560"/>
                </a:moveTo>
                <a:lnTo>
                  <a:pt x="2015711" y="3333266"/>
                </a:lnTo>
                <a:lnTo>
                  <a:pt x="1993660" y="3340121"/>
                </a:lnTo>
                <a:lnTo>
                  <a:pt x="2041205" y="3385589"/>
                </a:lnTo>
                <a:lnTo>
                  <a:pt x="2043602" y="3387908"/>
                </a:lnTo>
                <a:lnTo>
                  <a:pt x="2089481" y="3371602"/>
                </a:lnTo>
                <a:close/>
                <a:moveTo>
                  <a:pt x="4523692" y="3324811"/>
                </a:moveTo>
                <a:lnTo>
                  <a:pt x="4478027" y="3350216"/>
                </a:lnTo>
                <a:lnTo>
                  <a:pt x="4514366" y="3366711"/>
                </a:lnTo>
                <a:lnTo>
                  <a:pt x="4562089" y="3344104"/>
                </a:lnTo>
                <a:close/>
                <a:moveTo>
                  <a:pt x="3987158" y="3322148"/>
                </a:moveTo>
                <a:lnTo>
                  <a:pt x="3946386" y="3360451"/>
                </a:lnTo>
                <a:lnTo>
                  <a:pt x="3967220" y="3372164"/>
                </a:lnTo>
                <a:lnTo>
                  <a:pt x="3982384" y="3379607"/>
                </a:lnTo>
                <a:lnTo>
                  <a:pt x="4023605" y="3343186"/>
                </a:lnTo>
                <a:close/>
                <a:moveTo>
                  <a:pt x="4643579" y="3321894"/>
                </a:moveTo>
                <a:lnTo>
                  <a:pt x="4595890" y="3344498"/>
                </a:lnTo>
                <a:lnTo>
                  <a:pt x="4629879" y="3361573"/>
                </a:lnTo>
                <a:lnTo>
                  <a:pt x="4677779" y="3341115"/>
                </a:lnTo>
                <a:close/>
                <a:moveTo>
                  <a:pt x="2533734" y="3320954"/>
                </a:moveTo>
                <a:lnTo>
                  <a:pt x="2510023" y="3358523"/>
                </a:lnTo>
                <a:lnTo>
                  <a:pt x="2565228" y="3389963"/>
                </a:lnTo>
                <a:lnTo>
                  <a:pt x="2586045" y="3347157"/>
                </a:lnTo>
                <a:lnTo>
                  <a:pt x="2583805" y="3345966"/>
                </a:lnTo>
                <a:close/>
                <a:moveTo>
                  <a:pt x="4250401" y="3316950"/>
                </a:moveTo>
                <a:lnTo>
                  <a:pt x="4211539" y="3344461"/>
                </a:lnTo>
                <a:lnTo>
                  <a:pt x="4206276" y="3348523"/>
                </a:lnTo>
                <a:lnTo>
                  <a:pt x="4242190" y="3366768"/>
                </a:lnTo>
                <a:lnTo>
                  <a:pt x="4276934" y="3341920"/>
                </a:lnTo>
                <a:lnTo>
                  <a:pt x="4285860" y="3336053"/>
                </a:lnTo>
                <a:close/>
                <a:moveTo>
                  <a:pt x="3105361" y="3316459"/>
                </a:moveTo>
                <a:lnTo>
                  <a:pt x="3101369" y="3375022"/>
                </a:lnTo>
                <a:lnTo>
                  <a:pt x="3182477" y="3418610"/>
                </a:lnTo>
                <a:cubicBezTo>
                  <a:pt x="3309854" y="3488225"/>
                  <a:pt x="3440488" y="3559596"/>
                  <a:pt x="3575215" y="3602531"/>
                </a:cubicBezTo>
                <a:lnTo>
                  <a:pt x="3594905" y="3607208"/>
                </a:lnTo>
                <a:lnTo>
                  <a:pt x="3629548" y="3576243"/>
                </a:lnTo>
                <a:lnTo>
                  <a:pt x="3525958" y="3535062"/>
                </a:lnTo>
                <a:cubicBezTo>
                  <a:pt x="3442516" y="3497409"/>
                  <a:pt x="3360788" y="3452781"/>
                  <a:pt x="3280422" y="3408894"/>
                </a:cubicBezTo>
                <a:cubicBezTo>
                  <a:pt x="3225536" y="3378942"/>
                  <a:pt x="3168809" y="3347949"/>
                  <a:pt x="3112162" y="3319465"/>
                </a:cubicBezTo>
                <a:close/>
                <a:moveTo>
                  <a:pt x="5819570" y="3307482"/>
                </a:moveTo>
                <a:lnTo>
                  <a:pt x="5681176" y="3312177"/>
                </a:lnTo>
                <a:cubicBezTo>
                  <a:pt x="5518815" y="3315033"/>
                  <a:pt x="5350930" y="3317997"/>
                  <a:pt x="5178826" y="3344318"/>
                </a:cubicBezTo>
                <a:cubicBezTo>
                  <a:pt x="5099755" y="3356411"/>
                  <a:pt x="5023079" y="3374511"/>
                  <a:pt x="4948209" y="3395417"/>
                </a:cubicBezTo>
                <a:lnTo>
                  <a:pt x="4873156" y="3418616"/>
                </a:lnTo>
                <a:lnTo>
                  <a:pt x="4905759" y="3431843"/>
                </a:lnTo>
                <a:lnTo>
                  <a:pt x="5027987" y="3400315"/>
                </a:lnTo>
                <a:cubicBezTo>
                  <a:pt x="5097318" y="3383988"/>
                  <a:pt x="5168067" y="3369639"/>
                  <a:pt x="5240518" y="3359561"/>
                </a:cubicBezTo>
                <a:cubicBezTo>
                  <a:pt x="5388622" y="3338952"/>
                  <a:pt x="5533257" y="3332332"/>
                  <a:pt x="5673140" y="3325952"/>
                </a:cubicBezTo>
                <a:cubicBezTo>
                  <a:pt x="5728960" y="3323403"/>
                  <a:pt x="5783238" y="3320927"/>
                  <a:pt x="5835597" y="3317626"/>
                </a:cubicBezTo>
                <a:lnTo>
                  <a:pt x="5849907" y="3316368"/>
                </a:lnTo>
                <a:close/>
                <a:moveTo>
                  <a:pt x="4360793" y="3304532"/>
                </a:moveTo>
                <a:lnTo>
                  <a:pt x="4314808" y="3334774"/>
                </a:lnTo>
                <a:lnTo>
                  <a:pt x="4349133" y="3353270"/>
                </a:lnTo>
                <a:lnTo>
                  <a:pt x="4351385" y="3351787"/>
                </a:lnTo>
                <a:lnTo>
                  <a:pt x="4396073" y="3324670"/>
                </a:lnTo>
                <a:close/>
                <a:moveTo>
                  <a:pt x="4092450" y="3304171"/>
                </a:moveTo>
                <a:lnTo>
                  <a:pt x="4067517" y="3324293"/>
                </a:lnTo>
                <a:lnTo>
                  <a:pt x="4048943" y="3340703"/>
                </a:lnTo>
                <a:lnTo>
                  <a:pt x="4050749" y="3341745"/>
                </a:lnTo>
                <a:lnTo>
                  <a:pt x="4085347" y="3359574"/>
                </a:lnTo>
                <a:lnTo>
                  <a:pt x="4127276" y="3324860"/>
                </a:lnTo>
                <a:close/>
                <a:moveTo>
                  <a:pt x="2089908" y="3303661"/>
                </a:moveTo>
                <a:lnTo>
                  <a:pt x="2051937" y="3319411"/>
                </a:lnTo>
                <a:lnTo>
                  <a:pt x="2051660" y="3319521"/>
                </a:lnTo>
                <a:lnTo>
                  <a:pt x="2104548" y="3364971"/>
                </a:lnTo>
                <a:lnTo>
                  <a:pt x="2128443" y="3353741"/>
                </a:lnTo>
                <a:lnTo>
                  <a:pt x="2144652" y="3345346"/>
                </a:lnTo>
                <a:close/>
                <a:moveTo>
                  <a:pt x="2768657" y="3302246"/>
                </a:moveTo>
                <a:lnTo>
                  <a:pt x="2767674" y="3305192"/>
                </a:lnTo>
                <a:lnTo>
                  <a:pt x="2756718" y="3347962"/>
                </a:lnTo>
                <a:lnTo>
                  <a:pt x="2808678" y="3375297"/>
                </a:lnTo>
                <a:lnTo>
                  <a:pt x="2818235" y="3324163"/>
                </a:lnTo>
                <a:lnTo>
                  <a:pt x="2800256" y="3315230"/>
                </a:lnTo>
                <a:close/>
                <a:moveTo>
                  <a:pt x="2624772" y="3302173"/>
                </a:moveTo>
                <a:lnTo>
                  <a:pt x="2607542" y="3336843"/>
                </a:lnTo>
                <a:lnTo>
                  <a:pt x="2605640" y="3340751"/>
                </a:lnTo>
                <a:lnTo>
                  <a:pt x="2658678" y="3368948"/>
                </a:lnTo>
                <a:lnTo>
                  <a:pt x="2664483" y="3351899"/>
                </a:lnTo>
                <a:lnTo>
                  <a:pt x="2673783" y="3324757"/>
                </a:lnTo>
                <a:close/>
                <a:moveTo>
                  <a:pt x="2367649" y="3298976"/>
                </a:moveTo>
                <a:lnTo>
                  <a:pt x="2338051" y="3325779"/>
                </a:lnTo>
                <a:lnTo>
                  <a:pt x="2393784" y="3359213"/>
                </a:lnTo>
                <a:lnTo>
                  <a:pt x="2420784" y="3326517"/>
                </a:lnTo>
                <a:close/>
                <a:moveTo>
                  <a:pt x="2908083" y="3297271"/>
                </a:moveTo>
                <a:lnTo>
                  <a:pt x="2901079" y="3332459"/>
                </a:lnTo>
                <a:lnTo>
                  <a:pt x="2899089" y="3347819"/>
                </a:lnTo>
                <a:lnTo>
                  <a:pt x="2950407" y="3373314"/>
                </a:lnTo>
                <a:lnTo>
                  <a:pt x="2952585" y="3346687"/>
                </a:lnTo>
                <a:lnTo>
                  <a:pt x="2956564" y="3320000"/>
                </a:lnTo>
                <a:close/>
                <a:moveTo>
                  <a:pt x="4473774" y="3296155"/>
                </a:moveTo>
                <a:lnTo>
                  <a:pt x="4461549" y="3302289"/>
                </a:lnTo>
                <a:lnTo>
                  <a:pt x="4425367" y="3324258"/>
                </a:lnTo>
                <a:lnTo>
                  <a:pt x="4442918" y="3334280"/>
                </a:lnTo>
                <a:lnTo>
                  <a:pt x="4461287" y="3342618"/>
                </a:lnTo>
                <a:lnTo>
                  <a:pt x="4507826" y="3316739"/>
                </a:lnTo>
                <a:close/>
                <a:moveTo>
                  <a:pt x="2258915" y="3295628"/>
                </a:moveTo>
                <a:lnTo>
                  <a:pt x="2226996" y="3316602"/>
                </a:lnTo>
                <a:lnTo>
                  <a:pt x="2225321" y="3317580"/>
                </a:lnTo>
                <a:lnTo>
                  <a:pt x="2263196" y="3343201"/>
                </a:lnTo>
                <a:lnTo>
                  <a:pt x="2279998" y="3354837"/>
                </a:lnTo>
                <a:lnTo>
                  <a:pt x="2304382" y="3336190"/>
                </a:lnTo>
                <a:lnTo>
                  <a:pt x="2313206" y="3328198"/>
                </a:lnTo>
                <a:close/>
                <a:moveTo>
                  <a:pt x="3936485" y="3292899"/>
                </a:moveTo>
                <a:lnTo>
                  <a:pt x="3924115" y="3304091"/>
                </a:lnTo>
                <a:lnTo>
                  <a:pt x="3895968" y="3332103"/>
                </a:lnTo>
                <a:lnTo>
                  <a:pt x="3932796" y="3352809"/>
                </a:lnTo>
                <a:lnTo>
                  <a:pt x="3973702" y="3314381"/>
                </a:lnTo>
                <a:close/>
                <a:moveTo>
                  <a:pt x="4591305" y="3292515"/>
                </a:moveTo>
                <a:lnTo>
                  <a:pt x="4539829" y="3316335"/>
                </a:lnTo>
                <a:lnTo>
                  <a:pt x="4579082" y="3336054"/>
                </a:lnTo>
                <a:lnTo>
                  <a:pt x="4627752" y="3312999"/>
                </a:lnTo>
                <a:close/>
                <a:moveTo>
                  <a:pt x="2469202" y="3291567"/>
                </a:moveTo>
                <a:lnTo>
                  <a:pt x="2461360" y="3300778"/>
                </a:lnTo>
                <a:lnTo>
                  <a:pt x="2443998" y="3321773"/>
                </a:lnTo>
                <a:lnTo>
                  <a:pt x="2460612" y="3330383"/>
                </a:lnTo>
                <a:lnTo>
                  <a:pt x="2497106" y="3351167"/>
                </a:lnTo>
                <a:lnTo>
                  <a:pt x="2520378" y="3314282"/>
                </a:lnTo>
                <a:lnTo>
                  <a:pt x="2517340" y="3312764"/>
                </a:lnTo>
                <a:close/>
                <a:moveTo>
                  <a:pt x="4199683" y="3288519"/>
                </a:moveTo>
                <a:lnTo>
                  <a:pt x="4154924" y="3322435"/>
                </a:lnTo>
                <a:lnTo>
                  <a:pt x="4191613" y="3341074"/>
                </a:lnTo>
                <a:lnTo>
                  <a:pt x="4203313" y="3332046"/>
                </a:lnTo>
                <a:lnTo>
                  <a:pt x="4235783" y="3309075"/>
                </a:lnTo>
                <a:lnTo>
                  <a:pt x="4214641" y="3297685"/>
                </a:lnTo>
                <a:close/>
                <a:moveTo>
                  <a:pt x="3042106" y="3288499"/>
                </a:moveTo>
                <a:lnTo>
                  <a:pt x="3036585" y="3341035"/>
                </a:lnTo>
                <a:lnTo>
                  <a:pt x="3048654" y="3346693"/>
                </a:lnTo>
                <a:lnTo>
                  <a:pt x="3086946" y="3367271"/>
                </a:lnTo>
                <a:lnTo>
                  <a:pt x="3090897" y="3310066"/>
                </a:lnTo>
                <a:close/>
                <a:moveTo>
                  <a:pt x="5802291" y="3287654"/>
                </a:moveTo>
                <a:lnTo>
                  <a:pt x="5825633" y="3293873"/>
                </a:lnTo>
                <a:lnTo>
                  <a:pt x="5832394" y="3293556"/>
                </a:lnTo>
                <a:lnTo>
                  <a:pt x="5824797" y="3291793"/>
                </a:lnTo>
                <a:lnTo>
                  <a:pt x="5811614" y="3287683"/>
                </a:lnTo>
                <a:close/>
                <a:moveTo>
                  <a:pt x="5546042" y="3285925"/>
                </a:moveTo>
                <a:cubicBezTo>
                  <a:pt x="5407949" y="3285629"/>
                  <a:pt x="5260547" y="3290134"/>
                  <a:pt x="5115051" y="3314339"/>
                </a:cubicBezTo>
                <a:cubicBezTo>
                  <a:pt x="5029960" y="3328488"/>
                  <a:pt x="4948126" y="3350525"/>
                  <a:pt x="4868568" y="3376262"/>
                </a:cubicBezTo>
                <a:lnTo>
                  <a:pt x="4818099" y="3394498"/>
                </a:lnTo>
                <a:lnTo>
                  <a:pt x="4841972" y="3405964"/>
                </a:lnTo>
                <a:lnTo>
                  <a:pt x="4851406" y="3409791"/>
                </a:lnTo>
                <a:lnTo>
                  <a:pt x="4944512" y="3381014"/>
                </a:lnTo>
                <a:cubicBezTo>
                  <a:pt x="5019749" y="3360015"/>
                  <a:pt x="5096872" y="3341822"/>
                  <a:pt x="5176530" y="3329636"/>
                </a:cubicBezTo>
                <a:cubicBezTo>
                  <a:pt x="5349648" y="3303154"/>
                  <a:pt x="5518015" y="3300191"/>
                  <a:pt x="5680883" y="3297335"/>
                </a:cubicBezTo>
                <a:lnTo>
                  <a:pt x="5777813" y="3295251"/>
                </a:lnTo>
                <a:lnTo>
                  <a:pt x="5751328" y="3287493"/>
                </a:lnTo>
                <a:lnTo>
                  <a:pt x="5680615" y="3287270"/>
                </a:lnTo>
                <a:cubicBezTo>
                  <a:pt x="5637069" y="3286656"/>
                  <a:pt x="5592072" y="3286024"/>
                  <a:pt x="5546042" y="3285925"/>
                </a:cubicBezTo>
                <a:close/>
                <a:moveTo>
                  <a:pt x="2142817" y="3281203"/>
                </a:moveTo>
                <a:lnTo>
                  <a:pt x="2130459" y="3286840"/>
                </a:lnTo>
                <a:lnTo>
                  <a:pt x="2105774" y="3297079"/>
                </a:lnTo>
                <a:lnTo>
                  <a:pt x="2159238" y="3337791"/>
                </a:lnTo>
                <a:lnTo>
                  <a:pt x="2177272" y="3328450"/>
                </a:lnTo>
                <a:lnTo>
                  <a:pt x="2197458" y="3316659"/>
                </a:lnTo>
                <a:lnTo>
                  <a:pt x="2191100" y="3312358"/>
                </a:lnTo>
                <a:close/>
                <a:moveTo>
                  <a:pt x="2707113" y="3276957"/>
                </a:moveTo>
                <a:lnTo>
                  <a:pt x="2700421" y="3292642"/>
                </a:lnTo>
                <a:lnTo>
                  <a:pt x="2692117" y="3316898"/>
                </a:lnTo>
                <a:lnTo>
                  <a:pt x="2736871" y="3337521"/>
                </a:lnTo>
                <a:lnTo>
                  <a:pt x="2743207" y="3340855"/>
                </a:lnTo>
                <a:lnTo>
                  <a:pt x="2753632" y="3300162"/>
                </a:lnTo>
                <a:lnTo>
                  <a:pt x="2754837" y="3296567"/>
                </a:lnTo>
                <a:close/>
                <a:moveTo>
                  <a:pt x="2563093" y="3275480"/>
                </a:moveTo>
                <a:lnTo>
                  <a:pt x="2541821" y="3308380"/>
                </a:lnTo>
                <a:lnTo>
                  <a:pt x="2590513" y="3332709"/>
                </a:lnTo>
                <a:lnTo>
                  <a:pt x="2592546" y="3333789"/>
                </a:lnTo>
                <a:lnTo>
                  <a:pt x="2593981" y="3330837"/>
                </a:lnTo>
                <a:lnTo>
                  <a:pt x="2609999" y="3295367"/>
                </a:lnTo>
                <a:lnTo>
                  <a:pt x="2581247" y="3282118"/>
                </a:lnTo>
                <a:close/>
                <a:moveTo>
                  <a:pt x="4309390" y="3275190"/>
                </a:moveTo>
                <a:lnTo>
                  <a:pt x="4263943" y="3307363"/>
                </a:lnTo>
                <a:lnTo>
                  <a:pt x="4299971" y="3326778"/>
                </a:lnTo>
                <a:lnTo>
                  <a:pt x="4346356" y="3296290"/>
                </a:lnTo>
                <a:close/>
                <a:moveTo>
                  <a:pt x="4042198" y="3274319"/>
                </a:moveTo>
                <a:lnTo>
                  <a:pt x="3998600" y="3311644"/>
                </a:lnTo>
                <a:lnTo>
                  <a:pt x="4035318" y="3332838"/>
                </a:lnTo>
                <a:lnTo>
                  <a:pt x="4058520" y="3312337"/>
                </a:lnTo>
                <a:lnTo>
                  <a:pt x="4078742" y="3296028"/>
                </a:lnTo>
                <a:close/>
                <a:moveTo>
                  <a:pt x="5808980" y="3271406"/>
                </a:moveTo>
                <a:lnTo>
                  <a:pt x="5813596" y="3272847"/>
                </a:lnTo>
                <a:lnTo>
                  <a:pt x="5815354" y="3272853"/>
                </a:lnTo>
                <a:lnTo>
                  <a:pt x="5810352" y="3271463"/>
                </a:lnTo>
                <a:close/>
                <a:moveTo>
                  <a:pt x="2846756" y="3270872"/>
                </a:moveTo>
                <a:lnTo>
                  <a:pt x="2835033" y="3315995"/>
                </a:lnTo>
                <a:lnTo>
                  <a:pt x="2884992" y="3340815"/>
                </a:lnTo>
                <a:lnTo>
                  <a:pt x="2886225" y="3331340"/>
                </a:lnTo>
                <a:lnTo>
                  <a:pt x="2894331" y="3290824"/>
                </a:lnTo>
                <a:lnTo>
                  <a:pt x="2868886" y="3278894"/>
                </a:lnTo>
                <a:close/>
                <a:moveTo>
                  <a:pt x="1972007" y="3270635"/>
                </a:moveTo>
                <a:lnTo>
                  <a:pt x="1968994" y="3271547"/>
                </a:lnTo>
                <a:lnTo>
                  <a:pt x="1933131" y="3282234"/>
                </a:lnTo>
                <a:lnTo>
                  <a:pt x="1981392" y="3328388"/>
                </a:lnTo>
                <a:lnTo>
                  <a:pt x="2010640" y="3319304"/>
                </a:lnTo>
                <a:lnTo>
                  <a:pt x="2023098" y="3314547"/>
                </a:lnTo>
                <a:close/>
                <a:moveTo>
                  <a:pt x="5746391" y="3268802"/>
                </a:moveTo>
                <a:lnTo>
                  <a:pt x="5757540" y="3272670"/>
                </a:lnTo>
                <a:lnTo>
                  <a:pt x="5763515" y="3272689"/>
                </a:lnTo>
                <a:lnTo>
                  <a:pt x="5751763" y="3269026"/>
                </a:lnTo>
                <a:close/>
                <a:moveTo>
                  <a:pt x="2302985" y="3266861"/>
                </a:moveTo>
                <a:lnTo>
                  <a:pt x="2297798" y="3270079"/>
                </a:lnTo>
                <a:lnTo>
                  <a:pt x="2272698" y="3286572"/>
                </a:lnTo>
                <a:lnTo>
                  <a:pt x="2324712" y="3317777"/>
                </a:lnTo>
                <a:lnTo>
                  <a:pt x="2353543" y="3291665"/>
                </a:lnTo>
                <a:lnTo>
                  <a:pt x="2321464" y="3275037"/>
                </a:lnTo>
                <a:close/>
                <a:moveTo>
                  <a:pt x="4424845" y="3266580"/>
                </a:moveTo>
                <a:lnTo>
                  <a:pt x="4389302" y="3285783"/>
                </a:lnTo>
                <a:lnTo>
                  <a:pt x="4374746" y="3295355"/>
                </a:lnTo>
                <a:lnTo>
                  <a:pt x="4410624" y="3315841"/>
                </a:lnTo>
                <a:lnTo>
                  <a:pt x="4454897" y="3288975"/>
                </a:lnTo>
                <a:lnTo>
                  <a:pt x="4458723" y="3287058"/>
                </a:lnTo>
                <a:close/>
                <a:moveTo>
                  <a:pt x="2407004" y="3264178"/>
                </a:moveTo>
                <a:lnTo>
                  <a:pt x="2383463" y="3284654"/>
                </a:lnTo>
                <a:lnTo>
                  <a:pt x="2379427" y="3288310"/>
                </a:lnTo>
                <a:lnTo>
                  <a:pt x="2430485" y="3314770"/>
                </a:lnTo>
                <a:lnTo>
                  <a:pt x="2449534" y="3291702"/>
                </a:lnTo>
                <a:lnTo>
                  <a:pt x="2454991" y="3285309"/>
                </a:lnTo>
                <a:close/>
                <a:moveTo>
                  <a:pt x="4542173" y="3261835"/>
                </a:moveTo>
                <a:lnTo>
                  <a:pt x="4489436" y="3288296"/>
                </a:lnTo>
                <a:lnTo>
                  <a:pt x="4516036" y="3304382"/>
                </a:lnTo>
                <a:lnTo>
                  <a:pt x="4523397" y="3308080"/>
                </a:lnTo>
                <a:lnTo>
                  <a:pt x="4528279" y="3305365"/>
                </a:lnTo>
                <a:lnTo>
                  <a:pt x="4575842" y="3283380"/>
                </a:lnTo>
                <a:close/>
                <a:moveTo>
                  <a:pt x="2980143" y="3261111"/>
                </a:moveTo>
                <a:lnTo>
                  <a:pt x="2972733" y="3311097"/>
                </a:lnTo>
                <a:lnTo>
                  <a:pt x="3022258" y="3334317"/>
                </a:lnTo>
                <a:lnTo>
                  <a:pt x="3027786" y="3282170"/>
                </a:lnTo>
                <a:close/>
                <a:moveTo>
                  <a:pt x="2191564" y="3258967"/>
                </a:moveTo>
                <a:lnTo>
                  <a:pt x="2158861" y="3273885"/>
                </a:lnTo>
                <a:lnTo>
                  <a:pt x="2199226" y="3299928"/>
                </a:lnTo>
                <a:lnTo>
                  <a:pt x="2211680" y="3308352"/>
                </a:lnTo>
                <a:lnTo>
                  <a:pt x="2219351" y="3303872"/>
                </a:lnTo>
                <a:lnTo>
                  <a:pt x="2244172" y="3287560"/>
                </a:lnTo>
                <a:close/>
                <a:moveTo>
                  <a:pt x="4149756" y="3257924"/>
                </a:moveTo>
                <a:lnTo>
                  <a:pt x="4104758" y="3294238"/>
                </a:lnTo>
                <a:lnTo>
                  <a:pt x="4136250" y="3312947"/>
                </a:lnTo>
                <a:lnTo>
                  <a:pt x="4140117" y="3314912"/>
                </a:lnTo>
                <a:lnTo>
                  <a:pt x="4186025" y="3280150"/>
                </a:lnTo>
                <a:close/>
                <a:moveTo>
                  <a:pt x="5370984" y="3257242"/>
                </a:moveTo>
                <a:cubicBezTo>
                  <a:pt x="5265892" y="3258260"/>
                  <a:pt x="5158070" y="3265234"/>
                  <a:pt x="5051195" y="3284414"/>
                </a:cubicBezTo>
                <a:cubicBezTo>
                  <a:pt x="4960846" y="3300632"/>
                  <a:pt x="4874667" y="3326693"/>
                  <a:pt x="4791248" y="3357379"/>
                </a:cubicBezTo>
                <a:lnTo>
                  <a:pt x="4764158" y="3368589"/>
                </a:lnTo>
                <a:lnTo>
                  <a:pt x="4799357" y="3385496"/>
                </a:lnTo>
                <a:lnTo>
                  <a:pt x="4864393" y="3362007"/>
                </a:lnTo>
                <a:cubicBezTo>
                  <a:pt x="4944396" y="3336143"/>
                  <a:pt x="5026770" y="3313979"/>
                  <a:pt x="5112595" y="3299710"/>
                </a:cubicBezTo>
                <a:cubicBezTo>
                  <a:pt x="5307897" y="3267222"/>
                  <a:pt x="5506029" y="3269972"/>
                  <a:pt x="5680802" y="3272428"/>
                </a:cubicBezTo>
                <a:lnTo>
                  <a:pt x="5707865" y="3272514"/>
                </a:lnTo>
                <a:lnTo>
                  <a:pt x="5691086" y="3266502"/>
                </a:lnTo>
                <a:lnTo>
                  <a:pt x="5674395" y="3265807"/>
                </a:lnTo>
                <a:cubicBezTo>
                  <a:pt x="5578439" y="3261163"/>
                  <a:pt x="5476076" y="3256224"/>
                  <a:pt x="5370984" y="3257242"/>
                </a:cubicBezTo>
                <a:close/>
                <a:moveTo>
                  <a:pt x="2025338" y="3254494"/>
                </a:moveTo>
                <a:lnTo>
                  <a:pt x="1988845" y="3265539"/>
                </a:lnTo>
                <a:lnTo>
                  <a:pt x="2038866" y="3308526"/>
                </a:lnTo>
                <a:lnTo>
                  <a:pt x="2044409" y="3306410"/>
                </a:lnTo>
                <a:lnTo>
                  <a:pt x="2046625" y="3305556"/>
                </a:lnTo>
                <a:lnTo>
                  <a:pt x="2076250" y="3293261"/>
                </a:lnTo>
                <a:close/>
                <a:moveTo>
                  <a:pt x="2649141" y="3253136"/>
                </a:moveTo>
                <a:lnTo>
                  <a:pt x="2631366" y="3288903"/>
                </a:lnTo>
                <a:lnTo>
                  <a:pt x="2678608" y="3310673"/>
                </a:lnTo>
                <a:lnTo>
                  <a:pt x="2686888" y="3286505"/>
                </a:lnTo>
                <a:lnTo>
                  <a:pt x="2693390" y="3271318"/>
                </a:lnTo>
                <a:close/>
                <a:moveTo>
                  <a:pt x="2501935" y="3253115"/>
                </a:moveTo>
                <a:lnTo>
                  <a:pt x="2479248" y="3279765"/>
                </a:lnTo>
                <a:lnTo>
                  <a:pt x="2523827" y="3299390"/>
                </a:lnTo>
                <a:lnTo>
                  <a:pt x="2528463" y="3301707"/>
                </a:lnTo>
                <a:lnTo>
                  <a:pt x="2548828" y="3270263"/>
                </a:lnTo>
                <a:close/>
                <a:moveTo>
                  <a:pt x="2786436" y="3249006"/>
                </a:moveTo>
                <a:lnTo>
                  <a:pt x="2773352" y="3288187"/>
                </a:lnTo>
                <a:lnTo>
                  <a:pt x="2806305" y="3301723"/>
                </a:lnTo>
                <a:lnTo>
                  <a:pt x="2821410" y="3309227"/>
                </a:lnTo>
                <a:lnTo>
                  <a:pt x="2832752" y="3265796"/>
                </a:lnTo>
                <a:close/>
                <a:moveTo>
                  <a:pt x="3112631" y="3248797"/>
                </a:moveTo>
                <a:lnTo>
                  <a:pt x="3108595" y="3269011"/>
                </a:lnTo>
                <a:lnTo>
                  <a:pt x="3106433" y="3300727"/>
                </a:lnTo>
                <a:lnTo>
                  <a:pt x="3118809" y="3306197"/>
                </a:lnTo>
                <a:cubicBezTo>
                  <a:pt x="3175670" y="3334788"/>
                  <a:pt x="3232530" y="3365834"/>
                  <a:pt x="3287523" y="3395866"/>
                </a:cubicBezTo>
                <a:cubicBezTo>
                  <a:pt x="3371039" y="3441462"/>
                  <a:pt x="3452239" y="3485796"/>
                  <a:pt x="3534073" y="3522676"/>
                </a:cubicBezTo>
                <a:lnTo>
                  <a:pt x="3641084" y="3565061"/>
                </a:lnTo>
                <a:lnTo>
                  <a:pt x="3675754" y="3530487"/>
                </a:lnTo>
                <a:lnTo>
                  <a:pt x="3616679" y="3506191"/>
                </a:lnTo>
                <a:cubicBezTo>
                  <a:pt x="3539066" y="3470393"/>
                  <a:pt x="3462163" y="3428195"/>
                  <a:pt x="3383065" y="3384788"/>
                </a:cubicBezTo>
                <a:cubicBezTo>
                  <a:pt x="3317876" y="3349016"/>
                  <a:pt x="3250443" y="3312043"/>
                  <a:pt x="3182638" y="3279048"/>
                </a:cubicBezTo>
                <a:close/>
                <a:moveTo>
                  <a:pt x="4259628" y="3244262"/>
                </a:moveTo>
                <a:lnTo>
                  <a:pt x="4246825" y="3252797"/>
                </a:lnTo>
                <a:lnTo>
                  <a:pt x="4212398" y="3278884"/>
                </a:lnTo>
                <a:lnTo>
                  <a:pt x="4221902" y="3284708"/>
                </a:lnTo>
                <a:lnTo>
                  <a:pt x="4249332" y="3299490"/>
                </a:lnTo>
                <a:lnTo>
                  <a:pt x="4295394" y="3266903"/>
                </a:lnTo>
                <a:close/>
                <a:moveTo>
                  <a:pt x="3990780" y="3243773"/>
                </a:moveTo>
                <a:lnTo>
                  <a:pt x="3948030" y="3282453"/>
                </a:lnTo>
                <a:lnTo>
                  <a:pt x="3984983" y="3303783"/>
                </a:lnTo>
                <a:lnTo>
                  <a:pt x="3986353" y="3302496"/>
                </a:lnTo>
                <a:lnTo>
                  <a:pt x="4028677" y="3266287"/>
                </a:lnTo>
                <a:close/>
                <a:moveTo>
                  <a:pt x="2345117" y="3240718"/>
                </a:moveTo>
                <a:lnTo>
                  <a:pt x="2318298" y="3257359"/>
                </a:lnTo>
                <a:lnTo>
                  <a:pt x="2327897" y="3261606"/>
                </a:lnTo>
                <a:lnTo>
                  <a:pt x="2365320" y="3280999"/>
                </a:lnTo>
                <a:lnTo>
                  <a:pt x="2373132" y="3273923"/>
                </a:lnTo>
                <a:lnTo>
                  <a:pt x="2391968" y="3257557"/>
                </a:lnTo>
                <a:lnTo>
                  <a:pt x="2383627" y="3253884"/>
                </a:lnTo>
                <a:close/>
                <a:moveTo>
                  <a:pt x="2077125" y="3238961"/>
                </a:moveTo>
                <a:lnTo>
                  <a:pt x="2046784" y="3248002"/>
                </a:lnTo>
                <a:lnTo>
                  <a:pt x="2042880" y="3249184"/>
                </a:lnTo>
                <a:lnTo>
                  <a:pt x="2092114" y="3286677"/>
                </a:lnTo>
                <a:lnTo>
                  <a:pt x="2124617" y="3273188"/>
                </a:lnTo>
                <a:lnTo>
                  <a:pt x="2128002" y="3271643"/>
                </a:lnTo>
                <a:lnTo>
                  <a:pt x="2080153" y="3240768"/>
                </a:lnTo>
                <a:close/>
                <a:moveTo>
                  <a:pt x="2237770" y="3238005"/>
                </a:moveTo>
                <a:lnTo>
                  <a:pt x="2208518" y="3251270"/>
                </a:lnTo>
                <a:lnTo>
                  <a:pt x="2258256" y="3278304"/>
                </a:lnTo>
                <a:lnTo>
                  <a:pt x="2286660" y="3259637"/>
                </a:lnTo>
                <a:close/>
                <a:moveTo>
                  <a:pt x="2921603" y="3237194"/>
                </a:moveTo>
                <a:lnTo>
                  <a:pt x="2917978" y="3247551"/>
                </a:lnTo>
                <a:lnTo>
                  <a:pt x="2911083" y="3282192"/>
                </a:lnTo>
                <a:lnTo>
                  <a:pt x="2958861" y="3304593"/>
                </a:lnTo>
                <a:lnTo>
                  <a:pt x="2966259" y="3254974"/>
                </a:lnTo>
                <a:lnTo>
                  <a:pt x="2937182" y="3242122"/>
                </a:lnTo>
                <a:close/>
                <a:moveTo>
                  <a:pt x="4375229" y="3236025"/>
                </a:moveTo>
                <a:lnTo>
                  <a:pt x="4323368" y="3266019"/>
                </a:lnTo>
                <a:lnTo>
                  <a:pt x="4360315" y="3287115"/>
                </a:lnTo>
                <a:lnTo>
                  <a:pt x="4382321" y="3272651"/>
                </a:lnTo>
                <a:lnTo>
                  <a:pt x="4410097" y="3257665"/>
                </a:lnTo>
                <a:lnTo>
                  <a:pt x="4386167" y="3243200"/>
                </a:lnTo>
                <a:close/>
                <a:moveTo>
                  <a:pt x="2589229" y="3235058"/>
                </a:moveTo>
                <a:lnTo>
                  <a:pt x="2571332" y="3262738"/>
                </a:lnTo>
                <a:lnTo>
                  <a:pt x="2587040" y="3268477"/>
                </a:lnTo>
                <a:lnTo>
                  <a:pt x="2616096" y="3281866"/>
                </a:lnTo>
                <a:lnTo>
                  <a:pt x="2619977" y="3273271"/>
                </a:lnTo>
                <a:lnTo>
                  <a:pt x="2633715" y="3248136"/>
                </a:lnTo>
                <a:close/>
                <a:moveTo>
                  <a:pt x="2443950" y="3232041"/>
                </a:moveTo>
                <a:lnTo>
                  <a:pt x="2419383" y="3253410"/>
                </a:lnTo>
                <a:lnTo>
                  <a:pt x="2465055" y="3273517"/>
                </a:lnTo>
                <a:lnTo>
                  <a:pt x="2487099" y="3247689"/>
                </a:lnTo>
                <a:lnTo>
                  <a:pt x="2445012" y="3232298"/>
                </a:lnTo>
                <a:close/>
                <a:moveTo>
                  <a:pt x="4492483" y="3230037"/>
                </a:moveTo>
                <a:lnTo>
                  <a:pt x="4439993" y="3258396"/>
                </a:lnTo>
                <a:lnTo>
                  <a:pt x="4474399" y="3279202"/>
                </a:lnTo>
                <a:lnTo>
                  <a:pt x="4527629" y="3252528"/>
                </a:lnTo>
                <a:close/>
                <a:moveTo>
                  <a:pt x="5248352" y="3228073"/>
                </a:moveTo>
                <a:cubicBezTo>
                  <a:pt x="5161880" y="3230169"/>
                  <a:pt x="5074328" y="3237807"/>
                  <a:pt x="4987394" y="3254515"/>
                </a:cubicBezTo>
                <a:cubicBezTo>
                  <a:pt x="4916118" y="3268210"/>
                  <a:pt x="4847717" y="3288587"/>
                  <a:pt x="4781410" y="3312995"/>
                </a:cubicBezTo>
                <a:lnTo>
                  <a:pt x="4711257" y="3342977"/>
                </a:lnTo>
                <a:lnTo>
                  <a:pt x="4713738" y="3344371"/>
                </a:lnTo>
                <a:lnTo>
                  <a:pt x="4746185" y="3359956"/>
                </a:lnTo>
                <a:lnTo>
                  <a:pt x="4786549" y="3343254"/>
                </a:lnTo>
                <a:cubicBezTo>
                  <a:pt x="4870489" y="3312397"/>
                  <a:pt x="4957309" y="3286176"/>
                  <a:pt x="5048526" y="3269812"/>
                </a:cubicBezTo>
                <a:cubicBezTo>
                  <a:pt x="5210079" y="3240821"/>
                  <a:pt x="5373329" y="3239490"/>
                  <a:pt x="5526157" y="3244566"/>
                </a:cubicBezTo>
                <a:lnTo>
                  <a:pt x="5644065" y="3249654"/>
                </a:lnTo>
                <a:lnTo>
                  <a:pt x="5630665" y="3244853"/>
                </a:lnTo>
                <a:lnTo>
                  <a:pt x="5502832" y="3234882"/>
                </a:lnTo>
                <a:cubicBezTo>
                  <a:pt x="5420218" y="3229422"/>
                  <a:pt x="5334825" y="3225976"/>
                  <a:pt x="5248352" y="3228073"/>
                </a:cubicBezTo>
                <a:close/>
                <a:moveTo>
                  <a:pt x="2728658" y="3228062"/>
                </a:moveTo>
                <a:lnTo>
                  <a:pt x="2726410" y="3231727"/>
                </a:lnTo>
                <a:lnTo>
                  <a:pt x="2712913" y="3263362"/>
                </a:lnTo>
                <a:lnTo>
                  <a:pt x="2759548" y="3282517"/>
                </a:lnTo>
                <a:lnTo>
                  <a:pt x="2772479" y="3243947"/>
                </a:lnTo>
                <a:close/>
                <a:moveTo>
                  <a:pt x="4098230" y="3226349"/>
                </a:moveTo>
                <a:lnTo>
                  <a:pt x="4054092" y="3264137"/>
                </a:lnTo>
                <a:lnTo>
                  <a:pt x="4091056" y="3286097"/>
                </a:lnTo>
                <a:lnTo>
                  <a:pt x="4136250" y="3249648"/>
                </a:lnTo>
                <a:close/>
                <a:moveTo>
                  <a:pt x="2126325" y="3224300"/>
                </a:moveTo>
                <a:lnTo>
                  <a:pt x="2096011" y="3233334"/>
                </a:lnTo>
                <a:lnTo>
                  <a:pt x="2144041" y="3264323"/>
                </a:lnTo>
                <a:lnTo>
                  <a:pt x="2175229" y="3250089"/>
                </a:lnTo>
                <a:lnTo>
                  <a:pt x="2140643" y="3231291"/>
                </a:lnTo>
                <a:close/>
                <a:moveTo>
                  <a:pt x="3054199" y="3223548"/>
                </a:moveTo>
                <a:lnTo>
                  <a:pt x="3044863" y="3262257"/>
                </a:lnTo>
                <a:lnTo>
                  <a:pt x="3043733" y="3273016"/>
                </a:lnTo>
                <a:lnTo>
                  <a:pt x="3091983" y="3294341"/>
                </a:lnTo>
                <a:lnTo>
                  <a:pt x="3093946" y="3265928"/>
                </a:lnTo>
                <a:lnTo>
                  <a:pt x="3098619" y="3242742"/>
                </a:lnTo>
                <a:close/>
                <a:moveTo>
                  <a:pt x="2283133" y="3219525"/>
                </a:moveTo>
                <a:lnTo>
                  <a:pt x="2256149" y="3229864"/>
                </a:lnTo>
                <a:lnTo>
                  <a:pt x="2301882" y="3250096"/>
                </a:lnTo>
                <a:lnTo>
                  <a:pt x="2326999" y="3234523"/>
                </a:lnTo>
                <a:close/>
                <a:moveTo>
                  <a:pt x="1908800" y="3219098"/>
                </a:moveTo>
                <a:lnTo>
                  <a:pt x="1886025" y="3223709"/>
                </a:lnTo>
                <a:lnTo>
                  <a:pt x="1874362" y="3226246"/>
                </a:lnTo>
                <a:lnTo>
                  <a:pt x="1876338" y="3227921"/>
                </a:lnTo>
                <a:lnTo>
                  <a:pt x="1920647" y="3270295"/>
                </a:lnTo>
                <a:lnTo>
                  <a:pt x="1927804" y="3268424"/>
                </a:lnTo>
                <a:lnTo>
                  <a:pt x="1958687" y="3259209"/>
                </a:lnTo>
                <a:close/>
                <a:moveTo>
                  <a:pt x="2863901" y="3218943"/>
                </a:moveTo>
                <a:lnTo>
                  <a:pt x="2854303" y="3241822"/>
                </a:lnTo>
                <a:lnTo>
                  <a:pt x="2850526" y="3256358"/>
                </a:lnTo>
                <a:lnTo>
                  <a:pt x="2874549" y="3265063"/>
                </a:lnTo>
                <a:lnTo>
                  <a:pt x="2897346" y="3275752"/>
                </a:lnTo>
                <a:lnTo>
                  <a:pt x="2903596" y="3244515"/>
                </a:lnTo>
                <a:lnTo>
                  <a:pt x="2907688" y="3232793"/>
                </a:lnTo>
                <a:close/>
                <a:moveTo>
                  <a:pt x="2531916" y="3218209"/>
                </a:moveTo>
                <a:lnTo>
                  <a:pt x="2531038" y="3218928"/>
                </a:lnTo>
                <a:lnTo>
                  <a:pt x="2512150" y="3241115"/>
                </a:lnTo>
                <a:lnTo>
                  <a:pt x="2557075" y="3257529"/>
                </a:lnTo>
                <a:lnTo>
                  <a:pt x="2574443" y="3230711"/>
                </a:lnTo>
                <a:close/>
                <a:moveTo>
                  <a:pt x="2382909" y="3217268"/>
                </a:moveTo>
                <a:lnTo>
                  <a:pt x="2361424" y="3230599"/>
                </a:lnTo>
                <a:lnTo>
                  <a:pt x="2388906" y="3239993"/>
                </a:lnTo>
                <a:lnTo>
                  <a:pt x="2404356" y="3246795"/>
                </a:lnTo>
                <a:lnTo>
                  <a:pt x="2426263" y="3227760"/>
                </a:lnTo>
                <a:close/>
                <a:moveTo>
                  <a:pt x="2672897" y="3212823"/>
                </a:moveTo>
                <a:lnTo>
                  <a:pt x="2661964" y="3227333"/>
                </a:lnTo>
                <a:lnTo>
                  <a:pt x="2655731" y="3239874"/>
                </a:lnTo>
                <a:lnTo>
                  <a:pt x="2699208" y="3257732"/>
                </a:lnTo>
                <a:lnTo>
                  <a:pt x="2713640" y="3224026"/>
                </a:lnTo>
                <a:lnTo>
                  <a:pt x="2714349" y="3222875"/>
                </a:lnTo>
                <a:lnTo>
                  <a:pt x="2709065" y="3220959"/>
                </a:lnTo>
                <a:close/>
                <a:moveTo>
                  <a:pt x="4209829" y="3212736"/>
                </a:moveTo>
                <a:lnTo>
                  <a:pt x="4176483" y="3236354"/>
                </a:lnTo>
                <a:lnTo>
                  <a:pt x="4162027" y="3248020"/>
                </a:lnTo>
                <a:lnTo>
                  <a:pt x="4198745" y="3270518"/>
                </a:lnTo>
                <a:lnTo>
                  <a:pt x="4239013" y="3240026"/>
                </a:lnTo>
                <a:lnTo>
                  <a:pt x="4245800" y="3235507"/>
                </a:lnTo>
                <a:close/>
                <a:moveTo>
                  <a:pt x="2175314" y="3212047"/>
                </a:moveTo>
                <a:lnTo>
                  <a:pt x="2148214" y="3218494"/>
                </a:lnTo>
                <a:lnTo>
                  <a:pt x="2192152" y="3242375"/>
                </a:lnTo>
                <a:lnTo>
                  <a:pt x="2219556" y="3229946"/>
                </a:lnTo>
                <a:lnTo>
                  <a:pt x="2201295" y="3221866"/>
                </a:lnTo>
                <a:close/>
                <a:moveTo>
                  <a:pt x="1960661" y="3208777"/>
                </a:moveTo>
                <a:lnTo>
                  <a:pt x="1953318" y="3210085"/>
                </a:lnTo>
                <a:lnTo>
                  <a:pt x="1926600" y="3215494"/>
                </a:lnTo>
                <a:lnTo>
                  <a:pt x="1968595" y="3248136"/>
                </a:lnTo>
                <a:lnTo>
                  <a:pt x="1975562" y="3254124"/>
                </a:lnTo>
                <a:lnTo>
                  <a:pt x="2010304" y="3243603"/>
                </a:lnTo>
                <a:close/>
                <a:moveTo>
                  <a:pt x="2477784" y="3206579"/>
                </a:moveTo>
                <a:lnTo>
                  <a:pt x="2462475" y="3215927"/>
                </a:lnTo>
                <a:lnTo>
                  <a:pt x="2456776" y="3220884"/>
                </a:lnTo>
                <a:lnTo>
                  <a:pt x="2497330" y="3235701"/>
                </a:lnTo>
                <a:lnTo>
                  <a:pt x="2516202" y="3213589"/>
                </a:lnTo>
                <a:lnTo>
                  <a:pt x="2506144" y="3210632"/>
                </a:lnTo>
                <a:close/>
                <a:moveTo>
                  <a:pt x="2329088" y="3204241"/>
                </a:moveTo>
                <a:lnTo>
                  <a:pt x="2310068" y="3209203"/>
                </a:lnTo>
                <a:lnTo>
                  <a:pt x="2304770" y="3211233"/>
                </a:lnTo>
                <a:lnTo>
                  <a:pt x="2343312" y="3224408"/>
                </a:lnTo>
                <a:lnTo>
                  <a:pt x="2362712" y="3212379"/>
                </a:lnTo>
                <a:close/>
                <a:moveTo>
                  <a:pt x="2995819" y="3203880"/>
                </a:moveTo>
                <a:lnTo>
                  <a:pt x="2983373" y="3246340"/>
                </a:lnTo>
                <a:lnTo>
                  <a:pt x="3029427" y="3266694"/>
                </a:lnTo>
                <a:lnTo>
                  <a:pt x="3030287" y="3258580"/>
                </a:lnTo>
                <a:lnTo>
                  <a:pt x="3040059" y="3218406"/>
                </a:lnTo>
                <a:close/>
                <a:moveTo>
                  <a:pt x="2221184" y="3201990"/>
                </a:moveTo>
                <a:lnTo>
                  <a:pt x="2213775" y="3202898"/>
                </a:lnTo>
                <a:lnTo>
                  <a:pt x="2201148" y="3205901"/>
                </a:lnTo>
                <a:lnTo>
                  <a:pt x="2206874" y="3208065"/>
                </a:lnTo>
                <a:lnTo>
                  <a:pt x="2237716" y="3221709"/>
                </a:lnTo>
                <a:lnTo>
                  <a:pt x="2248231" y="3216940"/>
                </a:lnTo>
                <a:lnTo>
                  <a:pt x="2260985" y="3212059"/>
                </a:lnTo>
                <a:close/>
                <a:moveTo>
                  <a:pt x="4323186" y="3201888"/>
                </a:moveTo>
                <a:lnTo>
                  <a:pt x="4273193" y="3235218"/>
                </a:lnTo>
                <a:lnTo>
                  <a:pt x="4307744" y="3257098"/>
                </a:lnTo>
                <a:lnTo>
                  <a:pt x="4308579" y="3257575"/>
                </a:lnTo>
                <a:lnTo>
                  <a:pt x="4310371" y="3256307"/>
                </a:lnTo>
                <a:lnTo>
                  <a:pt x="4361304" y="3226891"/>
                </a:lnTo>
                <a:close/>
                <a:moveTo>
                  <a:pt x="2808353" y="3201372"/>
                </a:moveTo>
                <a:lnTo>
                  <a:pt x="2791405" y="3234936"/>
                </a:lnTo>
                <a:lnTo>
                  <a:pt x="2836540" y="3251290"/>
                </a:lnTo>
                <a:lnTo>
                  <a:pt x="2840521" y="3236042"/>
                </a:lnTo>
                <a:lnTo>
                  <a:pt x="2849647" y="3214434"/>
                </a:lnTo>
                <a:close/>
                <a:moveTo>
                  <a:pt x="2618315" y="3200544"/>
                </a:moveTo>
                <a:lnTo>
                  <a:pt x="2597860" y="3222225"/>
                </a:lnTo>
                <a:lnTo>
                  <a:pt x="2640957" y="3234884"/>
                </a:lnTo>
                <a:lnTo>
                  <a:pt x="2649945" y="3218440"/>
                </a:lnTo>
                <a:lnTo>
                  <a:pt x="2656921" y="3209229"/>
                </a:lnTo>
                <a:close/>
                <a:moveTo>
                  <a:pt x="2011406" y="3199740"/>
                </a:moveTo>
                <a:lnTo>
                  <a:pt x="1981751" y="3205021"/>
                </a:lnTo>
                <a:lnTo>
                  <a:pt x="2028284" y="3238071"/>
                </a:lnTo>
                <a:lnTo>
                  <a:pt x="2028366" y="3238133"/>
                </a:lnTo>
                <a:lnTo>
                  <a:pt x="2042406" y="3233880"/>
                </a:lnTo>
                <a:lnTo>
                  <a:pt x="2059890" y="3228675"/>
                </a:lnTo>
                <a:close/>
                <a:moveTo>
                  <a:pt x="2423071" y="3198759"/>
                </a:moveTo>
                <a:lnTo>
                  <a:pt x="2403473" y="3207055"/>
                </a:lnTo>
                <a:lnTo>
                  <a:pt x="2439944" y="3215873"/>
                </a:lnTo>
                <a:lnTo>
                  <a:pt x="2454276" y="3203421"/>
                </a:lnTo>
                <a:lnTo>
                  <a:pt x="2454545" y="3203257"/>
                </a:lnTo>
                <a:close/>
                <a:moveTo>
                  <a:pt x="5203664" y="3197270"/>
                </a:moveTo>
                <a:cubicBezTo>
                  <a:pt x="5110806" y="3197852"/>
                  <a:pt x="5016839" y="3205430"/>
                  <a:pt x="4923619" y="3224510"/>
                </a:cubicBezTo>
                <a:cubicBezTo>
                  <a:pt x="4849160" y="3239747"/>
                  <a:pt x="4778120" y="3262825"/>
                  <a:pt x="4709520" y="3290639"/>
                </a:cubicBezTo>
                <a:lnTo>
                  <a:pt x="4659952" y="3314133"/>
                </a:lnTo>
                <a:lnTo>
                  <a:pt x="4694922" y="3333793"/>
                </a:lnTo>
                <a:lnTo>
                  <a:pt x="4776832" y="3298808"/>
                </a:lnTo>
                <a:cubicBezTo>
                  <a:pt x="4843637" y="3274239"/>
                  <a:pt x="4912628" y="3253704"/>
                  <a:pt x="4984645" y="3239859"/>
                </a:cubicBezTo>
                <a:cubicBezTo>
                  <a:pt x="5160012" y="3206163"/>
                  <a:pt x="5337347" y="3208986"/>
                  <a:pt x="5503382" y="3219959"/>
                </a:cubicBezTo>
                <a:lnTo>
                  <a:pt x="5579674" y="3225920"/>
                </a:lnTo>
                <a:lnTo>
                  <a:pt x="5572219" y="3222888"/>
                </a:lnTo>
                <a:lnTo>
                  <a:pt x="5477059" y="3212006"/>
                </a:lnTo>
                <a:cubicBezTo>
                  <a:pt x="5388272" y="3203102"/>
                  <a:pt x="5296523" y="3196688"/>
                  <a:pt x="5203664" y="3197270"/>
                </a:cubicBezTo>
                <a:close/>
                <a:moveTo>
                  <a:pt x="4442733" y="3196984"/>
                </a:moveTo>
                <a:lnTo>
                  <a:pt x="4389613" y="3227706"/>
                </a:lnTo>
                <a:lnTo>
                  <a:pt x="4393969" y="3230563"/>
                </a:lnTo>
                <a:lnTo>
                  <a:pt x="4425258" y="3249485"/>
                </a:lnTo>
                <a:lnTo>
                  <a:pt x="4478220" y="3220910"/>
                </a:lnTo>
                <a:lnTo>
                  <a:pt x="4472603" y="3217316"/>
                </a:lnTo>
                <a:close/>
                <a:moveTo>
                  <a:pt x="2269586" y="3196062"/>
                </a:moveTo>
                <a:lnTo>
                  <a:pt x="2262008" y="3196990"/>
                </a:lnTo>
                <a:lnTo>
                  <a:pt x="2266218" y="3198055"/>
                </a:lnTo>
                <a:lnTo>
                  <a:pt x="2282783" y="3203717"/>
                </a:lnTo>
                <a:lnTo>
                  <a:pt x="2294580" y="3199203"/>
                </a:lnTo>
                <a:close/>
                <a:moveTo>
                  <a:pt x="4046317" y="3194767"/>
                </a:moveTo>
                <a:lnTo>
                  <a:pt x="4035568" y="3203249"/>
                </a:lnTo>
                <a:lnTo>
                  <a:pt x="4002289" y="3233360"/>
                </a:lnTo>
                <a:lnTo>
                  <a:pt x="4040576" y="3256107"/>
                </a:lnTo>
                <a:lnTo>
                  <a:pt x="4084904" y="3218183"/>
                </a:lnTo>
                <a:lnTo>
                  <a:pt x="4070573" y="3209401"/>
                </a:lnTo>
                <a:close/>
                <a:moveTo>
                  <a:pt x="2063730" y="3193738"/>
                </a:moveTo>
                <a:lnTo>
                  <a:pt x="2035647" y="3196924"/>
                </a:lnTo>
                <a:lnTo>
                  <a:pt x="2079216" y="3222920"/>
                </a:lnTo>
                <a:lnTo>
                  <a:pt x="2106725" y="3214730"/>
                </a:lnTo>
                <a:close/>
                <a:moveTo>
                  <a:pt x="2383970" y="3193170"/>
                </a:moveTo>
                <a:lnTo>
                  <a:pt x="2371449" y="3193189"/>
                </a:lnTo>
                <a:lnTo>
                  <a:pt x="2359268" y="3196367"/>
                </a:lnTo>
                <a:lnTo>
                  <a:pt x="2380325" y="3201458"/>
                </a:lnTo>
                <a:lnTo>
                  <a:pt x="2384317" y="3198983"/>
                </a:lnTo>
                <a:lnTo>
                  <a:pt x="2394516" y="3194678"/>
                </a:lnTo>
                <a:close/>
                <a:moveTo>
                  <a:pt x="2567455" y="3189102"/>
                </a:moveTo>
                <a:lnTo>
                  <a:pt x="2545713" y="3206909"/>
                </a:lnTo>
                <a:lnTo>
                  <a:pt x="2582803" y="3217803"/>
                </a:lnTo>
                <a:lnTo>
                  <a:pt x="2585712" y="3213311"/>
                </a:lnTo>
                <a:lnTo>
                  <a:pt x="2601415" y="3196741"/>
                </a:lnTo>
                <a:close/>
                <a:moveTo>
                  <a:pt x="2154592" y="3188307"/>
                </a:moveTo>
                <a:lnTo>
                  <a:pt x="2176630" y="3196635"/>
                </a:lnTo>
                <a:lnTo>
                  <a:pt x="2188686" y="3193769"/>
                </a:lnTo>
                <a:lnTo>
                  <a:pt x="2167630" y="3188442"/>
                </a:lnTo>
                <a:close/>
                <a:moveTo>
                  <a:pt x="2112291" y="3188229"/>
                </a:moveTo>
                <a:lnTo>
                  <a:pt x="2091208" y="3190621"/>
                </a:lnTo>
                <a:lnTo>
                  <a:pt x="2127762" y="3208465"/>
                </a:lnTo>
                <a:lnTo>
                  <a:pt x="2131265" y="3207423"/>
                </a:lnTo>
                <a:lnTo>
                  <a:pt x="2150792" y="3202779"/>
                </a:lnTo>
                <a:close/>
                <a:moveTo>
                  <a:pt x="2753750" y="3187143"/>
                </a:moveTo>
                <a:lnTo>
                  <a:pt x="2736616" y="3215084"/>
                </a:lnTo>
                <a:lnTo>
                  <a:pt x="2777233" y="3229801"/>
                </a:lnTo>
                <a:lnTo>
                  <a:pt x="2793985" y="3196827"/>
                </a:lnTo>
                <a:lnTo>
                  <a:pt x="2773052" y="3190206"/>
                </a:lnTo>
                <a:close/>
                <a:moveTo>
                  <a:pt x="2511300" y="3186521"/>
                </a:moveTo>
                <a:lnTo>
                  <a:pt x="2509260" y="3187358"/>
                </a:lnTo>
                <a:lnTo>
                  <a:pt x="2497562" y="3194501"/>
                </a:lnTo>
                <a:lnTo>
                  <a:pt x="2509041" y="3196137"/>
                </a:lnTo>
                <a:lnTo>
                  <a:pt x="2528620" y="3201888"/>
                </a:lnTo>
                <a:lnTo>
                  <a:pt x="2545483" y="3188045"/>
                </a:lnTo>
                <a:close/>
                <a:moveTo>
                  <a:pt x="3125099" y="3186368"/>
                </a:moveTo>
                <a:lnTo>
                  <a:pt x="3115610" y="3233883"/>
                </a:lnTo>
                <a:lnTo>
                  <a:pt x="3189071" y="3265701"/>
                </a:lnTo>
                <a:cubicBezTo>
                  <a:pt x="3257224" y="3298829"/>
                  <a:pt x="3324790" y="3335909"/>
                  <a:pt x="3390166" y="3371761"/>
                </a:cubicBezTo>
                <a:cubicBezTo>
                  <a:pt x="3468784" y="3414887"/>
                  <a:pt x="3545219" y="3456825"/>
                  <a:pt x="3622221" y="3492380"/>
                </a:cubicBezTo>
                <a:lnTo>
                  <a:pt x="3687149" y="3519125"/>
                </a:lnTo>
                <a:lnTo>
                  <a:pt x="3722459" y="3483914"/>
                </a:lnTo>
                <a:lnTo>
                  <a:pt x="3703541" y="3475802"/>
                </a:lnTo>
                <a:cubicBezTo>
                  <a:pt x="3630523" y="3441175"/>
                  <a:pt x="3558146" y="3401099"/>
                  <a:pt x="3483706" y="3359882"/>
                </a:cubicBezTo>
                <a:cubicBezTo>
                  <a:pt x="3408880" y="3318451"/>
                  <a:pt x="3331517" y="3275605"/>
                  <a:pt x="3253006" y="3238685"/>
                </a:cubicBezTo>
                <a:close/>
                <a:moveTo>
                  <a:pt x="2939714" y="3185458"/>
                </a:moveTo>
                <a:lnTo>
                  <a:pt x="2926505" y="3223192"/>
                </a:lnTo>
                <a:lnTo>
                  <a:pt x="2942284" y="3228180"/>
                </a:lnTo>
                <a:lnTo>
                  <a:pt x="2969993" y="3240427"/>
                </a:lnTo>
                <a:lnTo>
                  <a:pt x="2981990" y="3199340"/>
                </a:lnTo>
                <a:close/>
                <a:moveTo>
                  <a:pt x="2465180" y="3184464"/>
                </a:moveTo>
                <a:lnTo>
                  <a:pt x="2451910" y="3187994"/>
                </a:lnTo>
                <a:lnTo>
                  <a:pt x="2474359" y="3191194"/>
                </a:lnTo>
                <a:lnTo>
                  <a:pt x="2484031" y="3185305"/>
                </a:lnTo>
                <a:close/>
                <a:moveTo>
                  <a:pt x="4158501" y="3180383"/>
                </a:moveTo>
                <a:lnTo>
                  <a:pt x="4110418" y="3216396"/>
                </a:lnTo>
                <a:lnTo>
                  <a:pt x="4148526" y="3239747"/>
                </a:lnTo>
                <a:lnTo>
                  <a:pt x="4168360" y="3223751"/>
                </a:lnTo>
                <a:lnTo>
                  <a:pt x="4196163" y="3204085"/>
                </a:lnTo>
                <a:lnTo>
                  <a:pt x="4168251" y="3186415"/>
                </a:lnTo>
                <a:close/>
                <a:moveTo>
                  <a:pt x="2698818" y="3178424"/>
                </a:moveTo>
                <a:lnTo>
                  <a:pt x="2682719" y="3199788"/>
                </a:lnTo>
                <a:lnTo>
                  <a:pt x="2713416" y="3206677"/>
                </a:lnTo>
                <a:lnTo>
                  <a:pt x="2722342" y="3209911"/>
                </a:lnTo>
                <a:lnTo>
                  <a:pt x="2737929" y="3184631"/>
                </a:lnTo>
                <a:close/>
                <a:moveTo>
                  <a:pt x="1848778" y="3170838"/>
                </a:moveTo>
                <a:lnTo>
                  <a:pt x="1813618" y="3174730"/>
                </a:lnTo>
                <a:lnTo>
                  <a:pt x="1860157" y="3214198"/>
                </a:lnTo>
                <a:lnTo>
                  <a:pt x="1882984" y="3209240"/>
                </a:lnTo>
                <a:lnTo>
                  <a:pt x="1893814" y="3207049"/>
                </a:lnTo>
                <a:close/>
                <a:moveTo>
                  <a:pt x="2650864" y="3170812"/>
                </a:moveTo>
                <a:lnTo>
                  <a:pt x="2636748" y="3181005"/>
                </a:lnTo>
                <a:lnTo>
                  <a:pt x="2630157" y="3187991"/>
                </a:lnTo>
                <a:lnTo>
                  <a:pt x="2666780" y="3196211"/>
                </a:lnTo>
                <a:lnTo>
                  <a:pt x="2682244" y="3175793"/>
                </a:lnTo>
                <a:close/>
                <a:moveTo>
                  <a:pt x="2884214" y="3170524"/>
                </a:moveTo>
                <a:lnTo>
                  <a:pt x="2869657" y="3205223"/>
                </a:lnTo>
                <a:lnTo>
                  <a:pt x="2912576" y="3218790"/>
                </a:lnTo>
                <a:lnTo>
                  <a:pt x="2925807" y="3180892"/>
                </a:lnTo>
                <a:lnTo>
                  <a:pt x="2918948" y="3178640"/>
                </a:lnTo>
                <a:close/>
                <a:moveTo>
                  <a:pt x="2567907" y="3170348"/>
                </a:moveTo>
                <a:lnTo>
                  <a:pt x="2548161" y="3171393"/>
                </a:lnTo>
                <a:lnTo>
                  <a:pt x="2543983" y="3173108"/>
                </a:lnTo>
                <a:lnTo>
                  <a:pt x="2562673" y="3173933"/>
                </a:lnTo>
                <a:lnTo>
                  <a:pt x="2565154" y="3171897"/>
                </a:lnTo>
                <a:close/>
                <a:moveTo>
                  <a:pt x="4273501" y="3169298"/>
                </a:moveTo>
                <a:lnTo>
                  <a:pt x="4261503" y="3176136"/>
                </a:lnTo>
                <a:lnTo>
                  <a:pt x="4222980" y="3203421"/>
                </a:lnTo>
                <a:lnTo>
                  <a:pt x="4259376" y="3226468"/>
                </a:lnTo>
                <a:lnTo>
                  <a:pt x="4309638" y="3193002"/>
                </a:lnTo>
                <a:close/>
                <a:moveTo>
                  <a:pt x="3067433" y="3168677"/>
                </a:moveTo>
                <a:lnTo>
                  <a:pt x="3057751" y="3208822"/>
                </a:lnTo>
                <a:lnTo>
                  <a:pt x="3101625" y="3227825"/>
                </a:lnTo>
                <a:lnTo>
                  <a:pt x="3110980" y="3181405"/>
                </a:lnTo>
                <a:close/>
                <a:moveTo>
                  <a:pt x="2627931" y="3167172"/>
                </a:moveTo>
                <a:lnTo>
                  <a:pt x="2601172" y="3168588"/>
                </a:lnTo>
                <a:lnTo>
                  <a:pt x="2584734" y="3177797"/>
                </a:lnTo>
                <a:lnTo>
                  <a:pt x="2613293" y="3184206"/>
                </a:lnTo>
                <a:lnTo>
                  <a:pt x="2627117" y="3169619"/>
                </a:lnTo>
                <a:lnTo>
                  <a:pt x="2630048" y="3167508"/>
                </a:lnTo>
                <a:close/>
                <a:moveTo>
                  <a:pt x="2042970" y="3167074"/>
                </a:moveTo>
                <a:lnTo>
                  <a:pt x="2066447" y="3178534"/>
                </a:lnTo>
                <a:lnTo>
                  <a:pt x="2081106" y="3176874"/>
                </a:lnTo>
                <a:lnTo>
                  <a:pt x="2052081" y="3168473"/>
                </a:lnTo>
                <a:close/>
                <a:moveTo>
                  <a:pt x="5157876" y="3166922"/>
                </a:moveTo>
                <a:cubicBezTo>
                  <a:pt x="5058960" y="3165678"/>
                  <a:pt x="4958940" y="3173005"/>
                  <a:pt x="4859844" y="3194478"/>
                </a:cubicBezTo>
                <a:cubicBezTo>
                  <a:pt x="4801807" y="3207062"/>
                  <a:pt x="4746006" y="3224719"/>
                  <a:pt x="4691943" y="3245945"/>
                </a:cubicBezTo>
                <a:lnTo>
                  <a:pt x="4607866" y="3284851"/>
                </a:lnTo>
                <a:lnTo>
                  <a:pt x="4644132" y="3305239"/>
                </a:lnTo>
                <a:lnTo>
                  <a:pt x="4704490" y="3276647"/>
                </a:lnTo>
                <a:cubicBezTo>
                  <a:pt x="4773648" y="3248635"/>
                  <a:pt x="4845356" y="3225368"/>
                  <a:pt x="4920656" y="3209961"/>
                </a:cubicBezTo>
                <a:cubicBezTo>
                  <a:pt x="5108877" y="3171460"/>
                  <a:pt x="5299471" y="3179299"/>
                  <a:pt x="5477977" y="3197190"/>
                </a:cubicBezTo>
                <a:lnTo>
                  <a:pt x="5521174" y="3202132"/>
                </a:lnTo>
                <a:lnTo>
                  <a:pt x="5519446" y="3201429"/>
                </a:lnTo>
                <a:lnTo>
                  <a:pt x="5449284" y="3190796"/>
                </a:lnTo>
                <a:cubicBezTo>
                  <a:pt x="5354603" y="3177981"/>
                  <a:pt x="5256791" y="3168166"/>
                  <a:pt x="5157876" y="3166922"/>
                </a:cubicBezTo>
                <a:close/>
                <a:moveTo>
                  <a:pt x="1900307" y="3166440"/>
                </a:moveTo>
                <a:lnTo>
                  <a:pt x="1871038" y="3168375"/>
                </a:lnTo>
                <a:lnTo>
                  <a:pt x="1866609" y="3168865"/>
                </a:lnTo>
                <a:lnTo>
                  <a:pt x="1911206" y="3203529"/>
                </a:lnTo>
                <a:lnTo>
                  <a:pt x="1943782" y="3196937"/>
                </a:lnTo>
                <a:close/>
                <a:moveTo>
                  <a:pt x="1982902" y="3165454"/>
                </a:moveTo>
                <a:lnTo>
                  <a:pt x="2014653" y="3184398"/>
                </a:lnTo>
                <a:lnTo>
                  <a:pt x="2038963" y="3181646"/>
                </a:lnTo>
                <a:lnTo>
                  <a:pt x="2015153" y="3170020"/>
                </a:lnTo>
                <a:lnTo>
                  <a:pt x="2004848" y="3165929"/>
                </a:lnTo>
                <a:close/>
                <a:moveTo>
                  <a:pt x="1931922" y="3164350"/>
                </a:moveTo>
                <a:lnTo>
                  <a:pt x="1924749" y="3164824"/>
                </a:lnTo>
                <a:lnTo>
                  <a:pt x="1929202" y="3167701"/>
                </a:lnTo>
                <a:lnTo>
                  <a:pt x="1964843" y="3193013"/>
                </a:lnTo>
                <a:lnTo>
                  <a:pt x="1992027" y="3188176"/>
                </a:lnTo>
                <a:lnTo>
                  <a:pt x="1952864" y="3164803"/>
                </a:lnTo>
                <a:close/>
                <a:moveTo>
                  <a:pt x="4393168" y="3163245"/>
                </a:moveTo>
                <a:lnTo>
                  <a:pt x="4337242" y="3193358"/>
                </a:lnTo>
                <a:lnTo>
                  <a:pt x="4375696" y="3218579"/>
                </a:lnTo>
                <a:lnTo>
                  <a:pt x="4429126" y="3187721"/>
                </a:lnTo>
                <a:close/>
                <a:moveTo>
                  <a:pt x="2833626" y="3159011"/>
                </a:moveTo>
                <a:lnTo>
                  <a:pt x="2823097" y="3172174"/>
                </a:lnTo>
                <a:lnTo>
                  <a:pt x="2815115" y="3187982"/>
                </a:lnTo>
                <a:lnTo>
                  <a:pt x="2855436" y="3200727"/>
                </a:lnTo>
                <a:lnTo>
                  <a:pt x="2869631" y="3167116"/>
                </a:lnTo>
                <a:lnTo>
                  <a:pt x="2837068" y="3159507"/>
                </a:lnTo>
                <a:close/>
                <a:moveTo>
                  <a:pt x="3013718" y="3152979"/>
                </a:moveTo>
                <a:lnTo>
                  <a:pt x="3007150" y="3165222"/>
                </a:lnTo>
                <a:lnTo>
                  <a:pt x="3000027" y="3189522"/>
                </a:lnTo>
                <a:lnTo>
                  <a:pt x="3043610" y="3203806"/>
                </a:lnTo>
                <a:lnTo>
                  <a:pt x="3053168" y="3164508"/>
                </a:lnTo>
                <a:close/>
                <a:moveTo>
                  <a:pt x="2783045" y="3151715"/>
                </a:moveTo>
                <a:lnTo>
                  <a:pt x="2763002" y="3173053"/>
                </a:lnTo>
                <a:lnTo>
                  <a:pt x="2776550" y="3175791"/>
                </a:lnTo>
                <a:lnTo>
                  <a:pt x="2800780" y="3183451"/>
                </a:lnTo>
                <a:lnTo>
                  <a:pt x="2810795" y="3163737"/>
                </a:lnTo>
                <a:lnTo>
                  <a:pt x="2816564" y="3156550"/>
                </a:lnTo>
                <a:close/>
                <a:moveTo>
                  <a:pt x="2657301" y="3147886"/>
                </a:moveTo>
                <a:lnTo>
                  <a:pt x="2641086" y="3149164"/>
                </a:lnTo>
                <a:lnTo>
                  <a:pt x="2630909" y="3152630"/>
                </a:lnTo>
                <a:lnTo>
                  <a:pt x="2648062" y="3154538"/>
                </a:lnTo>
                <a:close/>
                <a:moveTo>
                  <a:pt x="4105832" y="3147798"/>
                </a:moveTo>
                <a:lnTo>
                  <a:pt x="4058772" y="3184937"/>
                </a:lnTo>
                <a:lnTo>
                  <a:pt x="4078395" y="3196774"/>
                </a:lnTo>
                <a:lnTo>
                  <a:pt x="4096769" y="3208033"/>
                </a:lnTo>
                <a:lnTo>
                  <a:pt x="4097504" y="3207404"/>
                </a:lnTo>
                <a:lnTo>
                  <a:pt x="4144890" y="3171962"/>
                </a:lnTo>
                <a:close/>
                <a:moveTo>
                  <a:pt x="2733635" y="3147292"/>
                </a:moveTo>
                <a:lnTo>
                  <a:pt x="2715466" y="3163446"/>
                </a:lnTo>
                <a:lnTo>
                  <a:pt x="2747055" y="3169830"/>
                </a:lnTo>
                <a:lnTo>
                  <a:pt x="2749696" y="3165546"/>
                </a:lnTo>
                <a:lnTo>
                  <a:pt x="2765161" y="3149135"/>
                </a:lnTo>
                <a:lnTo>
                  <a:pt x="2760094" y="3148405"/>
                </a:lnTo>
                <a:close/>
                <a:moveTo>
                  <a:pt x="2688776" y="3145406"/>
                </a:moveTo>
                <a:lnTo>
                  <a:pt x="2685717" y="3145647"/>
                </a:lnTo>
                <a:lnTo>
                  <a:pt x="2670019" y="3156982"/>
                </a:lnTo>
                <a:lnTo>
                  <a:pt x="2696991" y="3159983"/>
                </a:lnTo>
                <a:lnTo>
                  <a:pt x="2712323" y="3146396"/>
                </a:lnTo>
                <a:close/>
                <a:moveTo>
                  <a:pt x="1939235" y="3141052"/>
                </a:moveTo>
                <a:lnTo>
                  <a:pt x="1956334" y="3149601"/>
                </a:lnTo>
                <a:lnTo>
                  <a:pt x="1957009" y="3150003"/>
                </a:lnTo>
                <a:lnTo>
                  <a:pt x="1965182" y="3150179"/>
                </a:lnTo>
                <a:lnTo>
                  <a:pt x="1943972" y="3141758"/>
                </a:lnTo>
                <a:close/>
                <a:moveTo>
                  <a:pt x="2962420" y="3140353"/>
                </a:moveTo>
                <a:lnTo>
                  <a:pt x="2946023" y="3167434"/>
                </a:lnTo>
                <a:lnTo>
                  <a:pt x="2944645" y="3171370"/>
                </a:lnTo>
                <a:lnTo>
                  <a:pt x="2986182" y="3184984"/>
                </a:lnTo>
                <a:lnTo>
                  <a:pt x="2993536" y="3159796"/>
                </a:lnTo>
                <a:lnTo>
                  <a:pt x="2999407" y="3148796"/>
                </a:lnTo>
                <a:lnTo>
                  <a:pt x="2984917" y="3144561"/>
                </a:lnTo>
                <a:close/>
                <a:moveTo>
                  <a:pt x="5111149" y="3137097"/>
                </a:moveTo>
                <a:cubicBezTo>
                  <a:pt x="5006455" y="3133746"/>
                  <a:pt x="4900692" y="3140664"/>
                  <a:pt x="4796070" y="3164579"/>
                </a:cubicBezTo>
                <a:cubicBezTo>
                  <a:pt x="4735998" y="3178319"/>
                  <a:pt x="4678475" y="3197800"/>
                  <a:pt x="4622916" y="3221320"/>
                </a:cubicBezTo>
                <a:lnTo>
                  <a:pt x="4557566" y="3254111"/>
                </a:lnTo>
                <a:lnTo>
                  <a:pt x="4589235" y="3274377"/>
                </a:lnTo>
                <a:lnTo>
                  <a:pt x="4591981" y="3275921"/>
                </a:lnTo>
                <a:lnTo>
                  <a:pt x="4687067" y="3231969"/>
                </a:lnTo>
                <a:cubicBezTo>
                  <a:pt x="4741636" y="3210577"/>
                  <a:pt x="4798020" y="3192762"/>
                  <a:pt x="4856747" y="3180036"/>
                </a:cubicBezTo>
                <a:cubicBezTo>
                  <a:pt x="4990237" y="3151072"/>
                  <a:pt x="5125054" y="3147495"/>
                  <a:pt x="5256532" y="3155964"/>
                </a:cubicBezTo>
                <a:lnTo>
                  <a:pt x="5438741" y="3174802"/>
                </a:lnTo>
                <a:lnTo>
                  <a:pt x="5419815" y="3171220"/>
                </a:lnTo>
                <a:cubicBezTo>
                  <a:pt x="5319469" y="3154065"/>
                  <a:pt x="5215843" y="3140447"/>
                  <a:pt x="5111149" y="3137097"/>
                </a:cubicBezTo>
                <a:close/>
                <a:moveTo>
                  <a:pt x="4222700" y="3136859"/>
                </a:moveTo>
                <a:lnTo>
                  <a:pt x="4192141" y="3155186"/>
                </a:lnTo>
                <a:lnTo>
                  <a:pt x="4171321" y="3170780"/>
                </a:lnTo>
                <a:lnTo>
                  <a:pt x="4176313" y="3173868"/>
                </a:lnTo>
                <a:lnTo>
                  <a:pt x="4209327" y="3194774"/>
                </a:lnTo>
                <a:lnTo>
                  <a:pt x="4254163" y="3163061"/>
                </a:lnTo>
                <a:lnTo>
                  <a:pt x="4259305" y="3160137"/>
                </a:lnTo>
                <a:close/>
                <a:moveTo>
                  <a:pt x="3141950" y="3133823"/>
                </a:moveTo>
                <a:lnTo>
                  <a:pt x="3129873" y="3162464"/>
                </a:lnTo>
                <a:lnTo>
                  <a:pt x="3128056" y="3171563"/>
                </a:lnTo>
                <a:lnTo>
                  <a:pt x="3259279" y="3225231"/>
                </a:lnTo>
                <a:cubicBezTo>
                  <a:pt x="3338244" y="3262364"/>
                  <a:pt x="3415820" y="3305316"/>
                  <a:pt x="3490860" y="3346881"/>
                </a:cubicBezTo>
                <a:cubicBezTo>
                  <a:pt x="3564873" y="3387872"/>
                  <a:pt x="3636830" y="3427721"/>
                  <a:pt x="3709301" y="3462118"/>
                </a:cubicBezTo>
                <a:lnTo>
                  <a:pt x="3733779" y="3472625"/>
                </a:lnTo>
                <a:lnTo>
                  <a:pt x="3770759" y="3435749"/>
                </a:lnTo>
                <a:lnTo>
                  <a:pt x="3771050" y="3435460"/>
                </a:lnTo>
                <a:lnTo>
                  <a:pt x="3583038" y="3334468"/>
                </a:lnTo>
                <a:cubicBezTo>
                  <a:pt x="3499082" y="3287377"/>
                  <a:pt x="3412296" y="3238685"/>
                  <a:pt x="3323374" y="3198268"/>
                </a:cubicBezTo>
                <a:cubicBezTo>
                  <a:pt x="3278306" y="3177827"/>
                  <a:pt x="3232232" y="3160047"/>
                  <a:pt x="3186392" y="3145276"/>
                </a:cubicBezTo>
                <a:close/>
                <a:moveTo>
                  <a:pt x="1872527" y="3131101"/>
                </a:moveTo>
                <a:lnTo>
                  <a:pt x="1903815" y="3151306"/>
                </a:lnTo>
                <a:lnTo>
                  <a:pt x="1923825" y="3149982"/>
                </a:lnTo>
                <a:lnTo>
                  <a:pt x="1891863" y="3133986"/>
                </a:lnTo>
                <a:close/>
                <a:moveTo>
                  <a:pt x="2911457" y="3130821"/>
                </a:moveTo>
                <a:lnTo>
                  <a:pt x="2893115" y="3157329"/>
                </a:lnTo>
                <a:lnTo>
                  <a:pt x="2923021" y="3164282"/>
                </a:lnTo>
                <a:lnTo>
                  <a:pt x="2930724" y="3166807"/>
                </a:lnTo>
                <a:lnTo>
                  <a:pt x="2932664" y="3161249"/>
                </a:lnTo>
                <a:lnTo>
                  <a:pt x="2946999" y="3137469"/>
                </a:lnTo>
                <a:close/>
                <a:moveTo>
                  <a:pt x="4343456" y="3129431"/>
                </a:moveTo>
                <a:lnTo>
                  <a:pt x="4287978" y="3161048"/>
                </a:lnTo>
                <a:lnTo>
                  <a:pt x="4323066" y="3184061"/>
                </a:lnTo>
                <a:lnTo>
                  <a:pt x="4323620" y="3183692"/>
                </a:lnTo>
                <a:lnTo>
                  <a:pt x="4379269" y="3153784"/>
                </a:lnTo>
                <a:lnTo>
                  <a:pt x="4366303" y="3144958"/>
                </a:lnTo>
                <a:close/>
                <a:moveTo>
                  <a:pt x="1813001" y="3127197"/>
                </a:moveTo>
                <a:lnTo>
                  <a:pt x="1849779" y="3155783"/>
                </a:lnTo>
                <a:lnTo>
                  <a:pt x="1870046" y="3153540"/>
                </a:lnTo>
                <a:lnTo>
                  <a:pt x="1879587" y="3152909"/>
                </a:lnTo>
                <a:lnTo>
                  <a:pt x="1838329" y="3128250"/>
                </a:lnTo>
                <a:close/>
                <a:moveTo>
                  <a:pt x="1787023" y="3126512"/>
                </a:moveTo>
                <a:lnTo>
                  <a:pt x="1757539" y="3127169"/>
                </a:lnTo>
                <a:lnTo>
                  <a:pt x="1798126" y="3161592"/>
                </a:lnTo>
                <a:lnTo>
                  <a:pt x="1801162" y="3161162"/>
                </a:lnTo>
                <a:lnTo>
                  <a:pt x="1832215" y="3157726"/>
                </a:lnTo>
                <a:close/>
                <a:moveTo>
                  <a:pt x="2735228" y="3126098"/>
                </a:moveTo>
                <a:lnTo>
                  <a:pt x="2722866" y="3128118"/>
                </a:lnTo>
                <a:lnTo>
                  <a:pt x="2714869" y="3131731"/>
                </a:lnTo>
                <a:lnTo>
                  <a:pt x="2728255" y="3132277"/>
                </a:lnTo>
                <a:close/>
                <a:moveTo>
                  <a:pt x="2860596" y="3125293"/>
                </a:moveTo>
                <a:lnTo>
                  <a:pt x="2844089" y="3145930"/>
                </a:lnTo>
                <a:lnTo>
                  <a:pt x="2877561" y="3153713"/>
                </a:lnTo>
                <a:lnTo>
                  <a:pt x="2895173" y="3128348"/>
                </a:lnTo>
                <a:close/>
                <a:moveTo>
                  <a:pt x="2790062" y="3122711"/>
                </a:moveTo>
                <a:lnTo>
                  <a:pt x="2767288" y="3123300"/>
                </a:lnTo>
                <a:lnTo>
                  <a:pt x="2749798" y="3133155"/>
                </a:lnTo>
                <a:lnTo>
                  <a:pt x="2760964" y="3133610"/>
                </a:lnTo>
                <a:lnTo>
                  <a:pt x="2777547" y="3135992"/>
                </a:lnTo>
                <a:close/>
                <a:moveTo>
                  <a:pt x="2822032" y="3121884"/>
                </a:moveTo>
                <a:lnTo>
                  <a:pt x="2811488" y="3122157"/>
                </a:lnTo>
                <a:lnTo>
                  <a:pt x="2809626" y="3123414"/>
                </a:lnTo>
                <a:lnTo>
                  <a:pt x="2795404" y="3138556"/>
                </a:lnTo>
                <a:lnTo>
                  <a:pt x="2827326" y="3143141"/>
                </a:lnTo>
                <a:lnTo>
                  <a:pt x="2842906" y="3123729"/>
                </a:lnTo>
                <a:close/>
                <a:moveTo>
                  <a:pt x="3089269" y="3120248"/>
                </a:moveTo>
                <a:lnTo>
                  <a:pt x="3072941" y="3154830"/>
                </a:lnTo>
                <a:lnTo>
                  <a:pt x="3113923" y="3166804"/>
                </a:lnTo>
                <a:lnTo>
                  <a:pt x="3115811" y="3157439"/>
                </a:lnTo>
                <a:lnTo>
                  <a:pt x="3127392" y="3130072"/>
                </a:lnTo>
                <a:close/>
                <a:moveTo>
                  <a:pt x="3037603" y="3108458"/>
                </a:moveTo>
                <a:lnTo>
                  <a:pt x="3020884" y="3139622"/>
                </a:lnTo>
                <a:lnTo>
                  <a:pt x="3058404" y="3150583"/>
                </a:lnTo>
                <a:lnTo>
                  <a:pt x="3074578" y="3116462"/>
                </a:lnTo>
                <a:lnTo>
                  <a:pt x="3050814" y="3110338"/>
                </a:lnTo>
                <a:close/>
                <a:moveTo>
                  <a:pt x="1837160" y="3108263"/>
                </a:moveTo>
                <a:lnTo>
                  <a:pt x="1845465" y="3113626"/>
                </a:lnTo>
                <a:lnTo>
                  <a:pt x="1851697" y="3113883"/>
                </a:lnTo>
                <a:lnTo>
                  <a:pt x="1843775" y="3109917"/>
                </a:lnTo>
                <a:close/>
                <a:moveTo>
                  <a:pt x="5061862" y="3107363"/>
                </a:moveTo>
                <a:cubicBezTo>
                  <a:pt x="4952965" y="3101965"/>
                  <a:pt x="4841852" y="3108322"/>
                  <a:pt x="4732215" y="3134680"/>
                </a:cubicBezTo>
                <a:cubicBezTo>
                  <a:pt x="4670236" y="3149576"/>
                  <a:pt x="4611117" y="3170883"/>
                  <a:pt x="4554187" y="3196700"/>
                </a:cubicBezTo>
                <a:lnTo>
                  <a:pt x="4507375" y="3221992"/>
                </a:lnTo>
                <a:lnTo>
                  <a:pt x="4543031" y="3244809"/>
                </a:lnTo>
                <a:lnTo>
                  <a:pt x="4617677" y="3207402"/>
                </a:lnTo>
                <a:cubicBezTo>
                  <a:pt x="4673782" y="3183689"/>
                  <a:pt x="4731938" y="3164022"/>
                  <a:pt x="4792760" y="3150110"/>
                </a:cubicBezTo>
                <a:cubicBezTo>
                  <a:pt x="4933791" y="3117849"/>
                  <a:pt x="5076503" y="3116081"/>
                  <a:pt x="5215806" y="3128708"/>
                </a:cubicBezTo>
                <a:lnTo>
                  <a:pt x="5378397" y="3150616"/>
                </a:lnTo>
                <a:lnTo>
                  <a:pt x="5378214" y="3150574"/>
                </a:lnTo>
                <a:cubicBezTo>
                  <a:pt x="5277440" y="3129914"/>
                  <a:pt x="5170758" y="3112761"/>
                  <a:pt x="5061862" y="3107363"/>
                </a:cubicBezTo>
                <a:close/>
                <a:moveTo>
                  <a:pt x="4171069" y="3104026"/>
                </a:moveTo>
                <a:lnTo>
                  <a:pt x="4122932" y="3134303"/>
                </a:lnTo>
                <a:lnTo>
                  <a:pt x="4118285" y="3137971"/>
                </a:lnTo>
                <a:lnTo>
                  <a:pt x="4157720" y="3162366"/>
                </a:lnTo>
                <a:lnTo>
                  <a:pt x="4184534" y="3142311"/>
                </a:lnTo>
                <a:lnTo>
                  <a:pt x="4208612" y="3127900"/>
                </a:lnTo>
                <a:close/>
                <a:moveTo>
                  <a:pt x="2815680" y="3101551"/>
                </a:moveTo>
                <a:lnTo>
                  <a:pt x="2810246" y="3102049"/>
                </a:lnTo>
                <a:lnTo>
                  <a:pt x="2800907" y="3104356"/>
                </a:lnTo>
                <a:lnTo>
                  <a:pt x="2795208" y="3107568"/>
                </a:lnTo>
                <a:lnTo>
                  <a:pt x="2805831" y="3108214"/>
                </a:lnTo>
                <a:close/>
                <a:moveTo>
                  <a:pt x="2986164" y="3101137"/>
                </a:moveTo>
                <a:lnTo>
                  <a:pt x="2970643" y="3126772"/>
                </a:lnTo>
                <a:lnTo>
                  <a:pt x="2988011" y="3130018"/>
                </a:lnTo>
                <a:lnTo>
                  <a:pt x="3006541" y="3135431"/>
                </a:lnTo>
                <a:lnTo>
                  <a:pt x="3022116" y="3106254"/>
                </a:lnTo>
                <a:close/>
                <a:moveTo>
                  <a:pt x="2937314" y="3097147"/>
                </a:moveTo>
                <a:lnTo>
                  <a:pt x="2930527" y="3103260"/>
                </a:lnTo>
                <a:lnTo>
                  <a:pt x="2920716" y="3117440"/>
                </a:lnTo>
                <a:lnTo>
                  <a:pt x="2955190" y="3123883"/>
                </a:lnTo>
                <a:lnTo>
                  <a:pt x="2970266" y="3098874"/>
                </a:lnTo>
                <a:lnTo>
                  <a:pt x="2964884" y="3098108"/>
                </a:lnTo>
                <a:close/>
                <a:moveTo>
                  <a:pt x="2867304" y="3096814"/>
                </a:moveTo>
                <a:lnTo>
                  <a:pt x="2846151" y="3098755"/>
                </a:lnTo>
                <a:lnTo>
                  <a:pt x="2829965" y="3109683"/>
                </a:lnTo>
                <a:lnTo>
                  <a:pt x="2853053" y="3111087"/>
                </a:lnTo>
                <a:lnTo>
                  <a:pt x="2859678" y="3102832"/>
                </a:lnTo>
                <a:close/>
                <a:moveTo>
                  <a:pt x="2892680" y="3095592"/>
                </a:moveTo>
                <a:lnTo>
                  <a:pt x="2871578" y="3112215"/>
                </a:lnTo>
                <a:lnTo>
                  <a:pt x="2902979" y="3114125"/>
                </a:lnTo>
                <a:lnTo>
                  <a:pt x="2904812" y="3114468"/>
                </a:lnTo>
                <a:lnTo>
                  <a:pt x="2917322" y="3096451"/>
                </a:lnTo>
                <a:close/>
                <a:moveTo>
                  <a:pt x="4292656" y="3094905"/>
                </a:moveTo>
                <a:lnTo>
                  <a:pt x="4236925" y="3128328"/>
                </a:lnTo>
                <a:lnTo>
                  <a:pt x="4273899" y="3151836"/>
                </a:lnTo>
                <a:lnTo>
                  <a:pt x="4329713" y="3120090"/>
                </a:lnTo>
                <a:close/>
                <a:moveTo>
                  <a:pt x="1765888" y="3092028"/>
                </a:moveTo>
                <a:lnTo>
                  <a:pt x="1775972" y="3098415"/>
                </a:lnTo>
                <a:lnTo>
                  <a:pt x="1792824" y="3111514"/>
                </a:lnTo>
                <a:lnTo>
                  <a:pt x="1793640" y="3111496"/>
                </a:lnTo>
                <a:lnTo>
                  <a:pt x="1811528" y="3112231"/>
                </a:lnTo>
                <a:lnTo>
                  <a:pt x="1781667" y="3094384"/>
                </a:lnTo>
                <a:lnTo>
                  <a:pt x="1775999" y="3092967"/>
                </a:lnTo>
                <a:close/>
                <a:moveTo>
                  <a:pt x="1709979" y="3086835"/>
                </a:moveTo>
                <a:lnTo>
                  <a:pt x="1740486" y="3112708"/>
                </a:lnTo>
                <a:lnTo>
                  <a:pt x="1766189" y="3112122"/>
                </a:lnTo>
                <a:lnTo>
                  <a:pt x="1732624" y="3088938"/>
                </a:lnTo>
                <a:close/>
                <a:moveTo>
                  <a:pt x="3161990" y="3086299"/>
                </a:moveTo>
                <a:lnTo>
                  <a:pt x="3147769" y="3120024"/>
                </a:lnTo>
                <a:lnTo>
                  <a:pt x="3190784" y="3131100"/>
                </a:lnTo>
                <a:cubicBezTo>
                  <a:pt x="3237224" y="3146056"/>
                  <a:pt x="3283886" y="3164059"/>
                  <a:pt x="3329514" y="3184761"/>
                </a:cubicBezTo>
                <a:cubicBezTo>
                  <a:pt x="3419023" y="3225444"/>
                  <a:pt x="3506103" y="3274296"/>
                  <a:pt x="3590299" y="3321547"/>
                </a:cubicBezTo>
                <a:lnTo>
                  <a:pt x="3782021" y="3424544"/>
                </a:lnTo>
                <a:lnTo>
                  <a:pt x="3821150" y="3385613"/>
                </a:lnTo>
                <a:lnTo>
                  <a:pt x="3681223" y="3308867"/>
                </a:lnTo>
                <a:cubicBezTo>
                  <a:pt x="3588591" y="3256037"/>
                  <a:pt x="3492835" y="3201445"/>
                  <a:pt x="3393716" y="3157879"/>
                </a:cubicBezTo>
                <a:cubicBezTo>
                  <a:pt x="3348058" y="3137857"/>
                  <a:pt x="3301291" y="3120824"/>
                  <a:pt x="3254679" y="3107092"/>
                </a:cubicBezTo>
                <a:close/>
                <a:moveTo>
                  <a:pt x="4987655" y="3077071"/>
                </a:moveTo>
                <a:cubicBezTo>
                  <a:pt x="4880438" y="3071393"/>
                  <a:pt x="4773502" y="3078317"/>
                  <a:pt x="4668440" y="3104755"/>
                </a:cubicBezTo>
                <a:cubicBezTo>
                  <a:pt x="4604652" y="3120800"/>
                  <a:pt x="4544040" y="3143931"/>
                  <a:pt x="4485846" y="3172049"/>
                </a:cubicBezTo>
                <a:lnTo>
                  <a:pt x="4456958" y="3188756"/>
                </a:lnTo>
                <a:lnTo>
                  <a:pt x="4480712" y="3204929"/>
                </a:lnTo>
                <a:lnTo>
                  <a:pt x="4493121" y="3212870"/>
                </a:lnTo>
                <a:lnTo>
                  <a:pt x="4548699" y="3182883"/>
                </a:lnTo>
                <a:cubicBezTo>
                  <a:pt x="4606210" y="3156846"/>
                  <a:pt x="4666008" y="3135329"/>
                  <a:pt x="4728797" y="3120238"/>
                </a:cubicBezTo>
                <a:cubicBezTo>
                  <a:pt x="4876702" y="3084707"/>
                  <a:pt x="5030080" y="3085795"/>
                  <a:pt x="5175479" y="3102653"/>
                </a:cubicBezTo>
                <a:lnTo>
                  <a:pt x="5290175" y="3121461"/>
                </a:lnTo>
                <a:lnTo>
                  <a:pt x="5148491" y="3094175"/>
                </a:lnTo>
                <a:cubicBezTo>
                  <a:pt x="5094942" y="3085899"/>
                  <a:pt x="5041263" y="3079909"/>
                  <a:pt x="4987655" y="3077071"/>
                </a:cubicBezTo>
                <a:close/>
                <a:moveTo>
                  <a:pt x="2892347" y="3077050"/>
                </a:moveTo>
                <a:lnTo>
                  <a:pt x="2883487" y="3078428"/>
                </a:lnTo>
                <a:lnTo>
                  <a:pt x="2872503" y="3082927"/>
                </a:lnTo>
                <a:lnTo>
                  <a:pt x="2884836" y="3082978"/>
                </a:lnTo>
                <a:close/>
                <a:moveTo>
                  <a:pt x="3110399" y="3075496"/>
                </a:moveTo>
                <a:lnTo>
                  <a:pt x="3095704" y="3106618"/>
                </a:lnTo>
                <a:lnTo>
                  <a:pt x="3133229" y="3116280"/>
                </a:lnTo>
                <a:lnTo>
                  <a:pt x="3147310" y="3083006"/>
                </a:lnTo>
                <a:lnTo>
                  <a:pt x="3116565" y="3076109"/>
                </a:lnTo>
                <a:close/>
                <a:moveTo>
                  <a:pt x="3062174" y="3070704"/>
                </a:moveTo>
                <a:lnTo>
                  <a:pt x="3051190" y="3083131"/>
                </a:lnTo>
                <a:lnTo>
                  <a:pt x="3045071" y="3094538"/>
                </a:lnTo>
                <a:lnTo>
                  <a:pt x="3053376" y="3095720"/>
                </a:lnTo>
                <a:lnTo>
                  <a:pt x="3081034" y="3102841"/>
                </a:lnTo>
                <a:lnTo>
                  <a:pt x="3094734" y="3073940"/>
                </a:lnTo>
                <a:close/>
                <a:moveTo>
                  <a:pt x="2946809" y="3068729"/>
                </a:moveTo>
                <a:lnTo>
                  <a:pt x="2945738" y="3068747"/>
                </a:lnTo>
                <a:lnTo>
                  <a:pt x="2922091" y="3072424"/>
                </a:lnTo>
                <a:lnTo>
                  <a:pt x="2908567" y="3083078"/>
                </a:lnTo>
                <a:lnTo>
                  <a:pt x="2930803" y="3083171"/>
                </a:lnTo>
                <a:close/>
                <a:moveTo>
                  <a:pt x="2995077" y="3067936"/>
                </a:moveTo>
                <a:lnTo>
                  <a:pt x="2969275" y="3068360"/>
                </a:lnTo>
                <a:lnTo>
                  <a:pt x="2952729" y="3083263"/>
                </a:lnTo>
                <a:lnTo>
                  <a:pt x="2966219" y="3083319"/>
                </a:lnTo>
                <a:lnTo>
                  <a:pt x="2978583" y="3085078"/>
                </a:lnTo>
                <a:lnTo>
                  <a:pt x="2979193" y="3084066"/>
                </a:lnTo>
                <a:close/>
                <a:moveTo>
                  <a:pt x="3028739" y="3067382"/>
                </a:moveTo>
                <a:lnTo>
                  <a:pt x="3016251" y="3067588"/>
                </a:lnTo>
                <a:lnTo>
                  <a:pt x="2996487" y="3087626"/>
                </a:lnTo>
                <a:lnTo>
                  <a:pt x="3029548" y="3092330"/>
                </a:lnTo>
                <a:lnTo>
                  <a:pt x="3039017" y="3074589"/>
                </a:lnTo>
                <a:lnTo>
                  <a:pt x="3044038" y="3068902"/>
                </a:lnTo>
                <a:close/>
                <a:moveTo>
                  <a:pt x="1725294" y="3066315"/>
                </a:moveTo>
                <a:lnTo>
                  <a:pt x="1738268" y="3074533"/>
                </a:lnTo>
                <a:lnTo>
                  <a:pt x="1745764" y="3075227"/>
                </a:lnTo>
                <a:close/>
                <a:moveTo>
                  <a:pt x="4240758" y="3060191"/>
                </a:moveTo>
                <a:lnTo>
                  <a:pt x="4184959" y="3095289"/>
                </a:lnTo>
                <a:lnTo>
                  <a:pt x="4222850" y="3119380"/>
                </a:lnTo>
                <a:lnTo>
                  <a:pt x="4279119" y="3085705"/>
                </a:lnTo>
                <a:lnTo>
                  <a:pt x="4252409" y="3067551"/>
                </a:lnTo>
                <a:close/>
                <a:moveTo>
                  <a:pt x="2966200" y="3051232"/>
                </a:moveTo>
                <a:lnTo>
                  <a:pt x="2961290" y="3052300"/>
                </a:lnTo>
                <a:lnTo>
                  <a:pt x="2953122" y="3056294"/>
                </a:lnTo>
                <a:lnTo>
                  <a:pt x="2961027" y="3055899"/>
                </a:lnTo>
                <a:close/>
                <a:moveTo>
                  <a:pt x="1660122" y="3050374"/>
                </a:moveTo>
                <a:lnTo>
                  <a:pt x="1687408" y="3069823"/>
                </a:lnTo>
                <a:lnTo>
                  <a:pt x="1707666" y="3071699"/>
                </a:lnTo>
                <a:lnTo>
                  <a:pt x="1699610" y="3066135"/>
                </a:lnTo>
                <a:lnTo>
                  <a:pt x="1674069" y="3052780"/>
                </a:lnTo>
                <a:close/>
                <a:moveTo>
                  <a:pt x="4934578" y="3047601"/>
                </a:moveTo>
                <a:cubicBezTo>
                  <a:pt x="4824191" y="3040045"/>
                  <a:pt x="4713197" y="3046377"/>
                  <a:pt x="4604771" y="3074857"/>
                </a:cubicBezTo>
                <a:cubicBezTo>
                  <a:pt x="4555641" y="3087763"/>
                  <a:pt x="4508471" y="3105032"/>
                  <a:pt x="4462907" y="3125695"/>
                </a:cubicBezTo>
                <a:lnTo>
                  <a:pt x="4407866" y="3155331"/>
                </a:lnTo>
                <a:lnTo>
                  <a:pt x="4443362" y="3179499"/>
                </a:lnTo>
                <a:lnTo>
                  <a:pt x="4480028" y="3158322"/>
                </a:lnTo>
                <a:cubicBezTo>
                  <a:pt x="4538836" y="3129955"/>
                  <a:pt x="4600165" y="3106584"/>
                  <a:pt x="4664809" y="3090313"/>
                </a:cubicBezTo>
                <a:cubicBezTo>
                  <a:pt x="4806668" y="3054649"/>
                  <a:pt x="4951503" y="3053988"/>
                  <a:pt x="5095687" y="3071801"/>
                </a:cubicBezTo>
                <a:lnTo>
                  <a:pt x="5202085" y="3090827"/>
                </a:lnTo>
                <a:lnTo>
                  <a:pt x="5099307" y="3068319"/>
                </a:lnTo>
                <a:cubicBezTo>
                  <a:pt x="5044813" y="3058629"/>
                  <a:pt x="4989772" y="3051379"/>
                  <a:pt x="4934578" y="3047601"/>
                </a:cubicBezTo>
                <a:close/>
                <a:moveTo>
                  <a:pt x="3187162" y="3042677"/>
                </a:moveTo>
                <a:lnTo>
                  <a:pt x="3171745" y="3063164"/>
                </a:lnTo>
                <a:lnTo>
                  <a:pt x="3167864" y="3072368"/>
                </a:lnTo>
                <a:lnTo>
                  <a:pt x="3258775" y="3092739"/>
                </a:lnTo>
                <a:cubicBezTo>
                  <a:pt x="3306053" y="3106657"/>
                  <a:pt x="3353470" y="3123919"/>
                  <a:pt x="3399749" y="3144211"/>
                </a:cubicBezTo>
                <a:cubicBezTo>
                  <a:pt x="3499589" y="3188098"/>
                  <a:pt x="3595692" y="3242903"/>
                  <a:pt x="3688644" y="3295893"/>
                </a:cubicBezTo>
                <a:lnTo>
                  <a:pt x="3832154" y="3374664"/>
                </a:lnTo>
                <a:lnTo>
                  <a:pt x="3871586" y="3335431"/>
                </a:lnTo>
                <a:lnTo>
                  <a:pt x="3778768" y="3283265"/>
                </a:lnTo>
                <a:cubicBezTo>
                  <a:pt x="3677754" y="3224563"/>
                  <a:pt x="3573322" y="3163831"/>
                  <a:pt x="3464085" y="3117435"/>
                </a:cubicBezTo>
                <a:cubicBezTo>
                  <a:pt x="3417936" y="3097874"/>
                  <a:pt x="3370589" y="3081613"/>
                  <a:pt x="3323318" y="3068927"/>
                </a:cubicBezTo>
                <a:close/>
                <a:moveTo>
                  <a:pt x="3021286" y="3041320"/>
                </a:moveTo>
                <a:lnTo>
                  <a:pt x="3007601" y="3042230"/>
                </a:lnTo>
                <a:lnTo>
                  <a:pt x="3004847" y="3042829"/>
                </a:lnTo>
                <a:lnTo>
                  <a:pt x="2985342" y="3053888"/>
                </a:lnTo>
                <a:lnTo>
                  <a:pt x="2984403" y="3054734"/>
                </a:lnTo>
                <a:lnTo>
                  <a:pt x="3009300" y="3053492"/>
                </a:lnTo>
                <a:close/>
                <a:moveTo>
                  <a:pt x="3138740" y="3039254"/>
                </a:moveTo>
                <a:lnTo>
                  <a:pt x="3120642" y="3061786"/>
                </a:lnTo>
                <a:lnTo>
                  <a:pt x="3153203" y="3069082"/>
                </a:lnTo>
                <a:lnTo>
                  <a:pt x="3158825" y="3055796"/>
                </a:lnTo>
                <a:lnTo>
                  <a:pt x="3169868" y="3041097"/>
                </a:lnTo>
                <a:close/>
                <a:moveTo>
                  <a:pt x="3071324" y="3037992"/>
                </a:moveTo>
                <a:lnTo>
                  <a:pt x="3043624" y="3039834"/>
                </a:lnTo>
                <a:lnTo>
                  <a:pt x="3030995" y="3052639"/>
                </a:lnTo>
                <a:lnTo>
                  <a:pt x="3056187" y="3055139"/>
                </a:lnTo>
                <a:close/>
                <a:moveTo>
                  <a:pt x="3092622" y="3036575"/>
                </a:moveTo>
                <a:lnTo>
                  <a:pt x="3092324" y="3036595"/>
                </a:lnTo>
                <a:lnTo>
                  <a:pt x="3074340" y="3056941"/>
                </a:lnTo>
                <a:lnTo>
                  <a:pt x="3103211" y="3059806"/>
                </a:lnTo>
                <a:lnTo>
                  <a:pt x="3120565" y="3038179"/>
                </a:lnTo>
                <a:lnTo>
                  <a:pt x="3093476" y="3036575"/>
                </a:lnTo>
                <a:close/>
                <a:moveTo>
                  <a:pt x="3039987" y="3023947"/>
                </a:moveTo>
                <a:lnTo>
                  <a:pt x="3036389" y="3024945"/>
                </a:lnTo>
                <a:lnTo>
                  <a:pt x="3035243" y="3025595"/>
                </a:lnTo>
                <a:lnTo>
                  <a:pt x="3037688" y="3025431"/>
                </a:lnTo>
                <a:close/>
                <a:moveTo>
                  <a:pt x="4702341" y="3017181"/>
                </a:moveTo>
                <a:cubicBezTo>
                  <a:pt x="4647985" y="3021470"/>
                  <a:pt x="4594093" y="3030386"/>
                  <a:pt x="4540916" y="3044851"/>
                </a:cubicBezTo>
                <a:cubicBezTo>
                  <a:pt x="4490609" y="3058698"/>
                  <a:pt x="4442431" y="3077260"/>
                  <a:pt x="4395992" y="3099490"/>
                </a:cubicBezTo>
                <a:lnTo>
                  <a:pt x="4357793" y="3121260"/>
                </a:lnTo>
                <a:lnTo>
                  <a:pt x="4374712" y="3132758"/>
                </a:lnTo>
                <a:lnTo>
                  <a:pt x="4393981" y="3145878"/>
                </a:lnTo>
                <a:lnTo>
                  <a:pt x="4457248" y="3111876"/>
                </a:lnTo>
                <a:cubicBezTo>
                  <a:pt x="4503341" y="3091015"/>
                  <a:pt x="4551110" y="3073555"/>
                  <a:pt x="4600927" y="3060468"/>
                </a:cubicBezTo>
                <a:cubicBezTo>
                  <a:pt x="4747364" y="3021987"/>
                  <a:pt x="4898052" y="3023282"/>
                  <a:pt x="5045560" y="3044571"/>
                </a:cubicBezTo>
                <a:lnTo>
                  <a:pt x="5100324" y="3055742"/>
                </a:lnTo>
                <a:lnTo>
                  <a:pt x="5032028" y="3039608"/>
                </a:lnTo>
                <a:cubicBezTo>
                  <a:pt x="4921618" y="3018538"/>
                  <a:pt x="4811052" y="3008604"/>
                  <a:pt x="4702341" y="3017181"/>
                </a:cubicBezTo>
                <a:close/>
                <a:moveTo>
                  <a:pt x="3093365" y="3013023"/>
                </a:moveTo>
                <a:lnTo>
                  <a:pt x="3082343" y="3014284"/>
                </a:lnTo>
                <a:lnTo>
                  <a:pt x="3068211" y="3023377"/>
                </a:lnTo>
                <a:lnTo>
                  <a:pt x="3085237" y="3022231"/>
                </a:lnTo>
                <a:close/>
                <a:moveTo>
                  <a:pt x="3145537" y="3007056"/>
                </a:moveTo>
                <a:lnTo>
                  <a:pt x="3122330" y="3009710"/>
                </a:lnTo>
                <a:lnTo>
                  <a:pt x="3105179" y="3022052"/>
                </a:lnTo>
                <a:lnTo>
                  <a:pt x="3104868" y="3022404"/>
                </a:lnTo>
                <a:lnTo>
                  <a:pt x="3131938" y="3024003"/>
                </a:lnTo>
                <a:close/>
                <a:moveTo>
                  <a:pt x="3214092" y="3006887"/>
                </a:moveTo>
                <a:lnTo>
                  <a:pt x="3197056" y="3029527"/>
                </a:lnTo>
                <a:lnTo>
                  <a:pt x="3327039" y="3054559"/>
                </a:lnTo>
                <a:cubicBezTo>
                  <a:pt x="3375041" y="3067429"/>
                  <a:pt x="3423102" y="3083926"/>
                  <a:pt x="3469932" y="3103767"/>
                </a:cubicBezTo>
                <a:cubicBezTo>
                  <a:pt x="3580023" y="3150510"/>
                  <a:pt x="3684881" y="3211482"/>
                  <a:pt x="3786270" y="3270425"/>
                </a:cubicBezTo>
                <a:lnTo>
                  <a:pt x="3882527" y="3324545"/>
                </a:lnTo>
                <a:lnTo>
                  <a:pt x="3914590" y="3292644"/>
                </a:lnTo>
                <a:lnTo>
                  <a:pt x="3922950" y="3285086"/>
                </a:lnTo>
                <a:lnTo>
                  <a:pt x="3876045" y="3258012"/>
                </a:lnTo>
                <a:cubicBezTo>
                  <a:pt x="3766835" y="3193116"/>
                  <a:pt x="3653914" y="3126004"/>
                  <a:pt x="3534506" y="3077045"/>
                </a:cubicBezTo>
                <a:cubicBezTo>
                  <a:pt x="3440747" y="3038644"/>
                  <a:pt x="3341790" y="3014839"/>
                  <a:pt x="3248102" y="3007532"/>
                </a:cubicBezTo>
                <a:close/>
                <a:moveTo>
                  <a:pt x="3165551" y="3005966"/>
                </a:moveTo>
                <a:lnTo>
                  <a:pt x="3165352" y="3006124"/>
                </a:lnTo>
                <a:lnTo>
                  <a:pt x="3150127" y="3025078"/>
                </a:lnTo>
                <a:lnTo>
                  <a:pt x="3180551" y="3026876"/>
                </a:lnTo>
                <a:lnTo>
                  <a:pt x="3195829" y="3006540"/>
                </a:lnTo>
                <a:close/>
                <a:moveTo>
                  <a:pt x="3120117" y="2993065"/>
                </a:moveTo>
                <a:lnTo>
                  <a:pt x="3110829" y="2996186"/>
                </a:lnTo>
                <a:lnTo>
                  <a:pt x="3116732" y="2995508"/>
                </a:lnTo>
                <a:close/>
                <a:moveTo>
                  <a:pt x="3170647" y="2982996"/>
                </a:moveTo>
                <a:lnTo>
                  <a:pt x="3156244" y="2985307"/>
                </a:lnTo>
                <a:lnTo>
                  <a:pt x="3146885" y="2992041"/>
                </a:lnTo>
                <a:lnTo>
                  <a:pt x="3155888" y="2991006"/>
                </a:lnTo>
                <a:lnTo>
                  <a:pt x="3160477" y="2991088"/>
                </a:lnTo>
                <a:close/>
                <a:moveTo>
                  <a:pt x="4725568" y="2982754"/>
                </a:moveTo>
                <a:cubicBezTo>
                  <a:pt x="4642021" y="2982100"/>
                  <a:pt x="4558942" y="2991673"/>
                  <a:pt x="4477089" y="3014873"/>
                </a:cubicBezTo>
                <a:cubicBezTo>
                  <a:pt x="4425554" y="3029564"/>
                  <a:pt x="4376325" y="3049358"/>
                  <a:pt x="4328977" y="3073122"/>
                </a:cubicBezTo>
                <a:lnTo>
                  <a:pt x="4306654" y="3086509"/>
                </a:lnTo>
                <a:lnTo>
                  <a:pt x="4344061" y="3111929"/>
                </a:lnTo>
                <a:lnTo>
                  <a:pt x="4390112" y="3085737"/>
                </a:lnTo>
                <a:cubicBezTo>
                  <a:pt x="4437105" y="3063287"/>
                  <a:pt x="4485911" y="3044513"/>
                  <a:pt x="4536939" y="3030463"/>
                </a:cubicBezTo>
                <a:cubicBezTo>
                  <a:pt x="4680720" y="2991354"/>
                  <a:pt x="4829239" y="2992122"/>
                  <a:pt x="4977864" y="3015103"/>
                </a:cubicBezTo>
                <a:lnTo>
                  <a:pt x="5017715" y="3022659"/>
                </a:lnTo>
                <a:lnTo>
                  <a:pt x="4976850" y="3011999"/>
                </a:lnTo>
                <a:cubicBezTo>
                  <a:pt x="4893128" y="2994289"/>
                  <a:pt x="4809114" y="2983408"/>
                  <a:pt x="4725568" y="2982754"/>
                </a:cubicBezTo>
                <a:close/>
                <a:moveTo>
                  <a:pt x="3219391" y="2975176"/>
                </a:moveTo>
                <a:lnTo>
                  <a:pt x="3200528" y="2978202"/>
                </a:lnTo>
                <a:lnTo>
                  <a:pt x="3183773" y="2991502"/>
                </a:lnTo>
                <a:lnTo>
                  <a:pt x="3206818" y="2991911"/>
                </a:lnTo>
                <a:close/>
                <a:moveTo>
                  <a:pt x="3313744" y="2973190"/>
                </a:moveTo>
                <a:lnTo>
                  <a:pt x="3242841" y="2974577"/>
                </a:lnTo>
                <a:lnTo>
                  <a:pt x="3231221" y="2984122"/>
                </a:lnTo>
                <a:lnTo>
                  <a:pt x="3225116" y="2992236"/>
                </a:lnTo>
                <a:lnTo>
                  <a:pt x="3249046" y="2992662"/>
                </a:lnTo>
                <a:cubicBezTo>
                  <a:pt x="3344350" y="3000036"/>
                  <a:pt x="3444918" y="3024322"/>
                  <a:pt x="3540139" y="3063324"/>
                </a:cubicBezTo>
                <a:cubicBezTo>
                  <a:pt x="3660561" y="3112710"/>
                  <a:pt x="3773963" y="3180115"/>
                  <a:pt x="3883626" y="3245278"/>
                </a:cubicBezTo>
                <a:lnTo>
                  <a:pt x="3934500" y="3274644"/>
                </a:lnTo>
                <a:lnTo>
                  <a:pt x="3977423" y="3235839"/>
                </a:lnTo>
                <a:lnTo>
                  <a:pt x="3973136" y="3233292"/>
                </a:lnTo>
                <a:cubicBezTo>
                  <a:pt x="3855837" y="3161856"/>
                  <a:pt x="3734534" y="3088017"/>
                  <a:pt x="3604849" y="3036629"/>
                </a:cubicBezTo>
                <a:cubicBezTo>
                  <a:pt x="3509807" y="2999029"/>
                  <a:pt x="3409210" y="2977300"/>
                  <a:pt x="3313744" y="2973190"/>
                </a:cubicBezTo>
                <a:close/>
                <a:moveTo>
                  <a:pt x="3195920" y="2962887"/>
                </a:moveTo>
                <a:lnTo>
                  <a:pt x="3192157" y="2964572"/>
                </a:lnTo>
                <a:lnTo>
                  <a:pt x="3194219" y="2964240"/>
                </a:lnTo>
                <a:close/>
                <a:moveTo>
                  <a:pt x="4639610" y="2952534"/>
                </a:moveTo>
                <a:cubicBezTo>
                  <a:pt x="4563244" y="2953250"/>
                  <a:pt x="4487406" y="2963104"/>
                  <a:pt x="4413233" y="2984947"/>
                </a:cubicBezTo>
                <a:cubicBezTo>
                  <a:pt x="4360499" y="3000489"/>
                  <a:pt x="4310249" y="3021518"/>
                  <a:pt x="4262020" y="3046817"/>
                </a:cubicBezTo>
                <a:lnTo>
                  <a:pt x="4254664" y="3051444"/>
                </a:lnTo>
                <a:lnTo>
                  <a:pt x="4260176" y="3054925"/>
                </a:lnTo>
                <a:lnTo>
                  <a:pt x="4293131" y="3077319"/>
                </a:lnTo>
                <a:lnTo>
                  <a:pt x="4322881" y="3059515"/>
                </a:lnTo>
                <a:cubicBezTo>
                  <a:pt x="4370805" y="3035516"/>
                  <a:pt x="4420688" y="3015496"/>
                  <a:pt x="4472978" y="3000591"/>
                </a:cubicBezTo>
                <a:cubicBezTo>
                  <a:pt x="4583676" y="2969218"/>
                  <a:pt x="4696361" y="2962324"/>
                  <a:pt x="4809282" y="2971772"/>
                </a:cubicBezTo>
                <a:lnTo>
                  <a:pt x="4913546" y="2985245"/>
                </a:lnTo>
                <a:lnTo>
                  <a:pt x="4869154" y="2974944"/>
                </a:lnTo>
                <a:cubicBezTo>
                  <a:pt x="4792869" y="2960238"/>
                  <a:pt x="4715975" y="2951817"/>
                  <a:pt x="4639610" y="2952534"/>
                </a:cubicBezTo>
                <a:close/>
                <a:moveTo>
                  <a:pt x="3247254" y="2951899"/>
                </a:moveTo>
                <a:lnTo>
                  <a:pt x="3228898" y="2955683"/>
                </a:lnTo>
                <a:lnTo>
                  <a:pt x="3223275" y="2960146"/>
                </a:lnTo>
                <a:lnTo>
                  <a:pt x="3237594" y="2959867"/>
                </a:lnTo>
                <a:close/>
                <a:moveTo>
                  <a:pt x="3379740" y="2939036"/>
                </a:moveTo>
                <a:cubicBezTo>
                  <a:pt x="3347268" y="2938702"/>
                  <a:pt x="3315319" y="2940427"/>
                  <a:pt x="3284292" y="2944264"/>
                </a:cubicBezTo>
                <a:lnTo>
                  <a:pt x="3278217" y="2945517"/>
                </a:lnTo>
                <a:lnTo>
                  <a:pt x="3261312" y="2959404"/>
                </a:lnTo>
                <a:lnTo>
                  <a:pt x="3314216" y="2958371"/>
                </a:lnTo>
                <a:cubicBezTo>
                  <a:pt x="3411410" y="2962543"/>
                  <a:pt x="3513724" y="2984606"/>
                  <a:pt x="3610348" y="3022827"/>
                </a:cubicBezTo>
                <a:cubicBezTo>
                  <a:pt x="3741208" y="3074669"/>
                  <a:pt x="3863071" y="3148855"/>
                  <a:pt x="3980877" y="3220639"/>
                </a:cubicBezTo>
                <a:lnTo>
                  <a:pt x="3988939" y="3225429"/>
                </a:lnTo>
                <a:lnTo>
                  <a:pt x="4026967" y="3191049"/>
                </a:lnTo>
                <a:lnTo>
                  <a:pt x="4032686" y="3186543"/>
                </a:lnTo>
                <a:lnTo>
                  <a:pt x="3878501" y="3093520"/>
                </a:lnTo>
                <a:cubicBezTo>
                  <a:pt x="3812885" y="3056738"/>
                  <a:pt x="3745412" y="3023055"/>
                  <a:pt x="3675297" y="2996239"/>
                </a:cubicBezTo>
                <a:cubicBezTo>
                  <a:pt x="3579275" y="2959580"/>
                  <a:pt x="3477155" y="2940039"/>
                  <a:pt x="3379740" y="2939036"/>
                </a:cubicBezTo>
                <a:close/>
                <a:moveTo>
                  <a:pt x="3444710" y="2904797"/>
                </a:moveTo>
                <a:cubicBezTo>
                  <a:pt x="3411609" y="2905465"/>
                  <a:pt x="3379201" y="2908305"/>
                  <a:pt x="3348067" y="2913377"/>
                </a:cubicBezTo>
                <a:lnTo>
                  <a:pt x="3304029" y="2924313"/>
                </a:lnTo>
                <a:lnTo>
                  <a:pt x="3298841" y="2928575"/>
                </a:lnTo>
                <a:lnTo>
                  <a:pt x="3379661" y="2924148"/>
                </a:lnTo>
                <a:cubicBezTo>
                  <a:pt x="3478901" y="2925155"/>
                  <a:pt x="3582852" y="2945011"/>
                  <a:pt x="3680556" y="2982331"/>
                </a:cubicBezTo>
                <a:cubicBezTo>
                  <a:pt x="3751339" y="3009400"/>
                  <a:pt x="3819305" y="3043310"/>
                  <a:pt x="3885322" y="3080303"/>
                </a:cubicBezTo>
                <a:lnTo>
                  <a:pt x="4045152" y="3176720"/>
                </a:lnTo>
                <a:lnTo>
                  <a:pt x="4092401" y="3139489"/>
                </a:lnTo>
                <a:lnTo>
                  <a:pt x="3963509" y="3059747"/>
                </a:lnTo>
                <a:cubicBezTo>
                  <a:pt x="3893425" y="3019797"/>
                  <a:pt x="3821147" y="2983625"/>
                  <a:pt x="3745613" y="2955742"/>
                </a:cubicBezTo>
                <a:cubicBezTo>
                  <a:pt x="3649550" y="2920324"/>
                  <a:pt x="3544013" y="2902790"/>
                  <a:pt x="3444710" y="2904797"/>
                </a:cubicBezTo>
                <a:close/>
                <a:moveTo>
                  <a:pt x="3586973" y="2870454"/>
                </a:moveTo>
                <a:cubicBezTo>
                  <a:pt x="3561193" y="2869200"/>
                  <a:pt x="3535553" y="2869211"/>
                  <a:pt x="3510300" y="2870508"/>
                </a:cubicBezTo>
                <a:cubicBezTo>
                  <a:pt x="3476630" y="2872237"/>
                  <a:pt x="3443650" y="2876251"/>
                  <a:pt x="3411949" y="2882598"/>
                </a:cubicBezTo>
                <a:lnTo>
                  <a:pt x="3361167" y="2897289"/>
                </a:lnTo>
                <a:lnTo>
                  <a:pt x="3444205" y="2889900"/>
                </a:lnTo>
                <a:cubicBezTo>
                  <a:pt x="3545431" y="2887836"/>
                  <a:pt x="3652941" y="2905696"/>
                  <a:pt x="3750765" y="2941754"/>
                </a:cubicBezTo>
                <a:cubicBezTo>
                  <a:pt x="3827060" y="2969904"/>
                  <a:pt x="3899898" y="3006323"/>
                  <a:pt x="3970437" y="3046509"/>
                </a:cubicBezTo>
                <a:lnTo>
                  <a:pt x="4104864" y="3129668"/>
                </a:lnTo>
                <a:lnTo>
                  <a:pt x="4115163" y="3121553"/>
                </a:lnTo>
                <a:lnTo>
                  <a:pt x="4157171" y="3095188"/>
                </a:lnTo>
                <a:lnTo>
                  <a:pt x="4049124" y="3026478"/>
                </a:lnTo>
                <a:cubicBezTo>
                  <a:pt x="3974444" y="2983099"/>
                  <a:pt x="3897201" y="2944277"/>
                  <a:pt x="3816034" y="2915379"/>
                </a:cubicBezTo>
                <a:cubicBezTo>
                  <a:pt x="3742906" y="2889372"/>
                  <a:pt x="3664313" y="2874217"/>
                  <a:pt x="3586973" y="2870454"/>
                </a:cubicBezTo>
                <a:close/>
                <a:moveTo>
                  <a:pt x="3664698" y="2834429"/>
                </a:moveTo>
                <a:cubicBezTo>
                  <a:pt x="3639149" y="2833509"/>
                  <a:pt x="3613532" y="2833846"/>
                  <a:pt x="3588084" y="2835502"/>
                </a:cubicBezTo>
                <a:cubicBezTo>
                  <a:pt x="3554153" y="2837710"/>
                  <a:pt x="3520523" y="2842264"/>
                  <a:pt x="3487753" y="2849312"/>
                </a:cubicBezTo>
                <a:lnTo>
                  <a:pt x="3437514" y="2864505"/>
                </a:lnTo>
                <a:lnTo>
                  <a:pt x="3509281" y="2855664"/>
                </a:lnTo>
                <a:cubicBezTo>
                  <a:pt x="3612299" y="2850357"/>
                  <a:pt x="3721601" y="2866053"/>
                  <a:pt x="3820946" y="2901391"/>
                </a:cubicBezTo>
                <a:cubicBezTo>
                  <a:pt x="3902981" y="2930582"/>
                  <a:pt x="3980851" y="2969677"/>
                  <a:pt x="4056035" y="3013321"/>
                </a:cubicBezTo>
                <a:lnTo>
                  <a:pt x="4171075" y="3086461"/>
                </a:lnTo>
                <a:lnTo>
                  <a:pt x="4226890" y="3051430"/>
                </a:lnTo>
                <a:lnTo>
                  <a:pt x="4135316" y="2993580"/>
                </a:lnTo>
                <a:cubicBezTo>
                  <a:pt x="4055905" y="2946466"/>
                  <a:pt x="3973510" y="2904808"/>
                  <a:pt x="3886430" y="2874936"/>
                </a:cubicBezTo>
                <a:cubicBezTo>
                  <a:pt x="3817387" y="2851256"/>
                  <a:pt x="3741347" y="2837188"/>
                  <a:pt x="3664698" y="2834429"/>
                </a:cubicBezTo>
                <a:close/>
                <a:moveTo>
                  <a:pt x="3638122" y="2819177"/>
                </a:moveTo>
                <a:cubicBezTo>
                  <a:pt x="3725393" y="2819279"/>
                  <a:pt x="3812751" y="2833984"/>
                  <a:pt x="3891235" y="2860921"/>
                </a:cubicBezTo>
                <a:cubicBezTo>
                  <a:pt x="3979276" y="2891127"/>
                  <a:pt x="4062365" y="2933098"/>
                  <a:pt x="4142333" y="2980512"/>
                </a:cubicBezTo>
                <a:lnTo>
                  <a:pt x="4240808" y="3042695"/>
                </a:lnTo>
                <a:lnTo>
                  <a:pt x="4255810" y="3033280"/>
                </a:lnTo>
                <a:cubicBezTo>
                  <a:pt x="4304632" y="3007729"/>
                  <a:pt x="4355557" y="2986459"/>
                  <a:pt x="4409068" y="2970692"/>
                </a:cubicBezTo>
                <a:cubicBezTo>
                  <a:pt x="4634870" y="2904161"/>
                  <a:pt x="4874922" y="2946782"/>
                  <a:pt x="5098782" y="3020632"/>
                </a:cubicBezTo>
                <a:lnTo>
                  <a:pt x="5230135" y="3069813"/>
                </a:lnTo>
                <a:lnTo>
                  <a:pt x="5343953" y="3109260"/>
                </a:lnTo>
                <a:lnTo>
                  <a:pt x="5419429" y="3133026"/>
                </a:lnTo>
                <a:lnTo>
                  <a:pt x="5432674" y="3137605"/>
                </a:lnTo>
                <a:lnTo>
                  <a:pt x="5471111" y="3148642"/>
                </a:lnTo>
                <a:lnTo>
                  <a:pt x="5484673" y="3152860"/>
                </a:lnTo>
                <a:lnTo>
                  <a:pt x="5518975" y="3163188"/>
                </a:lnTo>
                <a:lnTo>
                  <a:pt x="5522660" y="3164125"/>
                </a:lnTo>
                <a:lnTo>
                  <a:pt x="5618163" y="3189362"/>
                </a:lnTo>
                <a:lnTo>
                  <a:pt x="5725813" y="3213099"/>
                </a:lnTo>
                <a:lnTo>
                  <a:pt x="5806353" y="3227548"/>
                </a:lnTo>
                <a:lnTo>
                  <a:pt x="5872039" y="3235409"/>
                </a:lnTo>
                <a:lnTo>
                  <a:pt x="5872039" y="3305703"/>
                </a:lnTo>
                <a:lnTo>
                  <a:pt x="5870254" y="3305763"/>
                </a:lnTo>
                <a:lnTo>
                  <a:pt x="5872039" y="3306239"/>
                </a:lnTo>
                <a:lnTo>
                  <a:pt x="5872039" y="3329320"/>
                </a:lnTo>
                <a:lnTo>
                  <a:pt x="5836762" y="3332422"/>
                </a:lnTo>
                <a:cubicBezTo>
                  <a:pt x="5784232" y="3335736"/>
                  <a:pt x="5729814" y="3338219"/>
                  <a:pt x="5673834" y="3340768"/>
                </a:cubicBezTo>
                <a:cubicBezTo>
                  <a:pt x="5534298" y="3347148"/>
                  <a:pt x="5390011" y="3353715"/>
                  <a:pt x="5242600" y="3374243"/>
                </a:cubicBezTo>
                <a:cubicBezTo>
                  <a:pt x="5170616" y="3384268"/>
                  <a:pt x="5100214" y="3398557"/>
                  <a:pt x="5031167" y="3414824"/>
                </a:cubicBezTo>
                <a:lnTo>
                  <a:pt x="4928866" y="3441218"/>
                </a:lnTo>
                <a:lnTo>
                  <a:pt x="4957890" y="3452993"/>
                </a:lnTo>
                <a:lnTo>
                  <a:pt x="5116132" y="3419999"/>
                </a:lnTo>
                <a:cubicBezTo>
                  <a:pt x="5177944" y="3408073"/>
                  <a:pt x="5240745" y="3397388"/>
                  <a:pt x="5304506" y="3389406"/>
                </a:cubicBezTo>
                <a:cubicBezTo>
                  <a:pt x="5423700" y="3374510"/>
                  <a:pt x="5540838" y="3366448"/>
                  <a:pt x="5654133" y="3358680"/>
                </a:cubicBezTo>
                <a:cubicBezTo>
                  <a:pt x="5723127" y="3353942"/>
                  <a:pt x="5790206" y="3349344"/>
                  <a:pt x="5854481" y="3343391"/>
                </a:cubicBezTo>
                <a:lnTo>
                  <a:pt x="5872039" y="3341151"/>
                </a:lnTo>
                <a:lnTo>
                  <a:pt x="5872039" y="3356154"/>
                </a:lnTo>
                <a:lnTo>
                  <a:pt x="5856076" y="3358193"/>
                </a:lnTo>
                <a:cubicBezTo>
                  <a:pt x="5791560" y="3364180"/>
                  <a:pt x="5724288" y="3368798"/>
                  <a:pt x="5655094" y="3373549"/>
                </a:cubicBezTo>
                <a:cubicBezTo>
                  <a:pt x="5542013" y="3381291"/>
                  <a:pt x="5425061" y="3389326"/>
                  <a:pt x="5306295" y="3404195"/>
                </a:cubicBezTo>
                <a:cubicBezTo>
                  <a:pt x="5242867" y="3412124"/>
                  <a:pt x="5180313" y="3422769"/>
                  <a:pt x="5118704" y="3434658"/>
                </a:cubicBezTo>
                <a:lnTo>
                  <a:pt x="4983860" y="3462773"/>
                </a:lnTo>
                <a:lnTo>
                  <a:pt x="5012068" y="3472259"/>
                </a:lnTo>
                <a:lnTo>
                  <a:pt x="5057549" y="3465193"/>
                </a:lnTo>
                <a:cubicBezTo>
                  <a:pt x="5158431" y="3448402"/>
                  <a:pt x="5262729" y="3431050"/>
                  <a:pt x="5368442" y="3419358"/>
                </a:cubicBezTo>
                <a:cubicBezTo>
                  <a:pt x="5453119" y="3409988"/>
                  <a:pt x="5537129" y="3402887"/>
                  <a:pt x="5618389" y="3396026"/>
                </a:cubicBezTo>
                <a:cubicBezTo>
                  <a:pt x="5682538" y="3390600"/>
                  <a:pt x="5745350" y="3385287"/>
                  <a:pt x="5806108" y="3379067"/>
                </a:cubicBezTo>
                <a:lnTo>
                  <a:pt x="5872039" y="3370648"/>
                </a:lnTo>
                <a:lnTo>
                  <a:pt x="5872039" y="3385643"/>
                </a:lnTo>
                <a:lnTo>
                  <a:pt x="5807963" y="3393834"/>
                </a:lnTo>
                <a:cubicBezTo>
                  <a:pt x="5746978" y="3400080"/>
                  <a:pt x="5683966" y="3405407"/>
                  <a:pt x="5619617" y="3410842"/>
                </a:cubicBezTo>
                <a:cubicBezTo>
                  <a:pt x="5538463" y="3417703"/>
                  <a:pt x="5454560" y="3424804"/>
                  <a:pt x="5370070" y="3434147"/>
                </a:cubicBezTo>
                <a:cubicBezTo>
                  <a:pt x="5264757" y="3445786"/>
                  <a:pt x="5160646" y="3463111"/>
                  <a:pt x="5059979" y="3479876"/>
                </a:cubicBezTo>
                <a:lnTo>
                  <a:pt x="5042700" y="3482559"/>
                </a:lnTo>
                <a:lnTo>
                  <a:pt x="5065820" y="3490334"/>
                </a:lnTo>
                <a:lnTo>
                  <a:pt x="5204052" y="3475044"/>
                </a:lnTo>
                <a:cubicBezTo>
                  <a:pt x="5278531" y="3465994"/>
                  <a:pt x="5355547" y="3456678"/>
                  <a:pt x="5432403" y="3449310"/>
                </a:cubicBezTo>
                <a:cubicBezTo>
                  <a:pt x="5473941" y="3445332"/>
                  <a:pt x="5515185" y="3441621"/>
                  <a:pt x="5556002" y="3437937"/>
                </a:cubicBezTo>
                <a:cubicBezTo>
                  <a:pt x="5636588" y="3430670"/>
                  <a:pt x="5715500" y="3423552"/>
                  <a:pt x="5791467" y="3414920"/>
                </a:cubicBezTo>
                <a:lnTo>
                  <a:pt x="5872039" y="3403041"/>
                </a:lnTo>
                <a:lnTo>
                  <a:pt x="5872039" y="3419848"/>
                </a:lnTo>
                <a:lnTo>
                  <a:pt x="5868939" y="3420346"/>
                </a:lnTo>
                <a:cubicBezTo>
                  <a:pt x="5770017" y="3433527"/>
                  <a:pt x="5665185" y="3442983"/>
                  <a:pt x="5557363" y="3452700"/>
                </a:cubicBezTo>
                <a:cubicBezTo>
                  <a:pt x="5516573" y="3456384"/>
                  <a:pt x="5475329" y="3460095"/>
                  <a:pt x="5433844" y="3464072"/>
                </a:cubicBezTo>
                <a:cubicBezTo>
                  <a:pt x="5357175" y="3471413"/>
                  <a:pt x="5280240" y="3480730"/>
                  <a:pt x="5205867" y="3489753"/>
                </a:cubicBezTo>
                <a:lnTo>
                  <a:pt x="5100282" y="3501922"/>
                </a:lnTo>
                <a:lnTo>
                  <a:pt x="5105784" y="3503773"/>
                </a:lnTo>
                <a:lnTo>
                  <a:pt x="5121870" y="3508121"/>
                </a:lnTo>
                <a:lnTo>
                  <a:pt x="5390224" y="3488098"/>
                </a:lnTo>
                <a:cubicBezTo>
                  <a:pt x="5425569" y="3485082"/>
                  <a:pt x="5460967" y="3482065"/>
                  <a:pt x="5496418" y="3479235"/>
                </a:cubicBezTo>
                <a:cubicBezTo>
                  <a:pt x="5563690" y="3473823"/>
                  <a:pt x="5629023" y="3468302"/>
                  <a:pt x="5692132" y="3462017"/>
                </a:cubicBezTo>
                <a:lnTo>
                  <a:pt x="5872039" y="3440514"/>
                </a:lnTo>
                <a:lnTo>
                  <a:pt x="5872039" y="3455441"/>
                </a:lnTo>
                <a:lnTo>
                  <a:pt x="5694097" y="3476734"/>
                </a:lnTo>
                <a:cubicBezTo>
                  <a:pt x="5630717" y="3483049"/>
                  <a:pt x="5565124" y="3488592"/>
                  <a:pt x="5497592" y="3494024"/>
                </a:cubicBezTo>
                <a:cubicBezTo>
                  <a:pt x="5462168" y="3496881"/>
                  <a:pt x="5426797" y="3499897"/>
                  <a:pt x="5391479" y="3502887"/>
                </a:cubicBezTo>
                <a:lnTo>
                  <a:pt x="5165011" y="3519782"/>
                </a:lnTo>
                <a:lnTo>
                  <a:pt x="5176730" y="3522950"/>
                </a:lnTo>
                <a:lnTo>
                  <a:pt x="5253408" y="3523203"/>
                </a:lnTo>
                <a:cubicBezTo>
                  <a:pt x="5354913" y="3521418"/>
                  <a:pt x="5457316" y="3515842"/>
                  <a:pt x="5560406" y="3509161"/>
                </a:cubicBezTo>
                <a:cubicBezTo>
                  <a:pt x="5613189" y="3505744"/>
                  <a:pt x="5669556" y="3501511"/>
                  <a:pt x="5727600" y="3495743"/>
                </a:cubicBezTo>
                <a:lnTo>
                  <a:pt x="5872039" y="3477303"/>
                </a:lnTo>
                <a:lnTo>
                  <a:pt x="5872039" y="3492270"/>
                </a:lnTo>
                <a:lnTo>
                  <a:pt x="5729535" y="3510497"/>
                </a:lnTo>
                <a:cubicBezTo>
                  <a:pt x="5671147" y="3516307"/>
                  <a:pt x="5614464" y="3520567"/>
                  <a:pt x="5561394" y="3524004"/>
                </a:cubicBezTo>
                <a:cubicBezTo>
                  <a:pt x="5457797" y="3530718"/>
                  <a:pt x="5354880" y="3536317"/>
                  <a:pt x="5252839" y="3538095"/>
                </a:cubicBezTo>
                <a:lnTo>
                  <a:pt x="5236922" y="3538039"/>
                </a:lnTo>
                <a:lnTo>
                  <a:pt x="5367363" y="3543548"/>
                </a:lnTo>
                <a:cubicBezTo>
                  <a:pt x="5460351" y="3545244"/>
                  <a:pt x="5547039" y="3542730"/>
                  <a:pt x="5624368" y="3538979"/>
                </a:cubicBezTo>
                <a:cubicBezTo>
                  <a:pt x="5696238" y="3535482"/>
                  <a:pt x="5763856" y="3529990"/>
                  <a:pt x="5827417" y="3522460"/>
                </a:cubicBezTo>
                <a:lnTo>
                  <a:pt x="5872039" y="3515284"/>
                </a:lnTo>
                <a:lnTo>
                  <a:pt x="5872039" y="3530365"/>
                </a:lnTo>
                <a:lnTo>
                  <a:pt x="5829682" y="3537190"/>
                </a:lnTo>
                <a:cubicBezTo>
                  <a:pt x="5765623" y="3544792"/>
                  <a:pt x="5697500" y="3550331"/>
                  <a:pt x="5625116" y="3553848"/>
                </a:cubicBezTo>
                <a:cubicBezTo>
                  <a:pt x="5547353" y="3557639"/>
                  <a:pt x="5460173" y="3560172"/>
                  <a:pt x="5366641" y="3558455"/>
                </a:cubicBezTo>
                <a:lnTo>
                  <a:pt x="5360919" y="3558212"/>
                </a:lnTo>
                <a:lnTo>
                  <a:pt x="5436870" y="3565226"/>
                </a:lnTo>
                <a:cubicBezTo>
                  <a:pt x="5528040" y="3571049"/>
                  <a:pt x="5612776" y="3571521"/>
                  <a:pt x="5688356" y="3569012"/>
                </a:cubicBezTo>
                <a:lnTo>
                  <a:pt x="5872039" y="3555344"/>
                </a:lnTo>
                <a:lnTo>
                  <a:pt x="5872039" y="3570220"/>
                </a:lnTo>
                <a:lnTo>
                  <a:pt x="5688864" y="3583881"/>
                </a:lnTo>
                <a:cubicBezTo>
                  <a:pt x="5631833" y="3585773"/>
                  <a:pt x="5569615" y="3585977"/>
                  <a:pt x="5503364" y="3583485"/>
                </a:cubicBezTo>
                <a:lnTo>
                  <a:pt x="5462690" y="3580272"/>
                </a:lnTo>
                <a:lnTo>
                  <a:pt x="5505421" y="3586378"/>
                </a:lnTo>
                <a:cubicBezTo>
                  <a:pt x="5579440" y="3594593"/>
                  <a:pt x="5652488" y="3598695"/>
                  <a:pt x="5723795" y="3598649"/>
                </a:cubicBezTo>
                <a:lnTo>
                  <a:pt x="5872039" y="3589654"/>
                </a:lnTo>
                <a:lnTo>
                  <a:pt x="5872039" y="3606269"/>
                </a:lnTo>
                <a:lnTo>
                  <a:pt x="5859572" y="3607844"/>
                </a:lnTo>
                <a:cubicBezTo>
                  <a:pt x="5705211" y="3619894"/>
                  <a:pt x="5539800" y="3611160"/>
                  <a:pt x="5371878" y="3582022"/>
                </a:cubicBezTo>
                <a:lnTo>
                  <a:pt x="5301202" y="3567513"/>
                </a:lnTo>
                <a:lnTo>
                  <a:pt x="5293665" y="3566917"/>
                </a:lnTo>
                <a:lnTo>
                  <a:pt x="5158474" y="3546153"/>
                </a:lnTo>
                <a:lnTo>
                  <a:pt x="5070049" y="3537564"/>
                </a:lnTo>
                <a:lnTo>
                  <a:pt x="5054539" y="3535031"/>
                </a:lnTo>
                <a:lnTo>
                  <a:pt x="4949540" y="3529256"/>
                </a:lnTo>
                <a:lnTo>
                  <a:pt x="4941936" y="3528335"/>
                </a:lnTo>
                <a:lnTo>
                  <a:pt x="4833105" y="3526806"/>
                </a:lnTo>
                <a:lnTo>
                  <a:pt x="4826192" y="3526257"/>
                </a:lnTo>
                <a:lnTo>
                  <a:pt x="4715692" y="3528524"/>
                </a:lnTo>
                <a:lnTo>
                  <a:pt x="4715633" y="3528531"/>
                </a:lnTo>
                <a:cubicBezTo>
                  <a:pt x="4677788" y="3531950"/>
                  <a:pt x="4640015" y="3534399"/>
                  <a:pt x="4602249" y="3535569"/>
                </a:cubicBezTo>
                <a:lnTo>
                  <a:pt x="4581809" y="3535454"/>
                </a:lnTo>
                <a:lnTo>
                  <a:pt x="4507156" y="3545460"/>
                </a:lnTo>
                <a:lnTo>
                  <a:pt x="4477802" y="3546554"/>
                </a:lnTo>
                <a:lnTo>
                  <a:pt x="4418902" y="3557319"/>
                </a:lnTo>
                <a:lnTo>
                  <a:pt x="4376711" y="3560767"/>
                </a:lnTo>
                <a:lnTo>
                  <a:pt x="4335120" y="3570453"/>
                </a:lnTo>
                <a:lnTo>
                  <a:pt x="4278657" y="3577629"/>
                </a:lnTo>
                <a:lnTo>
                  <a:pt x="4254588" y="3584465"/>
                </a:lnTo>
                <a:lnTo>
                  <a:pt x="4175608" y="3598126"/>
                </a:lnTo>
                <a:lnTo>
                  <a:pt x="4081557" y="3619749"/>
                </a:lnTo>
                <a:lnTo>
                  <a:pt x="4070712" y="3621033"/>
                </a:lnTo>
                <a:lnTo>
                  <a:pt x="4006479" y="3638787"/>
                </a:lnTo>
                <a:lnTo>
                  <a:pt x="3976796" y="3643541"/>
                </a:lnTo>
                <a:lnTo>
                  <a:pt x="3932443" y="3657852"/>
                </a:lnTo>
                <a:lnTo>
                  <a:pt x="3886132" y="3667189"/>
                </a:lnTo>
                <a:lnTo>
                  <a:pt x="3859121" y="3677152"/>
                </a:lnTo>
                <a:lnTo>
                  <a:pt x="3772396" y="3698205"/>
                </a:lnTo>
                <a:lnTo>
                  <a:pt x="3692431" y="3723246"/>
                </a:lnTo>
                <a:lnTo>
                  <a:pt x="3680307" y="3725106"/>
                </a:lnTo>
                <a:lnTo>
                  <a:pt x="3620391" y="3746351"/>
                </a:lnTo>
                <a:lnTo>
                  <a:pt x="3594939" y="3751180"/>
                </a:lnTo>
                <a:lnTo>
                  <a:pt x="3548414" y="3769588"/>
                </a:lnTo>
                <a:lnTo>
                  <a:pt x="3510505" y="3778133"/>
                </a:lnTo>
                <a:lnTo>
                  <a:pt x="3476835" y="3792825"/>
                </a:lnTo>
                <a:lnTo>
                  <a:pt x="3422747" y="3806928"/>
                </a:lnTo>
                <a:lnTo>
                  <a:pt x="3406748" y="3814636"/>
                </a:lnTo>
                <a:lnTo>
                  <a:pt x="3341689" y="3834252"/>
                </a:lnTo>
                <a:lnTo>
                  <a:pt x="3335141" y="3837670"/>
                </a:lnTo>
                <a:lnTo>
                  <a:pt x="3234692" y="3871448"/>
                </a:lnTo>
                <a:lnTo>
                  <a:pt x="3162402" y="3898245"/>
                </a:lnTo>
                <a:cubicBezTo>
                  <a:pt x="3127646" y="3908371"/>
                  <a:pt x="3091814" y="3915996"/>
                  <a:pt x="3054767" y="3920748"/>
                </a:cubicBezTo>
                <a:lnTo>
                  <a:pt x="3026944" y="3921452"/>
                </a:lnTo>
                <a:lnTo>
                  <a:pt x="3018809" y="3939034"/>
                </a:lnTo>
                <a:lnTo>
                  <a:pt x="2994890" y="3967305"/>
                </a:lnTo>
                <a:lnTo>
                  <a:pt x="2975506" y="3967305"/>
                </a:lnTo>
                <a:lnTo>
                  <a:pt x="3006209" y="3931106"/>
                </a:lnTo>
                <a:lnTo>
                  <a:pt x="3010466" y="3921869"/>
                </a:lnTo>
                <a:lnTo>
                  <a:pt x="2913796" y="3924315"/>
                </a:lnTo>
                <a:lnTo>
                  <a:pt x="2904653" y="3922722"/>
                </a:lnTo>
                <a:lnTo>
                  <a:pt x="2864587" y="3967305"/>
                </a:lnTo>
                <a:lnTo>
                  <a:pt x="2839894" y="3967305"/>
                </a:lnTo>
                <a:lnTo>
                  <a:pt x="2852164" y="3958771"/>
                </a:lnTo>
                <a:lnTo>
                  <a:pt x="2887358" y="3919709"/>
                </a:lnTo>
                <a:lnTo>
                  <a:pt x="2789031" y="3902579"/>
                </a:lnTo>
                <a:lnTo>
                  <a:pt x="2778428" y="3913479"/>
                </a:lnTo>
                <a:cubicBezTo>
                  <a:pt x="2754802" y="3932447"/>
                  <a:pt x="2729444" y="3948873"/>
                  <a:pt x="2702897" y="3963068"/>
                </a:cubicBezTo>
                <a:lnTo>
                  <a:pt x="2693223" y="3967305"/>
                </a:lnTo>
                <a:lnTo>
                  <a:pt x="2656457" y="3967305"/>
                </a:lnTo>
                <a:lnTo>
                  <a:pt x="2694484" y="3950778"/>
                </a:lnTo>
                <a:cubicBezTo>
                  <a:pt x="2720474" y="3936972"/>
                  <a:pt x="2745281" y="3920992"/>
                  <a:pt x="2768367" y="3902533"/>
                </a:cubicBezTo>
                <a:lnTo>
                  <a:pt x="2771329" y="3899495"/>
                </a:lnTo>
                <a:lnTo>
                  <a:pt x="2769184" y="3899121"/>
                </a:lnTo>
                <a:lnTo>
                  <a:pt x="2677056" y="3868420"/>
                </a:lnTo>
                <a:lnTo>
                  <a:pt x="2615076" y="3906928"/>
                </a:lnTo>
                <a:cubicBezTo>
                  <a:pt x="2571396" y="3928796"/>
                  <a:pt x="2524638" y="3945224"/>
                  <a:pt x="2476896" y="3957388"/>
                </a:cubicBezTo>
                <a:lnTo>
                  <a:pt x="2419478" y="3967305"/>
                </a:lnTo>
                <a:lnTo>
                  <a:pt x="2318945" y="3967305"/>
                </a:lnTo>
                <a:lnTo>
                  <a:pt x="2457350" y="3945610"/>
                </a:lnTo>
                <a:cubicBezTo>
                  <a:pt x="2506032" y="3934193"/>
                  <a:pt x="2554253" y="3918470"/>
                  <a:pt x="2599362" y="3897086"/>
                </a:cubicBezTo>
                <a:lnTo>
                  <a:pt x="2659795" y="3861145"/>
                </a:lnTo>
                <a:lnTo>
                  <a:pt x="2576216" y="3821428"/>
                </a:lnTo>
                <a:lnTo>
                  <a:pt x="2530962" y="3847619"/>
                </a:lnTo>
                <a:cubicBezTo>
                  <a:pt x="2356449" y="3929795"/>
                  <a:pt x="2134676" y="3934275"/>
                  <a:pt x="1997130" y="3926727"/>
                </a:cubicBezTo>
                <a:cubicBezTo>
                  <a:pt x="1951587" y="3924218"/>
                  <a:pt x="1905512" y="3920668"/>
                  <a:pt x="1860958" y="3917224"/>
                </a:cubicBezTo>
                <a:cubicBezTo>
                  <a:pt x="1722810" y="3906546"/>
                  <a:pt x="1592297" y="3896482"/>
                  <a:pt x="1463840" y="3913620"/>
                </a:cubicBezTo>
                <a:cubicBezTo>
                  <a:pt x="1403963" y="3921495"/>
                  <a:pt x="1349210" y="3934763"/>
                  <a:pt x="1296408" y="3954196"/>
                </a:cubicBezTo>
                <a:lnTo>
                  <a:pt x="1270015" y="3967305"/>
                </a:lnTo>
                <a:lnTo>
                  <a:pt x="1236871" y="3967305"/>
                </a:lnTo>
                <a:lnTo>
                  <a:pt x="1291282" y="3940288"/>
                </a:lnTo>
                <a:cubicBezTo>
                  <a:pt x="1345126" y="3920454"/>
                  <a:pt x="1400946" y="3906919"/>
                  <a:pt x="1461917" y="3898911"/>
                </a:cubicBezTo>
                <a:cubicBezTo>
                  <a:pt x="1591924" y="3881585"/>
                  <a:pt x="1729296" y="3892183"/>
                  <a:pt x="1862133" y="3902435"/>
                </a:cubicBezTo>
                <a:cubicBezTo>
                  <a:pt x="1906607" y="3905852"/>
                  <a:pt x="1952603" y="3909428"/>
                  <a:pt x="1997985" y="3911912"/>
                </a:cubicBezTo>
                <a:cubicBezTo>
                  <a:pt x="2133529" y="3919320"/>
                  <a:pt x="2351977" y="3915075"/>
                  <a:pt x="2523197" y="3834951"/>
                </a:cubicBezTo>
                <a:lnTo>
                  <a:pt x="2560034" y="3813739"/>
                </a:lnTo>
                <a:lnTo>
                  <a:pt x="2535893" y="3802267"/>
                </a:lnTo>
                <a:lnTo>
                  <a:pt x="2482440" y="3770353"/>
                </a:lnTo>
                <a:lnTo>
                  <a:pt x="2456441" y="3784890"/>
                </a:lnTo>
                <a:cubicBezTo>
                  <a:pt x="2292873" y="3860831"/>
                  <a:pt x="2083329" y="3874591"/>
                  <a:pt x="1917151" y="3869866"/>
                </a:cubicBezTo>
                <a:cubicBezTo>
                  <a:pt x="1877695" y="3868718"/>
                  <a:pt x="1838346" y="3866956"/>
                  <a:pt x="1799185" y="3865195"/>
                </a:cubicBezTo>
                <a:cubicBezTo>
                  <a:pt x="1657434" y="3858787"/>
                  <a:pt x="1523583" y="3852781"/>
                  <a:pt x="1393204" y="3875445"/>
                </a:cubicBezTo>
                <a:cubicBezTo>
                  <a:pt x="1335142" y="3885429"/>
                  <a:pt x="1281912" y="3900459"/>
                  <a:pt x="1230470" y="3921415"/>
                </a:cubicBezTo>
                <a:lnTo>
                  <a:pt x="1145142" y="3967305"/>
                </a:lnTo>
                <a:lnTo>
                  <a:pt x="1113949" y="3967305"/>
                </a:lnTo>
                <a:lnTo>
                  <a:pt x="1224838" y="3907693"/>
                </a:lnTo>
                <a:cubicBezTo>
                  <a:pt x="1277294" y="3886337"/>
                  <a:pt x="1331512" y="3871014"/>
                  <a:pt x="1390642" y="3860843"/>
                </a:cubicBezTo>
                <a:cubicBezTo>
                  <a:pt x="1522623" y="3837885"/>
                  <a:pt x="1657272" y="3843972"/>
                  <a:pt x="1799825" y="3850405"/>
                </a:cubicBezTo>
                <a:cubicBezTo>
                  <a:pt x="1838908" y="3852167"/>
                  <a:pt x="1878175" y="3853929"/>
                  <a:pt x="1917552" y="3855077"/>
                </a:cubicBezTo>
                <a:cubicBezTo>
                  <a:pt x="2081587" y="3859822"/>
                  <a:pt x="2288192" y="3846398"/>
                  <a:pt x="2448826" y="3772200"/>
                </a:cubicBezTo>
                <a:lnTo>
                  <a:pt x="2467820" y="3761624"/>
                </a:lnTo>
                <a:lnTo>
                  <a:pt x="2457268" y="3755324"/>
                </a:lnTo>
                <a:lnTo>
                  <a:pt x="2396654" y="3713613"/>
                </a:lnTo>
                <a:lnTo>
                  <a:pt x="2372864" y="3725883"/>
                </a:lnTo>
                <a:cubicBezTo>
                  <a:pt x="2209886" y="3796429"/>
                  <a:pt x="2002269" y="3813433"/>
                  <a:pt x="1837013" y="3813032"/>
                </a:cubicBezTo>
                <a:cubicBezTo>
                  <a:pt x="1804551" y="3812952"/>
                  <a:pt x="1772197" y="3812552"/>
                  <a:pt x="1740003" y="3812124"/>
                </a:cubicBezTo>
                <a:cubicBezTo>
                  <a:pt x="1593658" y="3810229"/>
                  <a:pt x="1455458" y="3808494"/>
                  <a:pt x="1322436" y="3837272"/>
                </a:cubicBezTo>
                <a:cubicBezTo>
                  <a:pt x="1266189" y="3849311"/>
                  <a:pt x="1214507" y="3866102"/>
                  <a:pt x="1164401" y="3888633"/>
                </a:cubicBezTo>
                <a:cubicBezTo>
                  <a:pt x="1137137" y="3900876"/>
                  <a:pt x="1111035" y="3914836"/>
                  <a:pt x="1086158" y="3930343"/>
                </a:cubicBezTo>
                <a:lnTo>
                  <a:pt x="1034769" y="3967305"/>
                </a:lnTo>
                <a:lnTo>
                  <a:pt x="1011684" y="3967305"/>
                </a:lnTo>
                <a:lnTo>
                  <a:pt x="1023467" y="3955912"/>
                </a:lnTo>
                <a:cubicBezTo>
                  <a:pt x="1064575" y="3924238"/>
                  <a:pt x="1109654" y="3896998"/>
                  <a:pt x="1158367" y="3875125"/>
                </a:cubicBezTo>
                <a:cubicBezTo>
                  <a:pt x="1209435" y="3852167"/>
                  <a:pt x="1262105" y="3835056"/>
                  <a:pt x="1319365" y="3822802"/>
                </a:cubicBezTo>
                <a:cubicBezTo>
                  <a:pt x="1454017" y="3793651"/>
                  <a:pt x="1593046" y="3795413"/>
                  <a:pt x="1740243" y="3797308"/>
                </a:cubicBezTo>
                <a:cubicBezTo>
                  <a:pt x="1772384" y="3797709"/>
                  <a:pt x="1804685" y="3798136"/>
                  <a:pt x="1837094" y="3798216"/>
                </a:cubicBezTo>
                <a:lnTo>
                  <a:pt x="1841952" y="3798216"/>
                </a:lnTo>
                <a:cubicBezTo>
                  <a:pt x="2004325" y="3798216"/>
                  <a:pt x="2207707" y="3781188"/>
                  <a:pt x="2366766" y="3712422"/>
                </a:cubicBezTo>
                <a:lnTo>
                  <a:pt x="2382871" y="3704127"/>
                </a:lnTo>
                <a:lnTo>
                  <a:pt x="2365805" y="3692384"/>
                </a:lnTo>
                <a:lnTo>
                  <a:pt x="2318369" y="3655001"/>
                </a:lnTo>
                <a:lnTo>
                  <a:pt x="2317188" y="3655615"/>
                </a:lnTo>
                <a:cubicBezTo>
                  <a:pt x="2182461" y="3716474"/>
                  <a:pt x="1994841" y="3750245"/>
                  <a:pt x="1757007" y="3756252"/>
                </a:cubicBezTo>
                <a:cubicBezTo>
                  <a:pt x="1732687" y="3756866"/>
                  <a:pt x="1708448" y="3757319"/>
                  <a:pt x="1684288" y="3757800"/>
                </a:cubicBezTo>
                <a:cubicBezTo>
                  <a:pt x="1532073" y="3760710"/>
                  <a:pt x="1388319" y="3763486"/>
                  <a:pt x="1251800" y="3799178"/>
                </a:cubicBezTo>
                <a:cubicBezTo>
                  <a:pt x="1197421" y="3813246"/>
                  <a:pt x="1147261" y="3831799"/>
                  <a:pt x="1098463" y="3855905"/>
                </a:cubicBezTo>
                <a:cubicBezTo>
                  <a:pt x="1045461" y="3882083"/>
                  <a:pt x="997116" y="3914672"/>
                  <a:pt x="953866" y="3952406"/>
                </a:cubicBezTo>
                <a:lnTo>
                  <a:pt x="938795" y="3967305"/>
                </a:lnTo>
                <a:lnTo>
                  <a:pt x="917731" y="3967305"/>
                </a:lnTo>
                <a:lnTo>
                  <a:pt x="944338" y="3941013"/>
                </a:lnTo>
                <a:cubicBezTo>
                  <a:pt x="988485" y="3902509"/>
                  <a:pt x="1037828" y="3869251"/>
                  <a:pt x="1091923" y="3842531"/>
                </a:cubicBezTo>
                <a:cubicBezTo>
                  <a:pt x="1141629" y="3817972"/>
                  <a:pt x="1192722" y="3799071"/>
                  <a:pt x="1248089" y="3784735"/>
                </a:cubicBezTo>
                <a:cubicBezTo>
                  <a:pt x="1386318" y="3748617"/>
                  <a:pt x="1530925" y="3745814"/>
                  <a:pt x="1684049" y="3742878"/>
                </a:cubicBezTo>
                <a:cubicBezTo>
                  <a:pt x="1708181" y="3742424"/>
                  <a:pt x="1732394" y="3741943"/>
                  <a:pt x="1756686" y="3741329"/>
                </a:cubicBezTo>
                <a:cubicBezTo>
                  <a:pt x="1952813" y="3736391"/>
                  <a:pt x="2114193" y="3712557"/>
                  <a:pt x="2239297" y="3670206"/>
                </a:cubicBezTo>
                <a:lnTo>
                  <a:pt x="2305053" y="3644507"/>
                </a:lnTo>
                <a:lnTo>
                  <a:pt x="2259065" y="3608265"/>
                </a:lnTo>
                <a:lnTo>
                  <a:pt x="2242540" y="3593446"/>
                </a:lnTo>
                <a:lnTo>
                  <a:pt x="2199717" y="3611863"/>
                </a:lnTo>
                <a:cubicBezTo>
                  <a:pt x="2033438" y="3672963"/>
                  <a:pt x="1830525" y="3691223"/>
                  <a:pt x="1677001" y="3699391"/>
                </a:cubicBezTo>
                <a:lnTo>
                  <a:pt x="1632339" y="3701687"/>
                </a:lnTo>
                <a:cubicBezTo>
                  <a:pt x="1472783" y="3709776"/>
                  <a:pt x="1322088" y="3717437"/>
                  <a:pt x="1181163" y="3760977"/>
                </a:cubicBezTo>
                <a:cubicBezTo>
                  <a:pt x="1128628" y="3777048"/>
                  <a:pt x="1080015" y="3797362"/>
                  <a:pt x="1032552" y="3823097"/>
                </a:cubicBezTo>
                <a:cubicBezTo>
                  <a:pt x="981981" y="3850506"/>
                  <a:pt x="935856" y="3884155"/>
                  <a:pt x="894591" y="3922778"/>
                </a:cubicBezTo>
                <a:lnTo>
                  <a:pt x="857190" y="3967305"/>
                </a:lnTo>
                <a:lnTo>
                  <a:pt x="832023" y="3967305"/>
                </a:lnTo>
                <a:lnTo>
                  <a:pt x="884695" y="3911668"/>
                </a:lnTo>
                <a:cubicBezTo>
                  <a:pt x="926798" y="3872276"/>
                  <a:pt x="973859" y="3837953"/>
                  <a:pt x="1025451" y="3809989"/>
                </a:cubicBezTo>
                <a:cubicBezTo>
                  <a:pt x="1073129" y="3784148"/>
                  <a:pt x="1124063" y="3762846"/>
                  <a:pt x="1176786" y="3746722"/>
                </a:cubicBezTo>
                <a:cubicBezTo>
                  <a:pt x="1319446" y="3702648"/>
                  <a:pt x="1471048" y="3694960"/>
                  <a:pt x="1631567" y="3686818"/>
                </a:cubicBezTo>
                <a:lnTo>
                  <a:pt x="1676200" y="3684522"/>
                </a:lnTo>
                <a:cubicBezTo>
                  <a:pt x="1828343" y="3676434"/>
                  <a:pt x="2029333" y="3658404"/>
                  <a:pt x="2193420" y="3598360"/>
                </a:cubicBezTo>
                <a:lnTo>
                  <a:pt x="2230365" y="3582528"/>
                </a:lnTo>
                <a:lnTo>
                  <a:pt x="2172909" y="3531006"/>
                </a:lnTo>
                <a:lnTo>
                  <a:pt x="2121408" y="3551290"/>
                </a:lnTo>
                <a:cubicBezTo>
                  <a:pt x="1961018" y="3606202"/>
                  <a:pt x="1763587" y="3628916"/>
                  <a:pt x="1596970" y="3642530"/>
                </a:cubicBezTo>
                <a:lnTo>
                  <a:pt x="1585144" y="3643491"/>
                </a:lnTo>
                <a:cubicBezTo>
                  <a:pt x="1416377" y="3657186"/>
                  <a:pt x="1256953" y="3670133"/>
                  <a:pt x="1110529" y="3722723"/>
                </a:cubicBezTo>
                <a:cubicBezTo>
                  <a:pt x="1060449" y="3740556"/>
                  <a:pt x="1012052" y="3763246"/>
                  <a:pt x="966616" y="3790208"/>
                </a:cubicBezTo>
                <a:cubicBezTo>
                  <a:pt x="917626" y="3819298"/>
                  <a:pt x="873069" y="3854169"/>
                  <a:pt x="833308" y="3893654"/>
                </a:cubicBezTo>
                <a:lnTo>
                  <a:pt x="774600" y="3967305"/>
                </a:lnTo>
                <a:lnTo>
                  <a:pt x="755721" y="3967305"/>
                </a:lnTo>
                <a:lnTo>
                  <a:pt x="823034" y="3882911"/>
                </a:lnTo>
                <a:cubicBezTo>
                  <a:pt x="863584" y="3842660"/>
                  <a:pt x="909024" y="3807109"/>
                  <a:pt x="958981" y="3777448"/>
                </a:cubicBezTo>
                <a:cubicBezTo>
                  <a:pt x="1005245" y="3749978"/>
                  <a:pt x="1054523" y="3726887"/>
                  <a:pt x="1105485" y="3708734"/>
                </a:cubicBezTo>
                <a:cubicBezTo>
                  <a:pt x="1253750" y="3655478"/>
                  <a:pt x="1414134" y="3642450"/>
                  <a:pt x="1583916" y="3628676"/>
                </a:cubicBezTo>
                <a:lnTo>
                  <a:pt x="1595742" y="3627715"/>
                </a:lnTo>
                <a:cubicBezTo>
                  <a:pt x="1761118" y="3614200"/>
                  <a:pt x="1956978" y="3591721"/>
                  <a:pt x="2115522" y="3537618"/>
                </a:cubicBezTo>
                <a:lnTo>
                  <a:pt x="2160558" y="3519930"/>
                </a:lnTo>
                <a:lnTo>
                  <a:pt x="2134022" y="3496134"/>
                </a:lnTo>
                <a:lnTo>
                  <a:pt x="2105948" y="3468974"/>
                </a:lnTo>
                <a:lnTo>
                  <a:pt x="2040089" y="3492393"/>
                </a:lnTo>
                <a:cubicBezTo>
                  <a:pt x="1883351" y="3541616"/>
                  <a:pt x="1691771" y="3566242"/>
                  <a:pt x="1516964" y="3585643"/>
                </a:cubicBezTo>
                <a:cubicBezTo>
                  <a:pt x="1339521" y="3605264"/>
                  <a:pt x="1181165" y="3626246"/>
                  <a:pt x="1039894" y="3684469"/>
                </a:cubicBezTo>
                <a:cubicBezTo>
                  <a:pt x="991549" y="3704250"/>
                  <a:pt x="944724" y="3728756"/>
                  <a:pt x="900678" y="3757346"/>
                </a:cubicBezTo>
                <a:cubicBezTo>
                  <a:pt x="853315" y="3788108"/>
                  <a:pt x="810359" y="3824193"/>
                  <a:pt x="772125" y="3864534"/>
                </a:cubicBezTo>
                <a:lnTo>
                  <a:pt x="694523" y="3967305"/>
                </a:lnTo>
                <a:lnTo>
                  <a:pt x="675995" y="3967305"/>
                </a:lnTo>
                <a:lnTo>
                  <a:pt x="761481" y="3854164"/>
                </a:lnTo>
                <a:cubicBezTo>
                  <a:pt x="800455" y="3813060"/>
                  <a:pt x="844239" y="3776288"/>
                  <a:pt x="892511" y="3744933"/>
                </a:cubicBezTo>
                <a:cubicBezTo>
                  <a:pt x="937332" y="3715809"/>
                  <a:pt x="984982" y="3690875"/>
                  <a:pt x="1034181" y="3670747"/>
                </a:cubicBezTo>
                <a:cubicBezTo>
                  <a:pt x="1177241" y="3611777"/>
                  <a:pt x="1336691" y="3590635"/>
                  <a:pt x="1515254" y="3570880"/>
                </a:cubicBezTo>
                <a:cubicBezTo>
                  <a:pt x="1689021" y="3551619"/>
                  <a:pt x="1879425" y="3527164"/>
                  <a:pt x="2034660" y="3478536"/>
                </a:cubicBezTo>
                <a:lnTo>
                  <a:pt x="2094050" y="3457463"/>
                </a:lnTo>
                <a:lnTo>
                  <a:pt x="2039800" y="3404980"/>
                </a:lnTo>
                <a:lnTo>
                  <a:pt x="1959964" y="3433383"/>
                </a:lnTo>
                <a:cubicBezTo>
                  <a:pt x="1809233" y="3476473"/>
                  <a:pt x="1629851" y="3501660"/>
                  <a:pt x="1466778" y="3524564"/>
                </a:cubicBezTo>
                <a:lnTo>
                  <a:pt x="1436826" y="3528782"/>
                </a:lnTo>
                <a:cubicBezTo>
                  <a:pt x="1279964" y="3550806"/>
                  <a:pt x="1114641" y="3578035"/>
                  <a:pt x="969098" y="3646241"/>
                </a:cubicBezTo>
                <a:cubicBezTo>
                  <a:pt x="922516" y="3667890"/>
                  <a:pt x="877268" y="3694212"/>
                  <a:pt x="834581" y="3724512"/>
                </a:cubicBezTo>
                <a:cubicBezTo>
                  <a:pt x="753675" y="3781941"/>
                  <a:pt x="686340" y="3856106"/>
                  <a:pt x="634318" y="3940775"/>
                </a:cubicBezTo>
                <a:lnTo>
                  <a:pt x="620183" y="3967305"/>
                </a:lnTo>
                <a:lnTo>
                  <a:pt x="603459" y="3967305"/>
                </a:lnTo>
                <a:lnTo>
                  <a:pt x="618703" y="3938094"/>
                </a:lnTo>
                <a:cubicBezTo>
                  <a:pt x="672148" y="3849633"/>
                  <a:pt x="741880" y="3772167"/>
                  <a:pt x="826012" y="3712445"/>
                </a:cubicBezTo>
                <a:cubicBezTo>
                  <a:pt x="869419" y="3681612"/>
                  <a:pt x="915467" y="3654837"/>
                  <a:pt x="962851" y="3632813"/>
                </a:cubicBezTo>
                <a:cubicBezTo>
                  <a:pt x="1110235" y="3563753"/>
                  <a:pt x="1276814" y="3536310"/>
                  <a:pt x="1434769" y="3514100"/>
                </a:cubicBezTo>
                <a:lnTo>
                  <a:pt x="1464721" y="3509882"/>
                </a:lnTo>
                <a:cubicBezTo>
                  <a:pt x="1627055" y="3487078"/>
                  <a:pt x="1805636" y="3462006"/>
                  <a:pt x="1955191" y="3419327"/>
                </a:cubicBezTo>
                <a:lnTo>
                  <a:pt x="2027896" y="3393489"/>
                </a:lnTo>
                <a:lnTo>
                  <a:pt x="1977475" y="3345153"/>
                </a:lnTo>
                <a:lnTo>
                  <a:pt x="1896103" y="3370449"/>
                </a:lnTo>
                <a:cubicBezTo>
                  <a:pt x="1768815" y="3404140"/>
                  <a:pt x="1621162" y="3428341"/>
                  <a:pt x="1477188" y="3451926"/>
                </a:cubicBezTo>
                <a:cubicBezTo>
                  <a:pt x="1436318" y="3458626"/>
                  <a:pt x="1395956" y="3465247"/>
                  <a:pt x="1356766" y="3471974"/>
                </a:cubicBezTo>
                <a:cubicBezTo>
                  <a:pt x="1202416" y="3498429"/>
                  <a:pt x="1040029" y="3533213"/>
                  <a:pt x="898409" y="3608039"/>
                </a:cubicBezTo>
                <a:cubicBezTo>
                  <a:pt x="853561" y="3631558"/>
                  <a:pt x="809888" y="3659722"/>
                  <a:pt x="768618" y="3691702"/>
                </a:cubicBezTo>
                <a:cubicBezTo>
                  <a:pt x="690738" y="3752090"/>
                  <a:pt x="626283" y="3827738"/>
                  <a:pt x="576739" y="3913004"/>
                </a:cubicBezTo>
                <a:lnTo>
                  <a:pt x="549349" y="3967305"/>
                </a:lnTo>
                <a:lnTo>
                  <a:pt x="532860" y="3967305"/>
                </a:lnTo>
                <a:lnTo>
                  <a:pt x="564217" y="3905187"/>
                </a:lnTo>
                <a:cubicBezTo>
                  <a:pt x="614673" y="3818412"/>
                  <a:pt x="680303" y="3741413"/>
                  <a:pt x="759595" y="3679929"/>
                </a:cubicBezTo>
                <a:cubicBezTo>
                  <a:pt x="801560" y="3647388"/>
                  <a:pt x="845954" y="3618798"/>
                  <a:pt x="891576" y="3594879"/>
                </a:cubicBezTo>
                <a:cubicBezTo>
                  <a:pt x="1035036" y="3519091"/>
                  <a:pt x="1198757" y="3483960"/>
                  <a:pt x="1354337" y="3457292"/>
                </a:cubicBezTo>
                <a:cubicBezTo>
                  <a:pt x="1393553" y="3450564"/>
                  <a:pt x="1433942" y="3443944"/>
                  <a:pt x="1474866" y="3437243"/>
                </a:cubicBezTo>
                <a:cubicBezTo>
                  <a:pt x="1618320" y="3413738"/>
                  <a:pt x="1765437" y="3389618"/>
                  <a:pt x="1891927" y="3356176"/>
                </a:cubicBezTo>
                <a:lnTo>
                  <a:pt x="1965226" y="3333409"/>
                </a:lnTo>
                <a:lnTo>
                  <a:pt x="1916441" y="3286641"/>
                </a:lnTo>
                <a:lnTo>
                  <a:pt x="1835314" y="3307866"/>
                </a:lnTo>
                <a:cubicBezTo>
                  <a:pt x="1733554" y="3331875"/>
                  <a:pt x="1618366" y="3352367"/>
                  <a:pt x="1506045" y="3372348"/>
                </a:cubicBezTo>
                <a:cubicBezTo>
                  <a:pt x="1429538" y="3385936"/>
                  <a:pt x="1350413" y="3400031"/>
                  <a:pt x="1276788" y="3414981"/>
                </a:cubicBezTo>
                <a:cubicBezTo>
                  <a:pt x="1143819" y="3441943"/>
                  <a:pt x="972622" y="3483881"/>
                  <a:pt x="827800" y="3569652"/>
                </a:cubicBezTo>
                <a:cubicBezTo>
                  <a:pt x="784528" y="3595093"/>
                  <a:pt x="742456" y="3625045"/>
                  <a:pt x="702706" y="3658708"/>
                </a:cubicBezTo>
                <a:cubicBezTo>
                  <a:pt x="652858" y="3700913"/>
                  <a:pt x="608893" y="3749249"/>
                  <a:pt x="571179" y="3802219"/>
                </a:cubicBezTo>
                <a:lnTo>
                  <a:pt x="480579" y="3967305"/>
                </a:lnTo>
                <a:lnTo>
                  <a:pt x="463789" y="3967305"/>
                </a:lnTo>
                <a:lnTo>
                  <a:pt x="559264" y="3793443"/>
                </a:lnTo>
                <a:cubicBezTo>
                  <a:pt x="597642" y="3739562"/>
                  <a:pt x="642378" y="3690388"/>
                  <a:pt x="693097" y="3647442"/>
                </a:cubicBezTo>
                <a:cubicBezTo>
                  <a:pt x="733513" y="3613219"/>
                  <a:pt x="776280" y="3582787"/>
                  <a:pt x="820245" y="3556946"/>
                </a:cubicBezTo>
                <a:cubicBezTo>
                  <a:pt x="966962" y="3470053"/>
                  <a:pt x="1139735" y="3427688"/>
                  <a:pt x="1273825" y="3400512"/>
                </a:cubicBezTo>
                <a:cubicBezTo>
                  <a:pt x="1347636" y="3385509"/>
                  <a:pt x="1426840" y="3371414"/>
                  <a:pt x="1503430" y="3357799"/>
                </a:cubicBezTo>
                <a:cubicBezTo>
                  <a:pt x="1615449" y="3337858"/>
                  <a:pt x="1730353" y="3317436"/>
                  <a:pt x="1831651" y="3293561"/>
                </a:cubicBezTo>
                <a:lnTo>
                  <a:pt x="1903944" y="3274662"/>
                </a:lnTo>
                <a:lnTo>
                  <a:pt x="1877378" y="3249193"/>
                </a:lnTo>
                <a:lnTo>
                  <a:pt x="1855548" y="3230344"/>
                </a:lnTo>
                <a:lnTo>
                  <a:pt x="1848251" y="3231958"/>
                </a:lnTo>
                <a:cubicBezTo>
                  <a:pt x="1765417" y="3250191"/>
                  <a:pt x="1670888" y="3266982"/>
                  <a:pt x="1570809" y="3284734"/>
                </a:cubicBezTo>
                <a:cubicBezTo>
                  <a:pt x="1445635" y="3306971"/>
                  <a:pt x="1316189" y="3329956"/>
                  <a:pt x="1196781" y="3358066"/>
                </a:cubicBezTo>
                <a:cubicBezTo>
                  <a:pt x="1009088" y="3402193"/>
                  <a:pt x="869392" y="3457239"/>
                  <a:pt x="757139" y="3531345"/>
                </a:cubicBezTo>
                <a:cubicBezTo>
                  <a:pt x="715468" y="3558681"/>
                  <a:pt x="674972" y="3590448"/>
                  <a:pt x="636743" y="3625819"/>
                </a:cubicBezTo>
                <a:cubicBezTo>
                  <a:pt x="542793" y="3712702"/>
                  <a:pt x="471096" y="3823303"/>
                  <a:pt x="424419" y="3945626"/>
                </a:cubicBezTo>
                <a:lnTo>
                  <a:pt x="418635" y="3967305"/>
                </a:lnTo>
                <a:lnTo>
                  <a:pt x="403450" y="3967305"/>
                </a:lnTo>
                <a:lnTo>
                  <a:pt x="410726" y="3940072"/>
                </a:lnTo>
                <a:cubicBezTo>
                  <a:pt x="458207" y="3815752"/>
                  <a:pt x="531122" y="3703326"/>
                  <a:pt x="626654" y="3614981"/>
                </a:cubicBezTo>
                <a:cubicBezTo>
                  <a:pt x="665467" y="3579076"/>
                  <a:pt x="706631" y="3546775"/>
                  <a:pt x="748969" y="3519012"/>
                </a:cubicBezTo>
                <a:cubicBezTo>
                  <a:pt x="862718" y="3443945"/>
                  <a:pt x="1003935" y="3388232"/>
                  <a:pt x="1193364" y="3343704"/>
                </a:cubicBezTo>
                <a:cubicBezTo>
                  <a:pt x="1313173" y="3315487"/>
                  <a:pt x="1442832" y="3292476"/>
                  <a:pt x="1568219" y="3270186"/>
                </a:cubicBezTo>
                <a:cubicBezTo>
                  <a:pt x="1618179" y="3261323"/>
                  <a:pt x="1666751" y="3252700"/>
                  <a:pt x="1713153" y="3244021"/>
                </a:cubicBezTo>
                <a:lnTo>
                  <a:pt x="1841519" y="3218231"/>
                </a:lnTo>
                <a:lnTo>
                  <a:pt x="1793977" y="3177181"/>
                </a:lnTo>
                <a:lnTo>
                  <a:pt x="1764510" y="3181344"/>
                </a:lnTo>
                <a:lnTo>
                  <a:pt x="1736160" y="3185535"/>
                </a:lnTo>
                <a:cubicBezTo>
                  <a:pt x="1549961" y="3212977"/>
                  <a:pt x="1318246" y="3247121"/>
                  <a:pt x="1116751" y="3301232"/>
                </a:cubicBezTo>
                <a:cubicBezTo>
                  <a:pt x="937945" y="3349230"/>
                  <a:pt x="797182" y="3411964"/>
                  <a:pt x="686450" y="3493090"/>
                </a:cubicBezTo>
                <a:cubicBezTo>
                  <a:pt x="646353" y="3522295"/>
                  <a:pt x="607434" y="3555877"/>
                  <a:pt x="570752" y="3592930"/>
                </a:cubicBezTo>
                <a:cubicBezTo>
                  <a:pt x="492287" y="3672229"/>
                  <a:pt x="430514" y="3767723"/>
                  <a:pt x="386956" y="3872329"/>
                </a:cubicBezTo>
                <a:lnTo>
                  <a:pt x="353850" y="3967305"/>
                </a:lnTo>
                <a:lnTo>
                  <a:pt x="338197" y="3967305"/>
                </a:lnTo>
                <a:lnTo>
                  <a:pt x="373416" y="3866340"/>
                </a:lnTo>
                <a:cubicBezTo>
                  <a:pt x="417684" y="3760093"/>
                  <a:pt x="480454" y="3663088"/>
                  <a:pt x="560181" y="3582519"/>
                </a:cubicBezTo>
                <a:cubicBezTo>
                  <a:pt x="597422" y="3544906"/>
                  <a:pt x="636959" y="3510789"/>
                  <a:pt x="677667" y="3481104"/>
                </a:cubicBezTo>
                <a:cubicBezTo>
                  <a:pt x="789896" y="3398883"/>
                  <a:pt x="932260" y="3335348"/>
                  <a:pt x="1112879" y="3286897"/>
                </a:cubicBezTo>
                <a:cubicBezTo>
                  <a:pt x="1315203" y="3232545"/>
                  <a:pt x="1547398" y="3198348"/>
                  <a:pt x="1733971" y="3170852"/>
                </a:cubicBezTo>
                <a:lnTo>
                  <a:pt x="1762294" y="3166661"/>
                </a:lnTo>
                <a:lnTo>
                  <a:pt x="1779048" y="3164291"/>
                </a:lnTo>
                <a:lnTo>
                  <a:pt x="1736597" y="3127636"/>
                </a:lnTo>
                <a:lnTo>
                  <a:pt x="1719981" y="3128006"/>
                </a:lnTo>
                <a:cubicBezTo>
                  <a:pt x="1707168" y="3128674"/>
                  <a:pt x="1694061" y="3129608"/>
                  <a:pt x="1680633" y="3130729"/>
                </a:cubicBezTo>
                <a:cubicBezTo>
                  <a:pt x="1544300" y="3141648"/>
                  <a:pt x="1279351" y="3170932"/>
                  <a:pt x="1036638" y="3244397"/>
                </a:cubicBezTo>
                <a:cubicBezTo>
                  <a:pt x="863492" y="3296747"/>
                  <a:pt x="725799" y="3365567"/>
                  <a:pt x="615655" y="3454836"/>
                </a:cubicBezTo>
                <a:cubicBezTo>
                  <a:pt x="577028" y="3485962"/>
                  <a:pt x="539707" y="3521360"/>
                  <a:pt x="504684" y="3560095"/>
                </a:cubicBezTo>
                <a:cubicBezTo>
                  <a:pt x="406684" y="3668385"/>
                  <a:pt x="336638" y="3804522"/>
                  <a:pt x="297890" y="3951668"/>
                </a:cubicBezTo>
                <a:lnTo>
                  <a:pt x="295530" y="3967305"/>
                </a:lnTo>
                <a:lnTo>
                  <a:pt x="278728" y="3967305"/>
                </a:lnTo>
                <a:lnTo>
                  <a:pt x="281707" y="3947462"/>
                </a:lnTo>
                <a:cubicBezTo>
                  <a:pt x="321024" y="3799134"/>
                  <a:pt x="392678" y="3661764"/>
                  <a:pt x="493737" y="3550111"/>
                </a:cubicBezTo>
                <a:cubicBezTo>
                  <a:pt x="529296" y="3510816"/>
                  <a:pt x="567202" y="3474884"/>
                  <a:pt x="606392" y="3443250"/>
                </a:cubicBezTo>
                <a:cubicBezTo>
                  <a:pt x="718031" y="3352780"/>
                  <a:pt x="857406" y="3283079"/>
                  <a:pt x="1032419" y="3230169"/>
                </a:cubicBezTo>
                <a:cubicBezTo>
                  <a:pt x="1276469" y="3156303"/>
                  <a:pt x="1542619" y="3126885"/>
                  <a:pt x="1679512" y="3115940"/>
                </a:cubicBezTo>
                <a:cubicBezTo>
                  <a:pt x="1693072" y="3114819"/>
                  <a:pt x="1706341" y="3113858"/>
                  <a:pt x="1719316" y="3113190"/>
                </a:cubicBezTo>
                <a:lnTo>
                  <a:pt x="1719852" y="3113178"/>
                </a:lnTo>
                <a:lnTo>
                  <a:pt x="1717148" y="3110842"/>
                </a:lnTo>
                <a:lnTo>
                  <a:pt x="1680297" y="3084078"/>
                </a:lnTo>
                <a:lnTo>
                  <a:pt x="1637066" y="3080062"/>
                </a:lnTo>
                <a:cubicBezTo>
                  <a:pt x="1623959" y="3079795"/>
                  <a:pt x="1610560" y="3079769"/>
                  <a:pt x="1596918" y="3080009"/>
                </a:cubicBezTo>
                <a:cubicBezTo>
                  <a:pt x="1382954" y="3083186"/>
                  <a:pt x="1149585" y="3122348"/>
                  <a:pt x="956633" y="3187457"/>
                </a:cubicBezTo>
                <a:cubicBezTo>
                  <a:pt x="790989" y="3243330"/>
                  <a:pt x="652494" y="3320373"/>
                  <a:pt x="544966" y="3416475"/>
                </a:cubicBezTo>
                <a:cubicBezTo>
                  <a:pt x="507779" y="3449578"/>
                  <a:pt x="472034" y="3486791"/>
                  <a:pt x="438692" y="3527127"/>
                </a:cubicBezTo>
                <a:cubicBezTo>
                  <a:pt x="345809" y="3639504"/>
                  <a:pt x="280133" y="3776356"/>
                  <a:pt x="244324" y="3923110"/>
                </a:cubicBezTo>
                <a:lnTo>
                  <a:pt x="238259" y="3967305"/>
                </a:lnTo>
                <a:lnTo>
                  <a:pt x="223456" y="3967305"/>
                </a:lnTo>
                <a:lnTo>
                  <a:pt x="230054" y="3919310"/>
                </a:lnTo>
                <a:cubicBezTo>
                  <a:pt x="266406" y="3770477"/>
                  <a:pt x="333053" y="3631662"/>
                  <a:pt x="427292" y="3517650"/>
                </a:cubicBezTo>
                <a:cubicBezTo>
                  <a:pt x="461115" y="3476753"/>
                  <a:pt x="497395" y="3438953"/>
                  <a:pt x="535115" y="3405370"/>
                </a:cubicBezTo>
                <a:cubicBezTo>
                  <a:pt x="644138" y="3307933"/>
                  <a:pt x="784369" y="3229876"/>
                  <a:pt x="951908" y="3173362"/>
                </a:cubicBezTo>
                <a:cubicBezTo>
                  <a:pt x="1146248" y="3107772"/>
                  <a:pt x="1381273" y="3068317"/>
                  <a:pt x="1596703" y="3065140"/>
                </a:cubicBezTo>
                <a:cubicBezTo>
                  <a:pt x="1610532" y="3064900"/>
                  <a:pt x="1624120" y="3064900"/>
                  <a:pt x="1637414" y="3065193"/>
                </a:cubicBezTo>
                <a:lnTo>
                  <a:pt x="1656764" y="3066985"/>
                </a:lnTo>
                <a:lnTo>
                  <a:pt x="1625726" y="3044441"/>
                </a:lnTo>
                <a:lnTo>
                  <a:pt x="1554284" y="3032118"/>
                </a:lnTo>
                <a:cubicBezTo>
                  <a:pt x="1540857" y="3030917"/>
                  <a:pt x="1527188" y="3029956"/>
                  <a:pt x="1513308" y="3029341"/>
                </a:cubicBezTo>
                <a:cubicBezTo>
                  <a:pt x="1307701" y="3019438"/>
                  <a:pt x="1075666" y="3056357"/>
                  <a:pt x="876734" y="3130623"/>
                </a:cubicBezTo>
                <a:cubicBezTo>
                  <a:pt x="715655" y="3190714"/>
                  <a:pt x="580282" y="3274003"/>
                  <a:pt x="474384" y="3378195"/>
                </a:cubicBezTo>
                <a:cubicBezTo>
                  <a:pt x="438612" y="3413299"/>
                  <a:pt x="404442" y="3452327"/>
                  <a:pt x="372834" y="3494265"/>
                </a:cubicBezTo>
                <a:cubicBezTo>
                  <a:pt x="285183" y="3610543"/>
                  <a:pt x="223886" y="3748000"/>
                  <a:pt x="190995" y="3894335"/>
                </a:cubicBezTo>
                <a:lnTo>
                  <a:pt x="181972" y="3967305"/>
                </a:lnTo>
                <a:lnTo>
                  <a:pt x="166995" y="3967305"/>
                </a:lnTo>
                <a:lnTo>
                  <a:pt x="176476" y="3890740"/>
                </a:lnTo>
                <a:cubicBezTo>
                  <a:pt x="209834" y="3742443"/>
                  <a:pt x="271983" y="3603120"/>
                  <a:pt x="360849" y="3485242"/>
                </a:cubicBezTo>
                <a:cubicBezTo>
                  <a:pt x="392910" y="3442717"/>
                  <a:pt x="427560" y="3403101"/>
                  <a:pt x="463866" y="3367517"/>
                </a:cubicBezTo>
                <a:cubicBezTo>
                  <a:pt x="571262" y="3261884"/>
                  <a:pt x="708394" y="3177473"/>
                  <a:pt x="871449" y="3116635"/>
                </a:cubicBezTo>
                <a:cubicBezTo>
                  <a:pt x="1072195" y="3041701"/>
                  <a:pt x="1306420" y="3004381"/>
                  <a:pt x="1513922" y="3014446"/>
                </a:cubicBezTo>
                <a:cubicBezTo>
                  <a:pt x="1527991" y="3015086"/>
                  <a:pt x="1541873" y="3016021"/>
                  <a:pt x="1555566" y="3017275"/>
                </a:cubicBezTo>
                <a:lnTo>
                  <a:pt x="1596797" y="3024373"/>
                </a:lnTo>
                <a:lnTo>
                  <a:pt x="1571103" y="3008911"/>
                </a:lnTo>
                <a:lnTo>
                  <a:pt x="1471343" y="2984040"/>
                </a:lnTo>
                <a:cubicBezTo>
                  <a:pt x="1457620" y="2981877"/>
                  <a:pt x="1443553" y="2980009"/>
                  <a:pt x="1429510" y="2978514"/>
                </a:cubicBezTo>
                <a:cubicBezTo>
                  <a:pt x="1228176" y="2956597"/>
                  <a:pt x="997503" y="2991247"/>
                  <a:pt x="796650" y="3073629"/>
                </a:cubicBezTo>
                <a:cubicBezTo>
                  <a:pt x="639682" y="3137964"/>
                  <a:pt x="507434" y="3227526"/>
                  <a:pt x="403589" y="3339780"/>
                </a:cubicBezTo>
                <a:cubicBezTo>
                  <a:pt x="369124" y="3376913"/>
                  <a:pt x="336556" y="3417810"/>
                  <a:pt x="306737" y="3461270"/>
                </a:cubicBezTo>
                <a:cubicBezTo>
                  <a:pt x="237233" y="3562569"/>
                  <a:pt x="185809" y="3678936"/>
                  <a:pt x="153630" y="3802606"/>
                </a:cubicBezTo>
                <a:lnTo>
                  <a:pt x="124431" y="3967305"/>
                </a:lnTo>
                <a:lnTo>
                  <a:pt x="109388" y="3967305"/>
                </a:lnTo>
                <a:lnTo>
                  <a:pt x="139341" y="3798547"/>
                </a:lnTo>
                <a:cubicBezTo>
                  <a:pt x="171952" y="3673311"/>
                  <a:pt x="224053" y="3555454"/>
                  <a:pt x="294459" y="3452834"/>
                </a:cubicBezTo>
                <a:cubicBezTo>
                  <a:pt x="324677" y="3408787"/>
                  <a:pt x="357699" y="3367356"/>
                  <a:pt x="392643" y="3329662"/>
                </a:cubicBezTo>
                <a:cubicBezTo>
                  <a:pt x="497983" y="3215808"/>
                  <a:pt x="631992" y="3125044"/>
                  <a:pt x="790963" y="3059854"/>
                </a:cubicBezTo>
                <a:cubicBezTo>
                  <a:pt x="994031" y="2976565"/>
                  <a:pt x="1227349" y="2941514"/>
                  <a:pt x="1431061" y="2963725"/>
                </a:cubicBezTo>
                <a:cubicBezTo>
                  <a:pt x="1445315" y="2965246"/>
                  <a:pt x="1459625" y="2967142"/>
                  <a:pt x="1473612" y="2969330"/>
                </a:cubicBezTo>
                <a:lnTo>
                  <a:pt x="1527711" y="2982797"/>
                </a:lnTo>
                <a:lnTo>
                  <a:pt x="1514450" y="2974816"/>
                </a:lnTo>
                <a:lnTo>
                  <a:pt x="1472647" y="2959035"/>
                </a:lnTo>
                <a:cubicBezTo>
                  <a:pt x="1445367" y="2950123"/>
                  <a:pt x="1417328" y="2942376"/>
                  <a:pt x="1388454" y="2935962"/>
                </a:cubicBezTo>
                <a:cubicBezTo>
                  <a:pt x="1374333" y="2932838"/>
                  <a:pt x="1359998" y="2930062"/>
                  <a:pt x="1345796" y="2927686"/>
                </a:cubicBezTo>
                <a:cubicBezTo>
                  <a:pt x="1143713" y="2893810"/>
                  <a:pt x="920247" y="2925417"/>
                  <a:pt x="716589" y="3016661"/>
                </a:cubicBezTo>
                <a:cubicBezTo>
                  <a:pt x="565521" y="3084307"/>
                  <a:pt x="432819" y="3182786"/>
                  <a:pt x="332793" y="3301366"/>
                </a:cubicBezTo>
                <a:cubicBezTo>
                  <a:pt x="299370" y="3340955"/>
                  <a:pt x="268378" y="3383640"/>
                  <a:pt x="240667" y="3428221"/>
                </a:cubicBezTo>
                <a:cubicBezTo>
                  <a:pt x="154056" y="3566943"/>
                  <a:pt x="98323" y="3728530"/>
                  <a:pt x="75491" y="3898001"/>
                </a:cubicBezTo>
                <a:lnTo>
                  <a:pt x="72991" y="3967305"/>
                </a:lnTo>
                <a:lnTo>
                  <a:pt x="58236" y="3967305"/>
                </a:lnTo>
                <a:lnTo>
                  <a:pt x="60825" y="3895845"/>
                </a:lnTo>
                <a:cubicBezTo>
                  <a:pt x="83954" y="3724372"/>
                  <a:pt x="140374" y="3560843"/>
                  <a:pt x="228042" y="3420426"/>
                </a:cubicBezTo>
                <a:cubicBezTo>
                  <a:pt x="256125" y="3375231"/>
                  <a:pt x="287545" y="3331959"/>
                  <a:pt x="321419" y="3291836"/>
                </a:cubicBezTo>
                <a:cubicBezTo>
                  <a:pt x="422863" y="3171547"/>
                  <a:pt x="557407" y="3071707"/>
                  <a:pt x="710477" y="3003154"/>
                </a:cubicBezTo>
                <a:cubicBezTo>
                  <a:pt x="916803" y="2910708"/>
                  <a:pt x="1143287" y="2878700"/>
                  <a:pt x="1348225" y="2913084"/>
                </a:cubicBezTo>
                <a:cubicBezTo>
                  <a:pt x="1362666" y="2915487"/>
                  <a:pt x="1377296" y="2918316"/>
                  <a:pt x="1391658" y="2921493"/>
                </a:cubicBezTo>
                <a:lnTo>
                  <a:pt x="1421107" y="2929556"/>
                </a:lnTo>
                <a:lnTo>
                  <a:pt x="1410318" y="2924392"/>
                </a:lnTo>
                <a:cubicBezTo>
                  <a:pt x="1376338" y="2910297"/>
                  <a:pt x="1341468" y="2898051"/>
                  <a:pt x="1305593" y="2887937"/>
                </a:cubicBezTo>
                <a:cubicBezTo>
                  <a:pt x="940269" y="2784894"/>
                  <a:pt x="511089" y="2939165"/>
                  <a:pt x="261969" y="3263058"/>
                </a:cubicBezTo>
                <a:cubicBezTo>
                  <a:pt x="118649" y="3449374"/>
                  <a:pt x="34966" y="3683001"/>
                  <a:pt x="16994" y="3930661"/>
                </a:cubicBezTo>
                <a:lnTo>
                  <a:pt x="16298" y="3967305"/>
                </a:lnTo>
                <a:lnTo>
                  <a:pt x="17" y="3967305"/>
                </a:lnTo>
                <a:lnTo>
                  <a:pt x="0" y="3966945"/>
                </a:lnTo>
                <a:cubicBezTo>
                  <a:pt x="12152" y="3702608"/>
                  <a:pt x="97935" y="3451979"/>
                  <a:pt x="250224" y="3253982"/>
                </a:cubicBezTo>
                <a:cubicBezTo>
                  <a:pt x="502946" y="2925390"/>
                  <a:pt x="938613" y="2769036"/>
                  <a:pt x="1309677" y="2873602"/>
                </a:cubicBezTo>
                <a:cubicBezTo>
                  <a:pt x="1382334" y="2894091"/>
                  <a:pt x="1450837" y="2923120"/>
                  <a:pt x="1516109" y="2958443"/>
                </a:cubicBezTo>
                <a:lnTo>
                  <a:pt x="1521279" y="2961548"/>
                </a:lnTo>
                <a:lnTo>
                  <a:pt x="1557640" y="2975253"/>
                </a:lnTo>
                <a:lnTo>
                  <a:pt x="1617443" y="3005135"/>
                </a:lnTo>
                <a:lnTo>
                  <a:pt x="1627803" y="3007714"/>
                </a:lnTo>
                <a:cubicBezTo>
                  <a:pt x="1664005" y="3020177"/>
                  <a:pt x="1698711" y="3034675"/>
                  <a:pt x="1732513" y="3050944"/>
                </a:cubicBezTo>
                <a:lnTo>
                  <a:pt x="1743245" y="3056765"/>
                </a:lnTo>
                <a:lnTo>
                  <a:pt x="1831345" y="3087107"/>
                </a:lnTo>
                <a:lnTo>
                  <a:pt x="1848706" y="3095788"/>
                </a:lnTo>
                <a:lnTo>
                  <a:pt x="1901847" y="3109047"/>
                </a:lnTo>
                <a:lnTo>
                  <a:pt x="1947600" y="3127195"/>
                </a:lnTo>
                <a:lnTo>
                  <a:pt x="1979533" y="3131947"/>
                </a:lnTo>
                <a:lnTo>
                  <a:pt x="2055522" y="3153938"/>
                </a:lnTo>
                <a:lnTo>
                  <a:pt x="2147766" y="3168088"/>
                </a:lnTo>
                <a:lnTo>
                  <a:pt x="2169716" y="3173642"/>
                </a:lnTo>
                <a:lnTo>
                  <a:pt x="2213567" y="3174110"/>
                </a:lnTo>
                <a:lnTo>
                  <a:pt x="2270114" y="3181230"/>
                </a:lnTo>
                <a:lnTo>
                  <a:pt x="2290534" y="3178693"/>
                </a:lnTo>
                <a:lnTo>
                  <a:pt x="2369014" y="3178456"/>
                </a:lnTo>
                <a:lnTo>
                  <a:pt x="2443874" y="3168690"/>
                </a:lnTo>
                <a:lnTo>
                  <a:pt x="2463531" y="3169558"/>
                </a:lnTo>
                <a:lnTo>
                  <a:pt x="2503004" y="3159080"/>
                </a:lnTo>
                <a:lnTo>
                  <a:pt x="2554227" y="3152869"/>
                </a:lnTo>
                <a:lnTo>
                  <a:pt x="2562267" y="3149576"/>
                </a:lnTo>
                <a:cubicBezTo>
                  <a:pt x="2580547" y="3143657"/>
                  <a:pt x="2600255" y="3139115"/>
                  <a:pt x="2621229" y="3135956"/>
                </a:cubicBezTo>
                <a:lnTo>
                  <a:pt x="2637790" y="3134630"/>
                </a:lnTo>
                <a:lnTo>
                  <a:pt x="2680242" y="3120113"/>
                </a:lnTo>
                <a:lnTo>
                  <a:pt x="2714256" y="3115763"/>
                </a:lnTo>
                <a:lnTo>
                  <a:pt x="2739322" y="3104409"/>
                </a:lnTo>
                <a:lnTo>
                  <a:pt x="2788724" y="3094212"/>
                </a:lnTo>
                <a:lnTo>
                  <a:pt x="2798475" y="3088708"/>
                </a:lnTo>
                <a:lnTo>
                  <a:pt x="2867133" y="3069249"/>
                </a:lnTo>
                <a:lnTo>
                  <a:pt x="2926311" y="3044878"/>
                </a:lnTo>
                <a:lnTo>
                  <a:pt x="2956307" y="3038302"/>
                </a:lnTo>
                <a:lnTo>
                  <a:pt x="2986110" y="3023665"/>
                </a:lnTo>
                <a:lnTo>
                  <a:pt x="3030488" y="3011273"/>
                </a:lnTo>
                <a:lnTo>
                  <a:pt x="3045918" y="3002489"/>
                </a:lnTo>
                <a:lnTo>
                  <a:pt x="3103159" y="2983158"/>
                </a:lnTo>
                <a:lnTo>
                  <a:pt x="3105658" y="2981544"/>
                </a:lnTo>
                <a:cubicBezTo>
                  <a:pt x="3131161" y="2968540"/>
                  <a:pt x="3158758" y="2957638"/>
                  <a:pt x="3188273" y="2948930"/>
                </a:cubicBezTo>
                <a:lnTo>
                  <a:pt x="3193090" y="2947934"/>
                </a:lnTo>
                <a:lnTo>
                  <a:pt x="3249351" y="2922646"/>
                </a:lnTo>
                <a:lnTo>
                  <a:pt x="3267828" y="2918046"/>
                </a:lnTo>
                <a:lnTo>
                  <a:pt x="3310725" y="2896477"/>
                </a:lnTo>
                <a:lnTo>
                  <a:pt x="3342915" y="2887153"/>
                </a:lnTo>
                <a:lnTo>
                  <a:pt x="3385534" y="2865052"/>
                </a:lnTo>
                <a:cubicBezTo>
                  <a:pt x="3463669" y="2833576"/>
                  <a:pt x="3550852" y="2819075"/>
                  <a:pt x="3638122" y="2819177"/>
                </a:cubicBezTo>
                <a:close/>
                <a:moveTo>
                  <a:pt x="5872039" y="732937"/>
                </a:moveTo>
                <a:lnTo>
                  <a:pt x="5872039" y="855750"/>
                </a:lnTo>
                <a:lnTo>
                  <a:pt x="5866754" y="792713"/>
                </a:lnTo>
                <a:close/>
                <a:moveTo>
                  <a:pt x="5872039" y="270417"/>
                </a:moveTo>
                <a:lnTo>
                  <a:pt x="5872039" y="349080"/>
                </a:lnTo>
                <a:lnTo>
                  <a:pt x="5835737" y="523618"/>
                </a:lnTo>
                <a:cubicBezTo>
                  <a:pt x="5812354" y="712460"/>
                  <a:pt x="5820661" y="900138"/>
                  <a:pt x="5860022" y="1079834"/>
                </a:cubicBezTo>
                <a:lnTo>
                  <a:pt x="5872039" y="1118216"/>
                </a:lnTo>
                <a:lnTo>
                  <a:pt x="5872039" y="1184889"/>
                </a:lnTo>
                <a:lnTo>
                  <a:pt x="5837501" y="1044168"/>
                </a:lnTo>
                <a:cubicBezTo>
                  <a:pt x="5797209" y="835659"/>
                  <a:pt x="5797907" y="617303"/>
                  <a:pt x="5840545" y="399375"/>
                </a:cubicBezTo>
                <a:close/>
                <a:moveTo>
                  <a:pt x="5809261" y="194035"/>
                </a:moveTo>
                <a:lnTo>
                  <a:pt x="5823566" y="197976"/>
                </a:lnTo>
                <a:lnTo>
                  <a:pt x="5811795" y="238065"/>
                </a:lnTo>
                <a:cubicBezTo>
                  <a:pt x="5730848" y="570839"/>
                  <a:pt x="5745449" y="907850"/>
                  <a:pt x="5850777" y="1214047"/>
                </a:cubicBezTo>
                <a:lnTo>
                  <a:pt x="5872039" y="1267155"/>
                </a:lnTo>
                <a:lnTo>
                  <a:pt x="5872039" y="1307173"/>
                </a:lnTo>
                <a:lnTo>
                  <a:pt x="5836722" y="1218975"/>
                </a:lnTo>
                <a:cubicBezTo>
                  <a:pt x="5730447" y="910092"/>
                  <a:pt x="5715706" y="570173"/>
                  <a:pt x="5797353" y="234595"/>
                </a:cubicBezTo>
                <a:close/>
                <a:moveTo>
                  <a:pt x="5729502" y="172060"/>
                </a:moveTo>
                <a:lnTo>
                  <a:pt x="5743833" y="176008"/>
                </a:lnTo>
                <a:lnTo>
                  <a:pt x="5729094" y="235795"/>
                </a:lnTo>
                <a:cubicBezTo>
                  <a:pt x="5661682" y="578461"/>
                  <a:pt x="5691454" y="923064"/>
                  <a:pt x="5811968" y="1233848"/>
                </a:cubicBezTo>
                <a:lnTo>
                  <a:pt x="5872039" y="1368905"/>
                </a:lnTo>
                <a:lnTo>
                  <a:pt x="5872039" y="1402735"/>
                </a:lnTo>
                <a:lnTo>
                  <a:pt x="5866501" y="1392980"/>
                </a:lnTo>
                <a:cubicBezTo>
                  <a:pt x="5689318" y="1041772"/>
                  <a:pt x="5635213" y="635985"/>
                  <a:pt x="5714492" y="232938"/>
                </a:cubicBezTo>
                <a:close/>
                <a:moveTo>
                  <a:pt x="5648108" y="149634"/>
                </a:moveTo>
                <a:lnTo>
                  <a:pt x="5662452" y="153586"/>
                </a:lnTo>
                <a:lnTo>
                  <a:pt x="5646258" y="233474"/>
                </a:lnTo>
                <a:cubicBezTo>
                  <a:pt x="5583167" y="644790"/>
                  <a:pt x="5654808" y="1055595"/>
                  <a:pt x="5848337" y="1408017"/>
                </a:cubicBezTo>
                <a:lnTo>
                  <a:pt x="5872039" y="1446650"/>
                </a:lnTo>
                <a:lnTo>
                  <a:pt x="5872039" y="1475048"/>
                </a:lnTo>
                <a:lnTo>
                  <a:pt x="5835326" y="1415208"/>
                </a:lnTo>
                <a:cubicBezTo>
                  <a:pt x="5640227" y="1059935"/>
                  <a:pt x="5567994" y="645818"/>
                  <a:pt x="5631576" y="231231"/>
                </a:cubicBezTo>
                <a:close/>
                <a:moveTo>
                  <a:pt x="5565152" y="128203"/>
                </a:moveTo>
                <a:lnTo>
                  <a:pt x="5579599" y="131759"/>
                </a:lnTo>
                <a:lnTo>
                  <a:pt x="5563503" y="231124"/>
                </a:lnTo>
                <a:cubicBezTo>
                  <a:pt x="5515805" y="653932"/>
                  <a:pt x="5605413" y="1073165"/>
                  <a:pt x="5816930" y="1429767"/>
                </a:cubicBezTo>
                <a:lnTo>
                  <a:pt x="5872039" y="1513397"/>
                </a:lnTo>
                <a:lnTo>
                  <a:pt x="5872039" y="1540372"/>
                </a:lnTo>
                <a:lnTo>
                  <a:pt x="5804171" y="1437388"/>
                </a:lnTo>
                <a:cubicBezTo>
                  <a:pt x="5590987" y="1078003"/>
                  <a:pt x="5500669" y="655528"/>
                  <a:pt x="5548741" y="229496"/>
                </a:cubicBezTo>
                <a:close/>
                <a:moveTo>
                  <a:pt x="5480783" y="107441"/>
                </a:moveTo>
                <a:lnTo>
                  <a:pt x="5495316" y="111017"/>
                </a:lnTo>
                <a:lnTo>
                  <a:pt x="5480695" y="228934"/>
                </a:lnTo>
                <a:cubicBezTo>
                  <a:pt x="5448180" y="663259"/>
                  <a:pt x="5555751" y="1090880"/>
                  <a:pt x="5785434" y="1451652"/>
                </a:cubicBezTo>
                <a:lnTo>
                  <a:pt x="5872039" y="1574654"/>
                </a:lnTo>
                <a:lnTo>
                  <a:pt x="5872039" y="1600476"/>
                </a:lnTo>
                <a:lnTo>
                  <a:pt x="5772876" y="1459630"/>
                </a:lnTo>
                <a:cubicBezTo>
                  <a:pt x="5541484" y="1096158"/>
                  <a:pt x="5433104" y="665338"/>
                  <a:pt x="5465853" y="227814"/>
                </a:cubicBezTo>
                <a:close/>
                <a:moveTo>
                  <a:pt x="5395303" y="86740"/>
                </a:moveTo>
                <a:lnTo>
                  <a:pt x="5408352" y="89617"/>
                </a:lnTo>
                <a:lnTo>
                  <a:pt x="5409905" y="89999"/>
                </a:lnTo>
                <a:lnTo>
                  <a:pt x="5397806" y="226719"/>
                </a:lnTo>
                <a:cubicBezTo>
                  <a:pt x="5377811" y="736302"/>
                  <a:pt x="5544630" y="1233021"/>
                  <a:pt x="5867482" y="1625413"/>
                </a:cubicBezTo>
                <a:lnTo>
                  <a:pt x="5872039" y="1630392"/>
                </a:lnTo>
                <a:lnTo>
                  <a:pt x="5872039" y="1652380"/>
                </a:lnTo>
                <a:lnTo>
                  <a:pt x="5856003" y="1634863"/>
                </a:lnTo>
                <a:cubicBezTo>
                  <a:pt x="5530828" y="1239668"/>
                  <a:pt x="5362835" y="739374"/>
                  <a:pt x="5382964" y="226158"/>
                </a:cubicBezTo>
                <a:close/>
                <a:moveTo>
                  <a:pt x="5308785" y="67667"/>
                </a:moveTo>
                <a:lnTo>
                  <a:pt x="5323455" y="70901"/>
                </a:lnTo>
                <a:lnTo>
                  <a:pt x="5314971" y="224504"/>
                </a:lnTo>
                <a:cubicBezTo>
                  <a:pt x="5311981" y="747303"/>
                  <a:pt x="5499755" y="1253123"/>
                  <a:pt x="5843750" y="1648799"/>
                </a:cubicBezTo>
                <a:lnTo>
                  <a:pt x="5872039" y="1678110"/>
                </a:lnTo>
                <a:lnTo>
                  <a:pt x="5872039" y="1699472"/>
                </a:lnTo>
                <a:lnTo>
                  <a:pt x="5832538" y="1658542"/>
                </a:lnTo>
                <a:cubicBezTo>
                  <a:pt x="5486194" y="1260144"/>
                  <a:pt x="5297112" y="750826"/>
                  <a:pt x="5300129" y="224397"/>
                </a:cubicBezTo>
                <a:close/>
                <a:moveTo>
                  <a:pt x="5221548" y="48436"/>
                </a:moveTo>
                <a:lnTo>
                  <a:pt x="5236342" y="51697"/>
                </a:lnTo>
                <a:lnTo>
                  <a:pt x="5232243" y="222342"/>
                </a:lnTo>
                <a:cubicBezTo>
                  <a:pt x="5246097" y="758461"/>
                  <a:pt x="5454880" y="1273385"/>
                  <a:pt x="5820124" y="1672264"/>
                </a:cubicBezTo>
                <a:lnTo>
                  <a:pt x="5872039" y="1723417"/>
                </a:lnTo>
                <a:lnTo>
                  <a:pt x="5872039" y="1744285"/>
                </a:lnTo>
                <a:lnTo>
                  <a:pt x="5809126" y="1682301"/>
                </a:lnTo>
                <a:cubicBezTo>
                  <a:pt x="5441453" y="1280779"/>
                  <a:pt x="5231308" y="762438"/>
                  <a:pt x="5217346" y="222742"/>
                </a:cubicBezTo>
                <a:close/>
                <a:moveTo>
                  <a:pt x="5133455" y="31347"/>
                </a:moveTo>
                <a:lnTo>
                  <a:pt x="5148309" y="33996"/>
                </a:lnTo>
                <a:lnTo>
                  <a:pt x="5149300" y="220073"/>
                </a:lnTo>
                <a:cubicBezTo>
                  <a:pt x="5179439" y="761585"/>
                  <a:pt x="5415238" y="1299413"/>
                  <a:pt x="5796312" y="1695595"/>
                </a:cubicBezTo>
                <a:lnTo>
                  <a:pt x="5872039" y="1766737"/>
                </a:lnTo>
                <a:lnTo>
                  <a:pt x="5872039" y="1787110"/>
                </a:lnTo>
                <a:lnTo>
                  <a:pt x="5785581" y="1705899"/>
                </a:lnTo>
                <a:cubicBezTo>
                  <a:pt x="5402104" y="1307181"/>
                  <a:pt x="5164757" y="765936"/>
                  <a:pt x="5134458" y="220900"/>
                </a:cubicBezTo>
                <a:close/>
                <a:moveTo>
                  <a:pt x="5044957" y="15568"/>
                </a:moveTo>
                <a:lnTo>
                  <a:pt x="5059878" y="18229"/>
                </a:lnTo>
                <a:lnTo>
                  <a:pt x="5066439" y="217910"/>
                </a:lnTo>
                <a:cubicBezTo>
                  <a:pt x="5112942" y="772689"/>
                  <a:pt x="5370310" y="1319808"/>
                  <a:pt x="5772580" y="1719034"/>
                </a:cubicBezTo>
                <a:lnTo>
                  <a:pt x="5872039" y="1808291"/>
                </a:lnTo>
                <a:lnTo>
                  <a:pt x="5872039" y="1828215"/>
                </a:lnTo>
                <a:lnTo>
                  <a:pt x="5762116" y="1729552"/>
                </a:lnTo>
                <a:cubicBezTo>
                  <a:pt x="5357363" y="1327896"/>
                  <a:pt x="5098420" y="777361"/>
                  <a:pt x="5051650" y="219138"/>
                </a:cubicBezTo>
                <a:close/>
                <a:moveTo>
                  <a:pt x="4957641" y="0"/>
                </a:moveTo>
                <a:lnTo>
                  <a:pt x="4972882" y="2718"/>
                </a:lnTo>
                <a:lnTo>
                  <a:pt x="4983549" y="215748"/>
                </a:lnTo>
                <a:cubicBezTo>
                  <a:pt x="5045539" y="776907"/>
                  <a:pt x="5317294" y="1317552"/>
                  <a:pt x="5721970" y="1715456"/>
                </a:cubicBezTo>
                <a:lnTo>
                  <a:pt x="5872039" y="1849047"/>
                </a:lnTo>
                <a:lnTo>
                  <a:pt x="5872039" y="1869376"/>
                </a:lnTo>
                <a:lnTo>
                  <a:pt x="5738533" y="1752894"/>
                </a:lnTo>
                <a:cubicBezTo>
                  <a:pt x="5586605" y="1608599"/>
                  <a:pt x="5451397" y="1443750"/>
                  <a:pt x="5338115" y="1263588"/>
                </a:cubicBezTo>
                <a:cubicBezTo>
                  <a:pt x="5136727" y="943273"/>
                  <a:pt x="5009017" y="581497"/>
                  <a:pt x="4968787" y="217377"/>
                </a:cubicBezTo>
                <a:close/>
              </a:path>
            </a:pathLst>
          </a:custGeom>
          <a:gradFill flip="none" rotWithShape="1">
            <a:gsLst>
              <a:gs pos="28000">
                <a:schemeClr val="accent1">
                  <a:lumMod val="60000"/>
                  <a:lumOff val="40000"/>
                  <a:alpha val="16000"/>
                </a:schemeClr>
              </a:gs>
              <a:gs pos="66100">
                <a:schemeClr val="tx1">
                  <a:alpha val="2000"/>
                </a:schemeClr>
              </a:gs>
              <a:gs pos="0">
                <a:schemeClr val="bg2">
                  <a:alpha val="0"/>
                </a:schemeClr>
              </a:gs>
              <a:gs pos="100000">
                <a:schemeClr val="bg1">
                  <a:alpha val="0"/>
                </a:schemeClr>
              </a:gs>
            </a:gsLst>
            <a:lin ang="8100000" scaled="1"/>
            <a:tileRect/>
          </a:gradFill>
          <a:ln w="266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DABCD38-175B-BBC4-D4A2-A3DA7F054A2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1867" t="37200" r="11867" b="37200"/>
          <a:stretch>
            <a:fillRect/>
          </a:stretch>
        </p:blipFill>
        <p:spPr>
          <a:xfrm>
            <a:off x="10795000" y="538609"/>
            <a:ext cx="1054100" cy="353824"/>
          </a:xfrm>
          <a:prstGeom prst="rect">
            <a:avLst/>
          </a:prstGeom>
        </p:spPr>
      </p:pic>
      <p:sp>
        <p:nvSpPr>
          <p:cNvPr id="9" name="Freeform: Shape 8">
            <a:extLst>
              <a:ext uri="{FF2B5EF4-FFF2-40B4-BE49-F238E27FC236}">
                <a16:creationId xmlns:a16="http://schemas.microsoft.com/office/drawing/2014/main" id="{B9012618-AF64-A84B-F7F8-F3F7A0DC89A4}"/>
              </a:ext>
            </a:extLst>
          </p:cNvPr>
          <p:cNvSpPr/>
          <p:nvPr userDrawn="1"/>
        </p:nvSpPr>
        <p:spPr>
          <a:xfrm flipH="1" flipV="1">
            <a:off x="0" y="0"/>
            <a:ext cx="5872039" cy="3967305"/>
          </a:xfrm>
          <a:custGeom>
            <a:avLst/>
            <a:gdLst>
              <a:gd name="csX0" fmla="*/ 1630557 w 5872039"/>
              <a:gd name="csY0" fmla="*/ 3932433 h 3967305"/>
              <a:gd name="csX1" fmla="*/ 1926360 w 5872039"/>
              <a:gd name="csY1" fmla="*/ 3953610 h 3967305"/>
              <a:gd name="csX2" fmla="*/ 2063964 w 5872039"/>
              <a:gd name="csY2" fmla="*/ 3967305 h 3967305"/>
              <a:gd name="csX3" fmla="*/ 1912635 w 5872039"/>
              <a:gd name="csY3" fmla="*/ 3967305 h 3967305"/>
              <a:gd name="csX4" fmla="*/ 1728813 w 5872039"/>
              <a:gd name="csY4" fmla="*/ 3950310 h 3967305"/>
              <a:gd name="csX5" fmla="*/ 1534608 w 5872039"/>
              <a:gd name="csY5" fmla="*/ 3951794 h 3967305"/>
              <a:gd name="csX6" fmla="*/ 1445657 w 5872039"/>
              <a:gd name="csY6" fmla="*/ 3964845 h 3967305"/>
              <a:gd name="csX7" fmla="*/ 1436419 w 5872039"/>
              <a:gd name="csY7" fmla="*/ 3967305 h 3967305"/>
              <a:gd name="csX8" fmla="*/ 1378588 w 5872039"/>
              <a:gd name="csY8" fmla="*/ 3967305 h 3967305"/>
              <a:gd name="csX9" fmla="*/ 1442591 w 5872039"/>
              <a:gd name="csY9" fmla="*/ 3950250 h 3967305"/>
              <a:gd name="csX10" fmla="*/ 1533194 w 5872039"/>
              <a:gd name="csY10" fmla="*/ 3936952 h 3967305"/>
              <a:gd name="csX11" fmla="*/ 1630557 w 5872039"/>
              <a:gd name="csY11" fmla="*/ 3932433 h 3967305"/>
              <a:gd name="csX12" fmla="*/ 3127249 w 5872039"/>
              <a:gd name="csY12" fmla="*/ 3890621 h 3967305"/>
              <a:gd name="csX13" fmla="*/ 3052118 w 5872039"/>
              <a:gd name="csY13" fmla="*/ 3893909 h 3967305"/>
              <a:gd name="csX14" fmla="*/ 3040045 w 5872039"/>
              <a:gd name="csY14" fmla="*/ 3893138 h 3967305"/>
              <a:gd name="csX15" fmla="*/ 3033883 w 5872039"/>
              <a:gd name="csY15" fmla="*/ 3906456 h 3967305"/>
              <a:gd name="csX16" fmla="*/ 3052898 w 5872039"/>
              <a:gd name="csY16" fmla="*/ 3905986 h 3967305"/>
              <a:gd name="csX17" fmla="*/ 2938833 w 5872039"/>
              <a:gd name="csY17" fmla="*/ 3882768 h 3967305"/>
              <a:gd name="csX18" fmla="*/ 2935359 w 5872039"/>
              <a:gd name="csY18" fmla="*/ 3888554 h 3967305"/>
              <a:gd name="csX19" fmla="*/ 2916668 w 5872039"/>
              <a:gd name="csY19" fmla="*/ 3909353 h 3967305"/>
              <a:gd name="csX20" fmla="*/ 3017381 w 5872039"/>
              <a:gd name="csY20" fmla="*/ 3906864 h 3967305"/>
              <a:gd name="csX21" fmla="*/ 3024173 w 5872039"/>
              <a:gd name="csY21" fmla="*/ 3892124 h 3967305"/>
              <a:gd name="csX22" fmla="*/ 2976590 w 5872039"/>
              <a:gd name="csY22" fmla="*/ 3889084 h 3967305"/>
              <a:gd name="csX23" fmla="*/ 2832196 w 5872039"/>
              <a:gd name="csY23" fmla="*/ 3858204 h 3967305"/>
              <a:gd name="csX24" fmla="*/ 2801624 w 5872039"/>
              <a:gd name="csY24" fmla="*/ 3889633 h 3967305"/>
              <a:gd name="csX25" fmla="*/ 2899037 w 5872039"/>
              <a:gd name="csY25" fmla="*/ 3906747 h 3967305"/>
              <a:gd name="csX26" fmla="*/ 2923025 w 5872039"/>
              <a:gd name="csY26" fmla="*/ 3880123 h 3967305"/>
              <a:gd name="csX27" fmla="*/ 2899621 w 5872039"/>
              <a:gd name="csY27" fmla="*/ 3876207 h 3967305"/>
              <a:gd name="csX28" fmla="*/ 3238071 w 5872039"/>
              <a:gd name="csY28" fmla="*/ 3854954 h 3967305"/>
              <a:gd name="csX29" fmla="*/ 3200256 w 5872039"/>
              <a:gd name="csY29" fmla="*/ 3860524 h 3967305"/>
              <a:gd name="csX30" fmla="*/ 3119844 w 5872039"/>
              <a:gd name="csY30" fmla="*/ 3861354 h 3967305"/>
              <a:gd name="csX31" fmla="*/ 3057674 w 5872039"/>
              <a:gd name="csY31" fmla="*/ 3855036 h 3967305"/>
              <a:gd name="csX32" fmla="*/ 3047435 w 5872039"/>
              <a:gd name="csY32" fmla="*/ 3877165 h 3967305"/>
              <a:gd name="csX33" fmla="*/ 3126017 w 5872039"/>
              <a:gd name="csY33" fmla="*/ 3875820 h 3967305"/>
              <a:gd name="csX34" fmla="*/ 3230734 w 5872039"/>
              <a:gd name="csY34" fmla="*/ 3857387 h 3967305"/>
              <a:gd name="csX35" fmla="*/ 2964629 w 5872039"/>
              <a:gd name="csY35" fmla="*/ 3837842 h 3967305"/>
              <a:gd name="csX36" fmla="*/ 2962375 w 5872039"/>
              <a:gd name="csY36" fmla="*/ 3843545 h 3967305"/>
              <a:gd name="csX37" fmla="*/ 2947674 w 5872039"/>
              <a:gd name="csY37" fmla="*/ 3868037 h 3967305"/>
              <a:gd name="csX38" fmla="*/ 3016153 w 5872039"/>
              <a:gd name="csY38" fmla="*/ 3877701 h 3967305"/>
              <a:gd name="csX39" fmla="*/ 3030937 w 5872039"/>
              <a:gd name="csY39" fmla="*/ 3877448 h 3967305"/>
              <a:gd name="csX40" fmla="*/ 3041999 w 5872039"/>
              <a:gd name="csY40" fmla="*/ 3853442 h 3967305"/>
              <a:gd name="csX41" fmla="*/ 3041092 w 5872039"/>
              <a:gd name="csY41" fmla="*/ 3853350 h 3967305"/>
              <a:gd name="csX42" fmla="*/ 2732451 w 5872039"/>
              <a:gd name="csY42" fmla="*/ 3822201 h 3967305"/>
              <a:gd name="csX43" fmla="*/ 2697710 w 5872039"/>
              <a:gd name="csY43" fmla="*/ 3855589 h 3967305"/>
              <a:gd name="csX44" fmla="*/ 2693539 w 5872039"/>
              <a:gd name="csY44" fmla="*/ 3858180 h 3967305"/>
              <a:gd name="csX45" fmla="*/ 2771758 w 5872039"/>
              <a:gd name="csY45" fmla="*/ 3884386 h 3967305"/>
              <a:gd name="csX46" fmla="*/ 2783967 w 5872039"/>
              <a:gd name="csY46" fmla="*/ 3886531 h 3967305"/>
              <a:gd name="csX47" fmla="*/ 2816201 w 5872039"/>
              <a:gd name="csY47" fmla="*/ 3853467 h 3967305"/>
              <a:gd name="csX48" fmla="*/ 2740819 w 5872039"/>
              <a:gd name="csY48" fmla="*/ 3826125 h 3967305"/>
              <a:gd name="csX49" fmla="*/ 2871292 w 5872039"/>
              <a:gd name="csY49" fmla="*/ 3808603 h 3967305"/>
              <a:gd name="csX50" fmla="*/ 2851830 w 5872039"/>
              <a:gd name="csY50" fmla="*/ 3838019 h 3967305"/>
              <a:gd name="csX51" fmla="*/ 2844063 w 5872039"/>
              <a:gd name="csY51" fmla="*/ 3846005 h 3967305"/>
              <a:gd name="csX52" fmla="*/ 2903153 w 5872039"/>
              <a:gd name="csY52" fmla="*/ 3861755 h 3967305"/>
              <a:gd name="csX53" fmla="*/ 2931649 w 5872039"/>
              <a:gd name="csY53" fmla="*/ 3865776 h 3967305"/>
              <a:gd name="csX54" fmla="*/ 2949134 w 5872039"/>
              <a:gd name="csY54" fmla="*/ 3836658 h 3967305"/>
              <a:gd name="csX55" fmla="*/ 2950319 w 5872039"/>
              <a:gd name="csY55" fmla="*/ 3833649 h 3967305"/>
              <a:gd name="csX56" fmla="*/ 2890346 w 5872039"/>
              <a:gd name="csY56" fmla="*/ 3816008 h 3967305"/>
              <a:gd name="csX57" fmla="*/ 3072729 w 5872039"/>
              <a:gd name="csY57" fmla="*/ 3807675 h 3967305"/>
              <a:gd name="csX58" fmla="*/ 3066588 w 5872039"/>
              <a:gd name="csY58" fmla="*/ 3835769 h 3967305"/>
              <a:gd name="csX59" fmla="*/ 3064298 w 5872039"/>
              <a:gd name="csY59" fmla="*/ 3840720 h 3967305"/>
              <a:gd name="csX60" fmla="*/ 3120087 w 5872039"/>
              <a:gd name="csY60" fmla="*/ 3846435 h 3967305"/>
              <a:gd name="csX61" fmla="*/ 3199188 w 5872039"/>
              <a:gd name="csY61" fmla="*/ 3845654 h 3967305"/>
              <a:gd name="csX62" fmla="*/ 3283247 w 5872039"/>
              <a:gd name="csY62" fmla="*/ 3833467 h 3967305"/>
              <a:gd name="csX63" fmla="*/ 3292593 w 5872039"/>
              <a:gd name="csY63" fmla="*/ 3828251 h 3967305"/>
              <a:gd name="csX64" fmla="*/ 3273001 w 5872039"/>
              <a:gd name="csY64" fmla="*/ 3830465 h 3967305"/>
              <a:gd name="csX65" fmla="*/ 3122586 w 5872039"/>
              <a:gd name="csY65" fmla="*/ 3820448 h 3967305"/>
              <a:gd name="csX66" fmla="*/ 3386652 w 5872039"/>
              <a:gd name="csY66" fmla="*/ 3796937 h 3967305"/>
              <a:gd name="csX67" fmla="*/ 3378327 w 5872039"/>
              <a:gd name="csY67" fmla="*/ 3797613 h 3967305"/>
              <a:gd name="csX68" fmla="*/ 3367680 w 5872039"/>
              <a:gd name="csY68" fmla="*/ 3804745 h 3967305"/>
              <a:gd name="csX69" fmla="*/ 3371355 w 5872039"/>
              <a:gd name="csY69" fmla="*/ 3804328 h 3967305"/>
              <a:gd name="csX70" fmla="*/ 2985388 w 5872039"/>
              <a:gd name="csY70" fmla="*/ 3785300 h 3967305"/>
              <a:gd name="csX71" fmla="*/ 2971369 w 5872039"/>
              <a:gd name="csY71" fmla="*/ 3820782 h 3967305"/>
              <a:gd name="csX72" fmla="*/ 3042566 w 5872039"/>
              <a:gd name="csY72" fmla="*/ 3838493 h 3967305"/>
              <a:gd name="csX73" fmla="*/ 3048603 w 5872039"/>
              <a:gd name="csY73" fmla="*/ 3839112 h 3967305"/>
              <a:gd name="csX74" fmla="*/ 3052646 w 5872039"/>
              <a:gd name="csY74" fmla="*/ 3830338 h 3967305"/>
              <a:gd name="csX75" fmla="*/ 3058349 w 5872039"/>
              <a:gd name="csY75" fmla="*/ 3803991 h 3967305"/>
              <a:gd name="csX76" fmla="*/ 2638323 w 5872039"/>
              <a:gd name="csY76" fmla="*/ 3778057 h 3967305"/>
              <a:gd name="csX77" fmla="*/ 2613671 w 5872039"/>
              <a:gd name="csY77" fmla="*/ 3799752 h 3967305"/>
              <a:gd name="csX78" fmla="*/ 2591849 w 5872039"/>
              <a:gd name="csY78" fmla="*/ 3812381 h 3967305"/>
              <a:gd name="csX79" fmla="*/ 2674471 w 5872039"/>
              <a:gd name="csY79" fmla="*/ 3851792 h 3967305"/>
              <a:gd name="csX80" fmla="*/ 2675143 w 5872039"/>
              <a:gd name="csY80" fmla="*/ 3852017 h 3967305"/>
              <a:gd name="csX81" fmla="*/ 2684642 w 5872039"/>
              <a:gd name="csY81" fmla="*/ 3846368 h 3967305"/>
              <a:gd name="csX82" fmla="*/ 2717610 w 5872039"/>
              <a:gd name="csY82" fmla="*/ 3815241 h 3967305"/>
              <a:gd name="csX83" fmla="*/ 2780224 w 5872039"/>
              <a:gd name="csY83" fmla="*/ 3771494 h 3967305"/>
              <a:gd name="csX84" fmla="*/ 2768407 w 5872039"/>
              <a:gd name="csY84" fmla="*/ 3787646 h 3967305"/>
              <a:gd name="csX85" fmla="*/ 2744653 w 5872039"/>
              <a:gd name="csY85" fmla="*/ 3810475 h 3967305"/>
              <a:gd name="csX86" fmla="*/ 2825850 w 5872039"/>
              <a:gd name="csY86" fmla="*/ 3841150 h 3967305"/>
              <a:gd name="csX87" fmla="*/ 2827721 w 5872039"/>
              <a:gd name="csY87" fmla="*/ 3841649 h 3967305"/>
              <a:gd name="csX88" fmla="*/ 2839978 w 5872039"/>
              <a:gd name="csY88" fmla="*/ 3829076 h 3967305"/>
              <a:gd name="csX89" fmla="*/ 2857149 w 5872039"/>
              <a:gd name="csY89" fmla="*/ 3803107 h 3967305"/>
              <a:gd name="csX90" fmla="*/ 2796279 w 5872039"/>
              <a:gd name="csY90" fmla="*/ 3779452 h 3967305"/>
              <a:gd name="csX91" fmla="*/ 3438744 w 5872039"/>
              <a:gd name="csY91" fmla="*/ 3769122 h 3967305"/>
              <a:gd name="csX92" fmla="*/ 3419439 w 5872039"/>
              <a:gd name="csY92" fmla="*/ 3770075 h 3967305"/>
              <a:gd name="csX93" fmla="*/ 3403664 w 5872039"/>
              <a:gd name="csY93" fmla="*/ 3780641 h 3967305"/>
              <a:gd name="csX94" fmla="*/ 3423251 w 5872039"/>
              <a:gd name="csY94" fmla="*/ 3779039 h 3967305"/>
              <a:gd name="csX95" fmla="*/ 3478335 w 5872039"/>
              <a:gd name="csY95" fmla="*/ 3767169 h 3967305"/>
              <a:gd name="csX96" fmla="*/ 3469346 w 5872039"/>
              <a:gd name="csY96" fmla="*/ 3767612 h 3967305"/>
              <a:gd name="csX97" fmla="*/ 3453909 w 5872039"/>
              <a:gd name="csY97" fmla="*/ 3775671 h 3967305"/>
              <a:gd name="csX98" fmla="*/ 3464712 w 5872039"/>
              <a:gd name="csY98" fmla="*/ 3773221 h 3967305"/>
              <a:gd name="csX99" fmla="*/ 3084257 w 5872039"/>
              <a:gd name="csY99" fmla="*/ 3754928 h 3967305"/>
              <a:gd name="csX100" fmla="*/ 3075885 w 5872039"/>
              <a:gd name="csY100" fmla="*/ 3793231 h 3967305"/>
              <a:gd name="csX101" fmla="*/ 3124287 w 5872039"/>
              <a:gd name="csY101" fmla="*/ 3805683 h 3967305"/>
              <a:gd name="csX102" fmla="*/ 3272360 w 5872039"/>
              <a:gd name="csY102" fmla="*/ 3815569 h 3967305"/>
              <a:gd name="csX103" fmla="*/ 3326296 w 5872039"/>
              <a:gd name="csY103" fmla="*/ 3809445 h 3967305"/>
              <a:gd name="csX104" fmla="*/ 3342710 w 5872039"/>
              <a:gd name="csY104" fmla="*/ 3800285 h 3967305"/>
              <a:gd name="csX105" fmla="*/ 3339205 w 5872039"/>
              <a:gd name="csY105" fmla="*/ 3800299 h 3967305"/>
              <a:gd name="csX106" fmla="*/ 3190550 w 5872039"/>
              <a:gd name="csY106" fmla="*/ 3785114 h 3967305"/>
              <a:gd name="csX107" fmla="*/ 2899190 w 5872039"/>
              <a:gd name="csY107" fmla="*/ 3752722 h 3967305"/>
              <a:gd name="csX108" fmla="*/ 2879753 w 5872039"/>
              <a:gd name="csY108" fmla="*/ 3795814 h 3967305"/>
              <a:gd name="csX109" fmla="*/ 2879667 w 5872039"/>
              <a:gd name="csY109" fmla="*/ 3795945 h 3967305"/>
              <a:gd name="csX110" fmla="*/ 2894036 w 5872039"/>
              <a:gd name="csY110" fmla="*/ 3801544 h 3967305"/>
              <a:gd name="csX111" fmla="*/ 2956812 w 5872039"/>
              <a:gd name="csY111" fmla="*/ 3817160 h 3967305"/>
              <a:gd name="csX112" fmla="*/ 2971147 w 5872039"/>
              <a:gd name="csY112" fmla="*/ 3780754 h 3967305"/>
              <a:gd name="csX113" fmla="*/ 3528935 w 5872039"/>
              <a:gd name="csY113" fmla="*/ 3739357 h 3967305"/>
              <a:gd name="csX114" fmla="*/ 3511251 w 5872039"/>
              <a:gd name="csY114" fmla="*/ 3739642 h 3967305"/>
              <a:gd name="csX115" fmla="*/ 3494169 w 5872039"/>
              <a:gd name="csY115" fmla="*/ 3751548 h 3967305"/>
              <a:gd name="csX116" fmla="*/ 3509773 w 5872039"/>
              <a:gd name="csY116" fmla="*/ 3750775 h 3967305"/>
              <a:gd name="csX117" fmla="*/ 3569320 w 5872039"/>
              <a:gd name="csY117" fmla="*/ 3738707 h 3967305"/>
              <a:gd name="csX118" fmla="*/ 3559842 w 5872039"/>
              <a:gd name="csY118" fmla="*/ 3738859 h 3967305"/>
              <a:gd name="csX119" fmla="*/ 3551374 w 5872039"/>
              <a:gd name="csY119" fmla="*/ 3744369 h 3967305"/>
              <a:gd name="csX120" fmla="*/ 3561523 w 5872039"/>
              <a:gd name="csY120" fmla="*/ 3742431 h 3967305"/>
              <a:gd name="csX121" fmla="*/ 3565463 w 5872039"/>
              <a:gd name="csY121" fmla="*/ 3740834 h 3967305"/>
              <a:gd name="csX122" fmla="*/ 3465649 w 5872039"/>
              <a:gd name="csY122" fmla="*/ 3737131 h 3967305"/>
              <a:gd name="csX123" fmla="*/ 3449873 w 5872039"/>
              <a:gd name="csY123" fmla="*/ 3749689 h 3967305"/>
              <a:gd name="csX124" fmla="*/ 3443337 w 5872039"/>
              <a:gd name="csY124" fmla="*/ 3754067 h 3967305"/>
              <a:gd name="csX125" fmla="*/ 3463852 w 5872039"/>
              <a:gd name="csY125" fmla="*/ 3753050 h 3967305"/>
              <a:gd name="csX126" fmla="*/ 3485295 w 5872039"/>
              <a:gd name="csY126" fmla="*/ 3739325 h 3967305"/>
              <a:gd name="csX127" fmla="*/ 2692314 w 5872039"/>
              <a:gd name="csY127" fmla="*/ 3727916 h 3967305"/>
              <a:gd name="csX128" fmla="*/ 2684851 w 5872039"/>
              <a:gd name="csY128" fmla="*/ 3737111 h 3967305"/>
              <a:gd name="csX129" fmla="*/ 2652006 w 5872039"/>
              <a:gd name="csY129" fmla="*/ 3766016 h 3967305"/>
              <a:gd name="csX130" fmla="*/ 2720057 w 5872039"/>
              <a:gd name="csY130" fmla="*/ 3801183 h 3967305"/>
              <a:gd name="csX131" fmla="*/ 2728944 w 5872039"/>
              <a:gd name="csY131" fmla="*/ 3804540 h 3967305"/>
              <a:gd name="csX132" fmla="*/ 2756902 w 5872039"/>
              <a:gd name="csY132" fmla="*/ 3778142 h 3967305"/>
              <a:gd name="csX133" fmla="*/ 2766673 w 5872039"/>
              <a:gd name="csY133" fmla="*/ 3764776 h 3967305"/>
              <a:gd name="csX134" fmla="*/ 2551797 w 5872039"/>
              <a:gd name="csY134" fmla="*/ 3727013 h 3967305"/>
              <a:gd name="csX135" fmla="*/ 2533980 w 5872039"/>
              <a:gd name="csY135" fmla="*/ 3741535 h 3967305"/>
              <a:gd name="csX136" fmla="*/ 2497432 w 5872039"/>
              <a:gd name="csY136" fmla="*/ 3761971 h 3967305"/>
              <a:gd name="csX137" fmla="*/ 2541602 w 5872039"/>
              <a:gd name="csY137" fmla="*/ 3788413 h 3967305"/>
              <a:gd name="csX138" fmla="*/ 2575738 w 5872039"/>
              <a:gd name="csY138" fmla="*/ 3804696 h 3967305"/>
              <a:gd name="csX139" fmla="*/ 2604268 w 5872039"/>
              <a:gd name="csY139" fmla="*/ 3788268 h 3967305"/>
              <a:gd name="csX140" fmla="*/ 2624346 w 5872039"/>
              <a:gd name="csY140" fmla="*/ 3770634 h 3967305"/>
              <a:gd name="csX141" fmla="*/ 3003352 w 5872039"/>
              <a:gd name="csY141" fmla="*/ 3726446 h 3967305"/>
              <a:gd name="csX142" fmla="*/ 2997471 w 5872039"/>
              <a:gd name="csY142" fmla="*/ 3754716 h 3967305"/>
              <a:gd name="csX143" fmla="*/ 2990893 w 5872039"/>
              <a:gd name="csY143" fmla="*/ 3771366 h 3967305"/>
              <a:gd name="csX144" fmla="*/ 3061480 w 5872039"/>
              <a:gd name="csY144" fmla="*/ 3789525 h 3967305"/>
              <a:gd name="csX145" fmla="*/ 3069854 w 5872039"/>
              <a:gd name="csY145" fmla="*/ 3750838 h 3967305"/>
              <a:gd name="csX146" fmla="*/ 3047366 w 5872039"/>
              <a:gd name="csY146" fmla="*/ 3744451 h 3967305"/>
              <a:gd name="csX147" fmla="*/ 2815387 w 5872039"/>
              <a:gd name="csY147" fmla="*/ 3713027 h 3967305"/>
              <a:gd name="csX148" fmla="*/ 2797212 w 5872039"/>
              <a:gd name="csY148" fmla="*/ 3748270 h 3967305"/>
              <a:gd name="csX149" fmla="*/ 2789100 w 5872039"/>
              <a:gd name="csY149" fmla="*/ 3759360 h 3967305"/>
              <a:gd name="csX150" fmla="*/ 2801264 w 5872039"/>
              <a:gd name="csY150" fmla="*/ 3765398 h 3967305"/>
              <a:gd name="csX151" fmla="*/ 2865527 w 5872039"/>
              <a:gd name="csY151" fmla="*/ 3790436 h 3967305"/>
              <a:gd name="csX152" fmla="*/ 2866913 w 5872039"/>
              <a:gd name="csY152" fmla="*/ 3788339 h 3967305"/>
              <a:gd name="csX153" fmla="*/ 2885351 w 5872039"/>
              <a:gd name="csY153" fmla="*/ 3747331 h 3967305"/>
              <a:gd name="csX154" fmla="*/ 2885130 w 5872039"/>
              <a:gd name="csY154" fmla="*/ 3747244 h 3967305"/>
              <a:gd name="csX155" fmla="*/ 3649552 w 5872039"/>
              <a:gd name="csY155" fmla="*/ 3711240 h 3967305"/>
              <a:gd name="csX156" fmla="*/ 3642128 w 5872039"/>
              <a:gd name="csY156" fmla="*/ 3715856 h 3967305"/>
              <a:gd name="csX157" fmla="*/ 3650651 w 5872039"/>
              <a:gd name="csY157" fmla="*/ 3714536 h 3967305"/>
              <a:gd name="csX158" fmla="*/ 3656907 w 5872039"/>
              <a:gd name="csY158" fmla="*/ 3711365 h 3967305"/>
              <a:gd name="csX159" fmla="*/ 3603499 w 5872039"/>
              <a:gd name="csY159" fmla="*/ 3710454 h 3967305"/>
              <a:gd name="csX160" fmla="*/ 3583305 w 5872039"/>
              <a:gd name="csY160" fmla="*/ 3723593 h 3967305"/>
              <a:gd name="csX161" fmla="*/ 3593265 w 5872039"/>
              <a:gd name="csY161" fmla="*/ 3723424 h 3967305"/>
              <a:gd name="csX162" fmla="*/ 3598489 w 5872039"/>
              <a:gd name="csY162" fmla="*/ 3722615 h 3967305"/>
              <a:gd name="csX163" fmla="*/ 3620021 w 5872039"/>
              <a:gd name="csY163" fmla="*/ 3710736 h 3967305"/>
              <a:gd name="csX164" fmla="*/ 3555696 w 5872039"/>
              <a:gd name="csY164" fmla="*/ 3708663 h 3967305"/>
              <a:gd name="csX165" fmla="*/ 3533047 w 5872039"/>
              <a:gd name="csY165" fmla="*/ 3724450 h 3967305"/>
              <a:gd name="csX166" fmla="*/ 3554569 w 5872039"/>
              <a:gd name="csY166" fmla="*/ 3724083 h 3967305"/>
              <a:gd name="csX167" fmla="*/ 3578167 w 5872039"/>
              <a:gd name="csY167" fmla="*/ 3710022 h 3967305"/>
              <a:gd name="csX168" fmla="*/ 3563738 w 5872039"/>
              <a:gd name="csY168" fmla="*/ 3709776 h 3967305"/>
              <a:gd name="csX169" fmla="*/ 3509459 w 5872039"/>
              <a:gd name="csY169" fmla="*/ 3702261 h 3967305"/>
              <a:gd name="csX170" fmla="*/ 3482072 w 5872039"/>
              <a:gd name="csY170" fmla="*/ 3724059 h 3967305"/>
              <a:gd name="csX171" fmla="*/ 3491822 w 5872039"/>
              <a:gd name="csY171" fmla="*/ 3725152 h 3967305"/>
              <a:gd name="csX172" fmla="*/ 3507864 w 5872039"/>
              <a:gd name="csY172" fmla="*/ 3724879 h 3967305"/>
              <a:gd name="csX173" fmla="*/ 3532109 w 5872039"/>
              <a:gd name="csY173" fmla="*/ 3709360 h 3967305"/>
              <a:gd name="csX174" fmla="*/ 3536263 w 5872039"/>
              <a:gd name="csY174" fmla="*/ 3705972 h 3967305"/>
              <a:gd name="csX175" fmla="*/ 3093286 w 5872039"/>
              <a:gd name="csY175" fmla="*/ 3692502 h 3967305"/>
              <a:gd name="csX176" fmla="*/ 3090889 w 5872039"/>
              <a:gd name="csY176" fmla="*/ 3724585 h 3967305"/>
              <a:gd name="csX177" fmla="*/ 3087411 w 5872039"/>
              <a:gd name="csY177" fmla="*/ 3740498 h 3967305"/>
              <a:gd name="csX178" fmla="*/ 3197486 w 5872039"/>
              <a:gd name="csY178" fmla="*/ 3771350 h 3967305"/>
              <a:gd name="csX179" fmla="*/ 3345452 w 5872039"/>
              <a:gd name="csY179" fmla="*/ 3785403 h 3967305"/>
              <a:gd name="csX180" fmla="*/ 3373489 w 5872039"/>
              <a:gd name="csY180" fmla="*/ 3783110 h 3967305"/>
              <a:gd name="csX181" fmla="*/ 3394981 w 5872039"/>
              <a:gd name="csY181" fmla="*/ 3771117 h 3967305"/>
              <a:gd name="csX182" fmla="*/ 3398457 w 5872039"/>
              <a:gd name="csY182" fmla="*/ 3768537 h 3967305"/>
              <a:gd name="csX183" fmla="*/ 3333482 w 5872039"/>
              <a:gd name="csY183" fmla="*/ 3763298 h 3967305"/>
              <a:gd name="csX184" fmla="*/ 3169696 w 5872039"/>
              <a:gd name="csY184" fmla="*/ 3723976 h 3967305"/>
              <a:gd name="csX185" fmla="*/ 2922971 w 5872039"/>
              <a:gd name="csY185" fmla="*/ 3690611 h 3967305"/>
              <a:gd name="csX186" fmla="*/ 2917388 w 5872039"/>
              <a:gd name="csY186" fmla="*/ 3712378 h 3967305"/>
              <a:gd name="csX187" fmla="*/ 2905307 w 5872039"/>
              <a:gd name="csY187" fmla="*/ 3739161 h 3967305"/>
              <a:gd name="csX188" fmla="*/ 2976561 w 5872039"/>
              <a:gd name="csY188" fmla="*/ 3767007 h 3967305"/>
              <a:gd name="csX189" fmla="*/ 2983314 w 5872039"/>
              <a:gd name="csY189" fmla="*/ 3749855 h 3967305"/>
              <a:gd name="csX190" fmla="*/ 2989333 w 5872039"/>
              <a:gd name="csY190" fmla="*/ 3720711 h 3967305"/>
              <a:gd name="csX191" fmla="*/ 2955365 w 5872039"/>
              <a:gd name="csY191" fmla="*/ 3706815 h 3967305"/>
              <a:gd name="csX192" fmla="*/ 3749263 w 5872039"/>
              <a:gd name="csY192" fmla="*/ 3684045 h 3967305"/>
              <a:gd name="csX193" fmla="*/ 3739299 w 5872039"/>
              <a:gd name="csY193" fmla="*/ 3684842 h 3967305"/>
              <a:gd name="csX194" fmla="*/ 3732261 w 5872039"/>
              <a:gd name="csY194" fmla="*/ 3688882 h 3967305"/>
              <a:gd name="csX195" fmla="*/ 3740688 w 5872039"/>
              <a:gd name="csY195" fmla="*/ 3687887 h 3967305"/>
              <a:gd name="csX196" fmla="*/ 3695505 w 5872039"/>
              <a:gd name="csY196" fmla="*/ 3682665 h 3967305"/>
              <a:gd name="csX197" fmla="*/ 3674544 w 5872039"/>
              <a:gd name="csY197" fmla="*/ 3695699 h 3967305"/>
              <a:gd name="csX198" fmla="*/ 3691848 w 5872039"/>
              <a:gd name="csY198" fmla="*/ 3693656 h 3967305"/>
              <a:gd name="csX199" fmla="*/ 3711905 w 5872039"/>
              <a:gd name="csY199" fmla="*/ 3683490 h 3967305"/>
              <a:gd name="csX200" fmla="*/ 3649418 w 5872039"/>
              <a:gd name="csY200" fmla="*/ 3680346 h 3967305"/>
              <a:gd name="csX201" fmla="*/ 3647746 w 5872039"/>
              <a:gd name="csY201" fmla="*/ 3681665 h 3967305"/>
              <a:gd name="csX202" fmla="*/ 3625672 w 5872039"/>
              <a:gd name="csY202" fmla="*/ 3696027 h 3967305"/>
              <a:gd name="csX203" fmla="*/ 3646081 w 5872039"/>
              <a:gd name="csY203" fmla="*/ 3696359 h 3967305"/>
              <a:gd name="csX204" fmla="*/ 3672959 w 5872039"/>
              <a:gd name="csY204" fmla="*/ 3681531 h 3967305"/>
              <a:gd name="csX205" fmla="*/ 2608621 w 5872039"/>
              <a:gd name="csY205" fmla="*/ 3678604 h 3967305"/>
              <a:gd name="csX206" fmla="*/ 2601375 w 5872039"/>
              <a:gd name="csY206" fmla="*/ 3686603 h 3967305"/>
              <a:gd name="csX207" fmla="*/ 2562372 w 5872039"/>
              <a:gd name="csY207" fmla="*/ 3718394 h 3967305"/>
              <a:gd name="csX208" fmla="*/ 2573643 w 5872039"/>
              <a:gd name="csY208" fmla="*/ 3725519 h 3967305"/>
              <a:gd name="csX209" fmla="*/ 2637903 w 5872039"/>
              <a:gd name="csY209" fmla="*/ 3758728 h 3967305"/>
              <a:gd name="csX210" fmla="*/ 2673853 w 5872039"/>
              <a:gd name="csY210" fmla="*/ 3727154 h 3967305"/>
              <a:gd name="csX211" fmla="*/ 2678839 w 5872039"/>
              <a:gd name="csY211" fmla="*/ 3721008 h 3967305"/>
              <a:gd name="csX212" fmla="*/ 2466324 w 5872039"/>
              <a:gd name="csY212" fmla="*/ 3674102 h 3967305"/>
              <a:gd name="csX213" fmla="*/ 2450231 w 5872039"/>
              <a:gd name="csY213" fmla="*/ 3685980 h 3967305"/>
              <a:gd name="csX214" fmla="*/ 2411659 w 5872039"/>
              <a:gd name="csY214" fmla="*/ 3705874 h 3967305"/>
              <a:gd name="csX215" fmla="*/ 2463947 w 5872039"/>
              <a:gd name="csY215" fmla="*/ 3741926 h 3967305"/>
              <a:gd name="csX216" fmla="*/ 2482861 w 5872039"/>
              <a:gd name="csY216" fmla="*/ 3753248 h 3967305"/>
              <a:gd name="csX217" fmla="*/ 2524903 w 5872039"/>
              <a:gd name="csY217" fmla="*/ 3729839 h 3967305"/>
              <a:gd name="csX218" fmla="*/ 2538327 w 5872039"/>
              <a:gd name="csY218" fmla="*/ 3718914 h 3967305"/>
              <a:gd name="csX219" fmla="*/ 2478685 w 5872039"/>
              <a:gd name="csY219" fmla="*/ 3683054 h 3967305"/>
              <a:gd name="csX220" fmla="*/ 3600695 w 5872039"/>
              <a:gd name="csY220" fmla="*/ 3673751 h 3967305"/>
              <a:gd name="csX221" fmla="*/ 3576041 w 5872039"/>
              <a:gd name="csY221" fmla="*/ 3694482 h 3967305"/>
              <a:gd name="csX222" fmla="*/ 3575006 w 5872039"/>
              <a:gd name="csY222" fmla="*/ 3695203 h 3967305"/>
              <a:gd name="csX223" fmla="*/ 3602292 w 5872039"/>
              <a:gd name="csY223" fmla="*/ 3695647 h 3967305"/>
              <a:gd name="csX224" fmla="*/ 3604100 w 5872039"/>
              <a:gd name="csY224" fmla="*/ 3694570 h 3967305"/>
              <a:gd name="csX225" fmla="*/ 3625852 w 5872039"/>
              <a:gd name="csY225" fmla="*/ 3677939 h 3967305"/>
              <a:gd name="csX226" fmla="*/ 2733007 w 5872039"/>
              <a:gd name="csY226" fmla="*/ 3669258 h 3967305"/>
              <a:gd name="csX227" fmla="*/ 2714510 w 5872039"/>
              <a:gd name="csY227" fmla="*/ 3700565 h 3967305"/>
              <a:gd name="csX228" fmla="*/ 2701921 w 5872039"/>
              <a:gd name="csY228" fmla="*/ 3716078 h 3967305"/>
              <a:gd name="csX229" fmla="*/ 2775550 w 5872039"/>
              <a:gd name="csY229" fmla="*/ 3752633 h 3967305"/>
              <a:gd name="csX230" fmla="*/ 2784691 w 5872039"/>
              <a:gd name="csY230" fmla="*/ 3740128 h 3967305"/>
              <a:gd name="csX231" fmla="*/ 2802004 w 5872039"/>
              <a:gd name="csY231" fmla="*/ 3706461 h 3967305"/>
              <a:gd name="csX232" fmla="*/ 2766749 w 5872039"/>
              <a:gd name="csY232" fmla="*/ 3689164 h 3967305"/>
              <a:gd name="csX233" fmla="*/ 3553562 w 5872039"/>
              <a:gd name="csY233" fmla="*/ 3665101 h 3967305"/>
              <a:gd name="csX234" fmla="*/ 3536639 w 5872039"/>
              <a:gd name="csY234" fmla="*/ 3680626 h 3967305"/>
              <a:gd name="csX235" fmla="*/ 3525436 w 5872039"/>
              <a:gd name="csY235" fmla="*/ 3689543 h 3967305"/>
              <a:gd name="csX236" fmla="*/ 3551899 w 5872039"/>
              <a:gd name="csY236" fmla="*/ 3693218 h 3967305"/>
              <a:gd name="csX237" fmla="*/ 3579990 w 5872039"/>
              <a:gd name="csY237" fmla="*/ 3670305 h 3967305"/>
              <a:gd name="csX238" fmla="*/ 3562336 w 5872039"/>
              <a:gd name="csY238" fmla="*/ 3667367 h 3967305"/>
              <a:gd name="csX239" fmla="*/ 3016954 w 5872039"/>
              <a:gd name="csY239" fmla="*/ 3661061 h 3967305"/>
              <a:gd name="csX240" fmla="*/ 3006427 w 5872039"/>
              <a:gd name="csY240" fmla="*/ 3711666 h 3967305"/>
              <a:gd name="csX241" fmla="*/ 3054726 w 5872039"/>
              <a:gd name="csY241" fmla="*/ 3731338 h 3967305"/>
              <a:gd name="csX242" fmla="*/ 3072968 w 5872039"/>
              <a:gd name="csY242" fmla="*/ 3736450 h 3967305"/>
              <a:gd name="csX243" fmla="*/ 3076260 w 5872039"/>
              <a:gd name="csY243" fmla="*/ 3721242 h 3967305"/>
              <a:gd name="csX244" fmla="*/ 3078818 w 5872039"/>
              <a:gd name="csY244" fmla="*/ 3686543 h 3967305"/>
              <a:gd name="csX245" fmla="*/ 3845010 w 5872039"/>
              <a:gd name="csY245" fmla="*/ 3656904 h 3967305"/>
              <a:gd name="csX246" fmla="*/ 3835042 w 5872039"/>
              <a:gd name="csY246" fmla="*/ 3657326 h 3967305"/>
              <a:gd name="csX247" fmla="*/ 3823939 w 5872039"/>
              <a:gd name="csY247" fmla="*/ 3663169 h 3967305"/>
              <a:gd name="csX248" fmla="*/ 3830847 w 5872039"/>
              <a:gd name="csY248" fmla="*/ 3662610 h 3967305"/>
              <a:gd name="csX249" fmla="*/ 3788898 w 5872039"/>
              <a:gd name="csY249" fmla="*/ 3656365 h 3967305"/>
              <a:gd name="csX250" fmla="*/ 3769359 w 5872039"/>
              <a:gd name="csY250" fmla="*/ 3667584 h 3967305"/>
              <a:gd name="csX251" fmla="*/ 3789674 w 5872039"/>
              <a:gd name="csY251" fmla="*/ 3665940 h 3967305"/>
              <a:gd name="csX252" fmla="*/ 3799250 w 5872039"/>
              <a:gd name="csY252" fmla="*/ 3661650 h 3967305"/>
              <a:gd name="csX253" fmla="*/ 3806159 w 5872039"/>
              <a:gd name="csY253" fmla="*/ 3657827 h 3967305"/>
              <a:gd name="csX254" fmla="*/ 3743926 w 5872039"/>
              <a:gd name="csY254" fmla="*/ 3652557 h 3967305"/>
              <a:gd name="csX255" fmla="*/ 3717573 w 5872039"/>
              <a:gd name="csY255" fmla="*/ 3668943 h 3967305"/>
              <a:gd name="csX256" fmla="*/ 3738531 w 5872039"/>
              <a:gd name="csY256" fmla="*/ 3669995 h 3967305"/>
              <a:gd name="csX257" fmla="*/ 3748214 w 5872039"/>
              <a:gd name="csY257" fmla="*/ 3665088 h 3967305"/>
              <a:gd name="csX258" fmla="*/ 3764508 w 5872039"/>
              <a:gd name="csY258" fmla="*/ 3654300 h 3967305"/>
              <a:gd name="csX259" fmla="*/ 2843516 w 5872039"/>
              <a:gd name="csY259" fmla="*/ 3650867 h 3967305"/>
              <a:gd name="csX260" fmla="*/ 2837438 w 5872039"/>
              <a:gd name="csY260" fmla="*/ 3670265 h 3967305"/>
              <a:gd name="csX261" fmla="*/ 2822188 w 5872039"/>
              <a:gd name="csY261" fmla="*/ 3699838 h 3967305"/>
              <a:gd name="csX262" fmla="*/ 2890028 w 5872039"/>
              <a:gd name="csY262" fmla="*/ 3733189 h 3967305"/>
              <a:gd name="csX263" fmla="*/ 2891458 w 5872039"/>
              <a:gd name="csY263" fmla="*/ 3733748 h 3967305"/>
              <a:gd name="csX264" fmla="*/ 2903522 w 5872039"/>
              <a:gd name="csY264" fmla="*/ 3706918 h 3967305"/>
              <a:gd name="csX265" fmla="*/ 2909406 w 5872039"/>
              <a:gd name="csY265" fmla="*/ 3683826 h 3967305"/>
              <a:gd name="csX266" fmla="*/ 3693175 w 5872039"/>
              <a:gd name="csY266" fmla="*/ 3645839 h 3967305"/>
              <a:gd name="csX267" fmla="*/ 3667090 w 5872039"/>
              <a:gd name="csY267" fmla="*/ 3666410 h 3967305"/>
              <a:gd name="csX268" fmla="*/ 3692988 w 5872039"/>
              <a:gd name="csY268" fmla="*/ 3667709 h 3967305"/>
              <a:gd name="csX269" fmla="*/ 3717370 w 5872039"/>
              <a:gd name="csY269" fmla="*/ 3650307 h 3967305"/>
              <a:gd name="csX270" fmla="*/ 3709067 w 5872039"/>
              <a:gd name="csY270" fmla="*/ 3649604 h 3967305"/>
              <a:gd name="csX271" fmla="*/ 3646926 w 5872039"/>
              <a:gd name="csY271" fmla="*/ 3634880 h 3967305"/>
              <a:gd name="csX272" fmla="*/ 3615616 w 5872039"/>
              <a:gd name="csY272" fmla="*/ 3661206 h 3967305"/>
              <a:gd name="csX273" fmla="*/ 3638111 w 5872039"/>
              <a:gd name="csY273" fmla="*/ 3664955 h 3967305"/>
              <a:gd name="csX274" fmla="*/ 3642542 w 5872039"/>
              <a:gd name="csY274" fmla="*/ 3665178 h 3967305"/>
              <a:gd name="csX275" fmla="*/ 3673831 w 5872039"/>
              <a:gd name="csY275" fmla="*/ 3641255 h 3967305"/>
              <a:gd name="csX276" fmla="*/ 3884003 w 5872039"/>
              <a:gd name="csY276" fmla="*/ 3631564 h 3967305"/>
              <a:gd name="csX277" fmla="*/ 3865963 w 5872039"/>
              <a:gd name="csY277" fmla="*/ 3641056 h 3967305"/>
              <a:gd name="csX278" fmla="*/ 3883465 w 5872039"/>
              <a:gd name="csY278" fmla="*/ 3640295 h 3967305"/>
              <a:gd name="csX279" fmla="*/ 3900718 w 5872039"/>
              <a:gd name="csY279" fmla="*/ 3631607 h 3967305"/>
              <a:gd name="csX280" fmla="*/ 3884973 w 5872039"/>
              <a:gd name="csY280" fmla="*/ 3631679 h 3967305"/>
              <a:gd name="csX281" fmla="*/ 3943049 w 5872039"/>
              <a:gd name="csY281" fmla="*/ 3631412 h 3967305"/>
              <a:gd name="csX282" fmla="*/ 3932658 w 5872039"/>
              <a:gd name="csY282" fmla="*/ 3631460 h 3967305"/>
              <a:gd name="csX283" fmla="*/ 3919952 w 5872039"/>
              <a:gd name="csY283" fmla="*/ 3637533 h 3967305"/>
              <a:gd name="csX284" fmla="*/ 3930850 w 5872039"/>
              <a:gd name="csY284" fmla="*/ 3635774 h 3967305"/>
              <a:gd name="csX285" fmla="*/ 2526756 w 5872039"/>
              <a:gd name="csY285" fmla="*/ 3627288 h 3967305"/>
              <a:gd name="csX286" fmla="*/ 2517740 w 5872039"/>
              <a:gd name="csY286" fmla="*/ 3636150 h 3967305"/>
              <a:gd name="csX287" fmla="*/ 2478857 w 5872039"/>
              <a:gd name="csY287" fmla="*/ 3664851 h 3967305"/>
              <a:gd name="csX288" fmla="*/ 2486961 w 5872039"/>
              <a:gd name="csY288" fmla="*/ 3670721 h 3967305"/>
              <a:gd name="csX289" fmla="*/ 2549199 w 5872039"/>
              <a:gd name="csY289" fmla="*/ 3710067 h 3967305"/>
              <a:gd name="csX290" fmla="*/ 2590857 w 5872039"/>
              <a:gd name="csY290" fmla="*/ 3676166 h 3967305"/>
              <a:gd name="csX291" fmla="*/ 2595711 w 5872039"/>
              <a:gd name="csY291" fmla="*/ 3670808 h 3967305"/>
              <a:gd name="csX292" fmla="*/ 2549107 w 5872039"/>
              <a:gd name="csY292" fmla="*/ 3642664 h 3967305"/>
              <a:gd name="csX293" fmla="*/ 3837594 w 5872039"/>
              <a:gd name="csY293" fmla="*/ 3626035 h 3967305"/>
              <a:gd name="csX294" fmla="*/ 3819484 w 5872039"/>
              <a:gd name="csY294" fmla="*/ 3638805 h 3967305"/>
              <a:gd name="csX295" fmla="*/ 3811641 w 5872039"/>
              <a:gd name="csY295" fmla="*/ 3643309 h 3967305"/>
              <a:gd name="csX296" fmla="*/ 3812502 w 5872039"/>
              <a:gd name="csY296" fmla="*/ 3643381 h 3967305"/>
              <a:gd name="csX297" fmla="*/ 3833953 w 5872039"/>
              <a:gd name="csY297" fmla="*/ 3642448 h 3967305"/>
              <a:gd name="csX298" fmla="*/ 3859005 w 5872039"/>
              <a:gd name="csY298" fmla="*/ 3628586 h 3967305"/>
              <a:gd name="csX299" fmla="*/ 3098317 w 5872039"/>
              <a:gd name="csY299" fmla="*/ 3625139 h 3967305"/>
              <a:gd name="csX300" fmla="*/ 3094451 w 5872039"/>
              <a:gd name="csY300" fmla="*/ 3676905 h 3967305"/>
              <a:gd name="csX301" fmla="*/ 3173483 w 5872039"/>
              <a:gd name="csY301" fmla="*/ 3709537 h 3967305"/>
              <a:gd name="csX302" fmla="*/ 3335156 w 5872039"/>
              <a:gd name="csY302" fmla="*/ 3748524 h 3967305"/>
              <a:gd name="csX303" fmla="*/ 3416541 w 5872039"/>
              <a:gd name="csY303" fmla="*/ 3755119 h 3967305"/>
              <a:gd name="csX304" fmla="*/ 3444037 w 5872039"/>
              <a:gd name="csY304" fmla="*/ 3734718 h 3967305"/>
              <a:gd name="csX305" fmla="*/ 3405643 w 5872039"/>
              <a:gd name="csY305" fmla="*/ 3730431 h 3967305"/>
              <a:gd name="csX306" fmla="*/ 3241096 w 5872039"/>
              <a:gd name="csY306" fmla="*/ 3686439 h 3967305"/>
              <a:gd name="csX307" fmla="*/ 3598908 w 5872039"/>
              <a:gd name="csY307" fmla="*/ 3623502 h 3967305"/>
              <a:gd name="csX308" fmla="*/ 3566695 w 5872039"/>
              <a:gd name="csY308" fmla="*/ 3653054 h 3967305"/>
              <a:gd name="csX309" fmla="*/ 3595296 w 5872039"/>
              <a:gd name="csY309" fmla="*/ 3657820 h 3967305"/>
              <a:gd name="csX310" fmla="*/ 3628712 w 5872039"/>
              <a:gd name="csY310" fmla="*/ 3630564 h 3967305"/>
              <a:gd name="csX311" fmla="*/ 2940201 w 5872039"/>
              <a:gd name="csY311" fmla="*/ 3622377 h 3967305"/>
              <a:gd name="csX312" fmla="*/ 2939888 w 5872039"/>
              <a:gd name="csY312" fmla="*/ 3624654 h 3967305"/>
              <a:gd name="csX313" fmla="*/ 2926749 w 5872039"/>
              <a:gd name="csY313" fmla="*/ 3675879 h 3967305"/>
              <a:gd name="csX314" fmla="*/ 2962897 w 5872039"/>
              <a:gd name="csY314" fmla="*/ 3693936 h 3967305"/>
              <a:gd name="csX315" fmla="*/ 2992383 w 5872039"/>
              <a:gd name="csY315" fmla="*/ 3705945 h 3967305"/>
              <a:gd name="csX316" fmla="*/ 3002321 w 5872039"/>
              <a:gd name="csY316" fmla="*/ 3657824 h 3967305"/>
              <a:gd name="csX317" fmla="*/ 3002628 w 5872039"/>
              <a:gd name="csY317" fmla="*/ 3654532 h 3967305"/>
              <a:gd name="csX318" fmla="*/ 2652902 w 5872039"/>
              <a:gd name="csY318" fmla="*/ 3622000 h 3967305"/>
              <a:gd name="csX319" fmla="*/ 2631888 w 5872039"/>
              <a:gd name="csY319" fmla="*/ 3652914 h 3967305"/>
              <a:gd name="csX320" fmla="*/ 2618764 w 5872039"/>
              <a:gd name="csY320" fmla="*/ 3667405 h 3967305"/>
              <a:gd name="csX321" fmla="*/ 2687430 w 5872039"/>
              <a:gd name="csY321" fmla="*/ 3708885 h 3967305"/>
              <a:gd name="csX322" fmla="*/ 2688315 w 5872039"/>
              <a:gd name="csY322" fmla="*/ 3709324 h 3967305"/>
              <a:gd name="csX323" fmla="*/ 2702497 w 5872039"/>
              <a:gd name="csY323" fmla="*/ 3691836 h 3967305"/>
              <a:gd name="csX324" fmla="*/ 2720244 w 5872039"/>
              <a:gd name="csY324" fmla="*/ 3661728 h 3967305"/>
              <a:gd name="csX325" fmla="*/ 3787373 w 5872039"/>
              <a:gd name="csY325" fmla="*/ 3620051 h 3967305"/>
              <a:gd name="csX326" fmla="*/ 3762208 w 5872039"/>
              <a:gd name="csY326" fmla="*/ 3639149 h 3967305"/>
              <a:gd name="csX327" fmla="*/ 3784552 w 5872039"/>
              <a:gd name="csY327" fmla="*/ 3641029 h 3967305"/>
              <a:gd name="csX328" fmla="*/ 3811835 w 5872039"/>
              <a:gd name="csY328" fmla="*/ 3622966 h 3967305"/>
              <a:gd name="csX329" fmla="*/ 2388099 w 5872039"/>
              <a:gd name="csY329" fmla="*/ 3617449 h 3967305"/>
              <a:gd name="csX330" fmla="*/ 2380131 w 5872039"/>
              <a:gd name="csY330" fmla="*/ 3622930 h 3967305"/>
              <a:gd name="csX331" fmla="*/ 2332847 w 5872039"/>
              <a:gd name="csY331" fmla="*/ 3647483 h 3967305"/>
              <a:gd name="csX332" fmla="*/ 2373563 w 5872039"/>
              <a:gd name="csY332" fmla="*/ 3679608 h 3967305"/>
              <a:gd name="csX333" fmla="*/ 2397899 w 5872039"/>
              <a:gd name="csY333" fmla="*/ 3696387 h 3967305"/>
              <a:gd name="csX334" fmla="*/ 2442206 w 5872039"/>
              <a:gd name="csY334" fmla="*/ 3673567 h 3967305"/>
              <a:gd name="csX335" fmla="*/ 2453789 w 5872039"/>
              <a:gd name="csY335" fmla="*/ 3665024 h 3967305"/>
              <a:gd name="csX336" fmla="*/ 3740496 w 5872039"/>
              <a:gd name="csY336" fmla="*/ 3608519 h 3967305"/>
              <a:gd name="csX337" fmla="*/ 3708069 w 5872039"/>
              <a:gd name="csY337" fmla="*/ 3634092 h 3967305"/>
              <a:gd name="csX338" fmla="*/ 3711336 w 5872039"/>
              <a:gd name="csY338" fmla="*/ 3634868 h 3967305"/>
              <a:gd name="csX339" fmla="*/ 3736084 w 5872039"/>
              <a:gd name="csY339" fmla="*/ 3636951 h 3967305"/>
              <a:gd name="csX340" fmla="*/ 3766377 w 5872039"/>
              <a:gd name="csY340" fmla="*/ 3615330 h 3967305"/>
              <a:gd name="csX341" fmla="*/ 4029765 w 5872039"/>
              <a:gd name="csY341" fmla="*/ 3607701 h 3967305"/>
              <a:gd name="csX342" fmla="*/ 4021037 w 5872039"/>
              <a:gd name="csY342" fmla="*/ 3611921 h 3967305"/>
              <a:gd name="csX343" fmla="*/ 4030828 w 5872039"/>
              <a:gd name="csY343" fmla="*/ 3610751 h 3967305"/>
              <a:gd name="csX344" fmla="*/ 4037710 w 5872039"/>
              <a:gd name="csY344" fmla="*/ 3607970 h 3967305"/>
              <a:gd name="csX345" fmla="*/ 3981753 w 5872039"/>
              <a:gd name="csY345" fmla="*/ 3606075 h 3967305"/>
              <a:gd name="csX346" fmla="*/ 3965666 w 5872039"/>
              <a:gd name="csY346" fmla="*/ 3615683 h 3967305"/>
              <a:gd name="csX347" fmla="*/ 3964135 w 5872039"/>
              <a:gd name="csY347" fmla="*/ 3616415 h 3967305"/>
              <a:gd name="csX348" fmla="*/ 3976939 w 5872039"/>
              <a:gd name="csY348" fmla="*/ 3616345 h 3967305"/>
              <a:gd name="csX349" fmla="*/ 3998326 w 5872039"/>
              <a:gd name="csY349" fmla="*/ 3606636 h 3967305"/>
              <a:gd name="csX350" fmla="*/ 2765678 w 5872039"/>
              <a:gd name="csY350" fmla="*/ 3606047 h 3967305"/>
              <a:gd name="csX351" fmla="*/ 2757256 w 5872039"/>
              <a:gd name="csY351" fmla="*/ 3628215 h 3967305"/>
              <a:gd name="csX352" fmla="*/ 2740548 w 5872039"/>
              <a:gd name="csY352" fmla="*/ 3656495 h 3967305"/>
              <a:gd name="csX353" fmla="*/ 2773042 w 5872039"/>
              <a:gd name="csY353" fmla="*/ 3675676 h 3967305"/>
              <a:gd name="csX354" fmla="*/ 2808796 w 5872039"/>
              <a:gd name="csY354" fmla="*/ 3693253 h 3967305"/>
              <a:gd name="csX355" fmla="*/ 2823790 w 5872039"/>
              <a:gd name="csY355" fmla="*/ 3664095 h 3967305"/>
              <a:gd name="csX356" fmla="*/ 2830178 w 5872039"/>
              <a:gd name="csY356" fmla="*/ 3643596 h 3967305"/>
              <a:gd name="csX357" fmla="*/ 3932193 w 5872039"/>
              <a:gd name="csY357" fmla="*/ 3601211 h 3967305"/>
              <a:gd name="csX358" fmla="*/ 3908384 w 5872039"/>
              <a:gd name="csY358" fmla="*/ 3616720 h 3967305"/>
              <a:gd name="csX359" fmla="*/ 3930522 w 5872039"/>
              <a:gd name="csY359" fmla="*/ 3616599 h 3967305"/>
              <a:gd name="csX360" fmla="*/ 3954288 w 5872039"/>
              <a:gd name="csY360" fmla="*/ 3604631 h 3967305"/>
              <a:gd name="csX361" fmla="*/ 3693109 w 5872039"/>
              <a:gd name="csY361" fmla="*/ 3596048 h 3967305"/>
              <a:gd name="csX362" fmla="*/ 3661126 w 5872039"/>
              <a:gd name="csY362" fmla="*/ 3622940 h 3967305"/>
              <a:gd name="csX363" fmla="*/ 3689095 w 5872039"/>
              <a:gd name="csY363" fmla="*/ 3629585 h 3967305"/>
              <a:gd name="csX364" fmla="*/ 3722754 w 5872039"/>
              <a:gd name="csY364" fmla="*/ 3603850 h 3967305"/>
              <a:gd name="csX365" fmla="*/ 3883487 w 5872039"/>
              <a:gd name="csY365" fmla="*/ 3593672 h 3967305"/>
              <a:gd name="csX366" fmla="*/ 3855740 w 5872039"/>
              <a:gd name="csY366" fmla="*/ 3613239 h 3967305"/>
              <a:gd name="csX367" fmla="*/ 3881256 w 5872039"/>
              <a:gd name="csY367" fmla="*/ 3616273 h 3967305"/>
              <a:gd name="csX368" fmla="*/ 3886026 w 5872039"/>
              <a:gd name="csY368" fmla="*/ 3613634 h 3967305"/>
              <a:gd name="csX369" fmla="*/ 3910282 w 5872039"/>
              <a:gd name="csY369" fmla="*/ 3597819 h 3967305"/>
              <a:gd name="csX370" fmla="*/ 3023842 w 5872039"/>
              <a:gd name="csY370" fmla="*/ 3587958 h 3967305"/>
              <a:gd name="csX371" fmla="*/ 3018423 w 5872039"/>
              <a:gd name="csY371" fmla="*/ 3645514 h 3967305"/>
              <a:gd name="csX372" fmla="*/ 3079969 w 5872039"/>
              <a:gd name="csY372" fmla="*/ 3670926 h 3967305"/>
              <a:gd name="csX373" fmla="*/ 3083803 w 5872039"/>
              <a:gd name="csY373" fmla="*/ 3618908 h 3967305"/>
              <a:gd name="csX374" fmla="*/ 3080780 w 5872039"/>
              <a:gd name="csY374" fmla="*/ 3617610 h 3967305"/>
              <a:gd name="csX375" fmla="*/ 4127896 w 5872039"/>
              <a:gd name="csY375" fmla="*/ 3585980 h 3967305"/>
              <a:gd name="csX376" fmla="*/ 4120821 w 5872039"/>
              <a:gd name="csY376" fmla="*/ 3589036 h 3967305"/>
              <a:gd name="csX377" fmla="*/ 4127271 w 5872039"/>
              <a:gd name="csY377" fmla="*/ 3588537 h 3967305"/>
              <a:gd name="csX378" fmla="*/ 4133376 w 5872039"/>
              <a:gd name="csY378" fmla="*/ 3586376 h 3967305"/>
              <a:gd name="csX379" fmla="*/ 3835336 w 5872039"/>
              <a:gd name="csY379" fmla="*/ 3583653 h 3967305"/>
              <a:gd name="csX380" fmla="*/ 3804397 w 5872039"/>
              <a:gd name="csY380" fmla="*/ 3607132 h 3967305"/>
              <a:gd name="csX381" fmla="*/ 3830976 w 5872039"/>
              <a:gd name="csY381" fmla="*/ 3610293 h 3967305"/>
              <a:gd name="csX382" fmla="*/ 3861275 w 5872039"/>
              <a:gd name="csY382" fmla="*/ 3590233 h 3967305"/>
              <a:gd name="csX383" fmla="*/ 3854556 w 5872039"/>
              <a:gd name="csY383" fmla="*/ 3589193 h 3967305"/>
              <a:gd name="csX384" fmla="*/ 4081612 w 5872039"/>
              <a:gd name="csY384" fmla="*/ 3582632 h 3967305"/>
              <a:gd name="csX385" fmla="*/ 4058659 w 5872039"/>
              <a:gd name="csY385" fmla="*/ 3593730 h 3967305"/>
              <a:gd name="csX386" fmla="*/ 4059767 w 5872039"/>
              <a:gd name="csY386" fmla="*/ 3593767 h 3967305"/>
              <a:gd name="csX387" fmla="*/ 4075966 w 5872039"/>
              <a:gd name="csY387" fmla="*/ 3592512 h 3967305"/>
              <a:gd name="csX388" fmla="*/ 4097562 w 5872039"/>
              <a:gd name="csY388" fmla="*/ 3583785 h 3967305"/>
              <a:gd name="csX389" fmla="*/ 3644112 w 5872039"/>
              <a:gd name="csY389" fmla="*/ 3582032 h 3967305"/>
              <a:gd name="csX390" fmla="*/ 3612192 w 5872039"/>
              <a:gd name="csY390" fmla="*/ 3611315 h 3967305"/>
              <a:gd name="csX391" fmla="*/ 3643262 w 5872039"/>
              <a:gd name="csY391" fmla="*/ 3618696 h 3967305"/>
              <a:gd name="csX392" fmla="*/ 3676415 w 5872039"/>
              <a:gd name="csY392" fmla="*/ 3591654 h 3967305"/>
              <a:gd name="csX393" fmla="*/ 3652452 w 5872039"/>
              <a:gd name="csY393" fmla="*/ 3585348 h 3967305"/>
              <a:gd name="csX394" fmla="*/ 2864426 w 5872039"/>
              <a:gd name="csY394" fmla="*/ 3581182 h 3967305"/>
              <a:gd name="csX395" fmla="*/ 2863029 w 5872039"/>
              <a:gd name="csY395" fmla="*/ 3588586 h 3967305"/>
              <a:gd name="csX396" fmla="*/ 2848004 w 5872039"/>
              <a:gd name="csY396" fmla="*/ 3636544 h 3967305"/>
              <a:gd name="csX397" fmla="*/ 2913160 w 5872039"/>
              <a:gd name="csY397" fmla="*/ 3669091 h 3967305"/>
              <a:gd name="csX398" fmla="*/ 2925449 w 5872039"/>
              <a:gd name="csY398" fmla="*/ 3620864 h 3967305"/>
              <a:gd name="csX399" fmla="*/ 2926225 w 5872039"/>
              <a:gd name="csY399" fmla="*/ 3615179 h 3967305"/>
              <a:gd name="csX400" fmla="*/ 2902169 w 5872039"/>
              <a:gd name="csY400" fmla="*/ 3602788 h 3967305"/>
              <a:gd name="csX401" fmla="*/ 4028303 w 5872039"/>
              <a:gd name="csY401" fmla="*/ 3578272 h 3967305"/>
              <a:gd name="csX402" fmla="*/ 4005352 w 5872039"/>
              <a:gd name="csY402" fmla="*/ 3591980 h 3967305"/>
              <a:gd name="csX403" fmla="*/ 4028911 w 5872039"/>
              <a:gd name="csY403" fmla="*/ 3592753 h 3967305"/>
              <a:gd name="csX404" fmla="*/ 4034618 w 5872039"/>
              <a:gd name="csY404" fmla="*/ 3590163 h 3967305"/>
              <a:gd name="csX405" fmla="*/ 4052371 w 5872039"/>
              <a:gd name="csY405" fmla="*/ 3580517 h 3967305"/>
              <a:gd name="csX406" fmla="*/ 4032568 w 5872039"/>
              <a:gd name="csY406" fmla="*/ 3579084 h 3967305"/>
              <a:gd name="csX407" fmla="*/ 2448408 w 5872039"/>
              <a:gd name="csY407" fmla="*/ 3573387 h 3967305"/>
              <a:gd name="csX408" fmla="*/ 2434183 w 5872039"/>
              <a:gd name="csY408" fmla="*/ 3585750 h 3967305"/>
              <a:gd name="csX409" fmla="*/ 2401085 w 5872039"/>
              <a:gd name="csY409" fmla="*/ 3608517 h 3967305"/>
              <a:gd name="csX410" fmla="*/ 2466329 w 5872039"/>
              <a:gd name="csY410" fmla="*/ 3655776 h 3967305"/>
              <a:gd name="csX411" fmla="*/ 2507889 w 5872039"/>
              <a:gd name="csY411" fmla="*/ 3625124 h 3967305"/>
              <a:gd name="csX412" fmla="*/ 2514358 w 5872039"/>
              <a:gd name="csY412" fmla="*/ 3618758 h 3967305"/>
              <a:gd name="csX413" fmla="*/ 2574577 w 5872039"/>
              <a:gd name="csY413" fmla="*/ 3572826 h 3967305"/>
              <a:gd name="csX414" fmla="*/ 2549134 w 5872039"/>
              <a:gd name="csY414" fmla="*/ 3605290 h 3967305"/>
              <a:gd name="csX415" fmla="*/ 2537536 w 5872039"/>
              <a:gd name="csY415" fmla="*/ 3616691 h 3967305"/>
              <a:gd name="csX416" fmla="*/ 2557168 w 5872039"/>
              <a:gd name="csY416" fmla="*/ 3630197 h 3967305"/>
              <a:gd name="csX417" fmla="*/ 2605856 w 5872039"/>
              <a:gd name="csY417" fmla="*/ 3659608 h 3967305"/>
              <a:gd name="csX418" fmla="*/ 2620382 w 5872039"/>
              <a:gd name="csY418" fmla="*/ 3643571 h 3967305"/>
              <a:gd name="csX419" fmla="*/ 2640122 w 5872039"/>
              <a:gd name="csY419" fmla="*/ 3614461 h 3967305"/>
              <a:gd name="csX420" fmla="*/ 2619555 w 5872039"/>
              <a:gd name="csY420" fmla="*/ 3602327 h 3967305"/>
              <a:gd name="csX421" fmla="*/ 3788973 w 5872039"/>
              <a:gd name="csY421" fmla="*/ 3570288 h 3967305"/>
              <a:gd name="csX422" fmla="*/ 3755013 w 5872039"/>
              <a:gd name="csY422" fmla="*/ 3597070 h 3967305"/>
              <a:gd name="csX423" fmla="*/ 3782058 w 5872039"/>
              <a:gd name="csY423" fmla="*/ 3604138 h 3967305"/>
              <a:gd name="csX424" fmla="*/ 3817830 w 5872039"/>
              <a:gd name="csY424" fmla="*/ 3578606 h 3967305"/>
              <a:gd name="csX425" fmla="*/ 3981182 w 5872039"/>
              <a:gd name="csY425" fmla="*/ 3569301 h 3967305"/>
              <a:gd name="csX426" fmla="*/ 3950848 w 5872039"/>
              <a:gd name="csY426" fmla="*/ 3589060 h 3967305"/>
              <a:gd name="csX427" fmla="*/ 3960167 w 5872039"/>
              <a:gd name="csY427" fmla="*/ 3590496 h 3967305"/>
              <a:gd name="csX428" fmla="*/ 3977845 w 5872039"/>
              <a:gd name="csY428" fmla="*/ 3591077 h 3967305"/>
              <a:gd name="csX429" fmla="*/ 4006290 w 5872039"/>
              <a:gd name="csY429" fmla="*/ 3574081 h 3967305"/>
              <a:gd name="csX430" fmla="*/ 4181040 w 5872039"/>
              <a:gd name="csY430" fmla="*/ 3561390 h 3967305"/>
              <a:gd name="csX431" fmla="*/ 4162752 w 5872039"/>
              <a:gd name="csY431" fmla="*/ 3570684 h 3967305"/>
              <a:gd name="csX432" fmla="*/ 4179369 w 5872039"/>
              <a:gd name="csY432" fmla="*/ 3570097 h 3967305"/>
              <a:gd name="csX433" fmla="*/ 4187427 w 5872039"/>
              <a:gd name="csY433" fmla="*/ 3567245 h 3967305"/>
              <a:gd name="csX434" fmla="*/ 4196856 w 5872039"/>
              <a:gd name="csY434" fmla="*/ 3563147 h 3967305"/>
              <a:gd name="csX435" fmla="*/ 2688692 w 5872039"/>
              <a:gd name="csY435" fmla="*/ 3561182 h 3967305"/>
              <a:gd name="csX436" fmla="*/ 2677100 w 5872039"/>
              <a:gd name="csY436" fmla="*/ 3586400 h 3967305"/>
              <a:gd name="csX437" fmla="*/ 2661264 w 5872039"/>
              <a:gd name="csY437" fmla="*/ 3609698 h 3967305"/>
              <a:gd name="csX438" fmla="*/ 2727772 w 5872039"/>
              <a:gd name="csY438" fmla="*/ 3648955 h 3967305"/>
              <a:gd name="csX439" fmla="*/ 2744020 w 5872039"/>
              <a:gd name="csY439" fmla="*/ 3621388 h 3967305"/>
              <a:gd name="csX440" fmla="*/ 2752683 w 5872039"/>
              <a:gd name="csY440" fmla="*/ 3598482 h 3967305"/>
              <a:gd name="csX441" fmla="*/ 2689817 w 5872039"/>
              <a:gd name="csY441" fmla="*/ 3561884 h 3967305"/>
              <a:gd name="csX442" fmla="*/ 3931468 w 5872039"/>
              <a:gd name="csY442" fmla="*/ 3559837 h 3967305"/>
              <a:gd name="csX443" fmla="*/ 3900937 w 5872039"/>
              <a:gd name="csY443" fmla="*/ 3581366 h 3967305"/>
              <a:gd name="csX444" fmla="*/ 3928905 w 5872039"/>
              <a:gd name="csY444" fmla="*/ 3585677 h 3967305"/>
              <a:gd name="csX445" fmla="*/ 3960159 w 5872039"/>
              <a:gd name="csY445" fmla="*/ 3565299 h 3967305"/>
              <a:gd name="csX446" fmla="*/ 2311210 w 5872039"/>
              <a:gd name="csY446" fmla="*/ 3558685 h 3967305"/>
              <a:gd name="csX447" fmla="*/ 2279407 w 5872039"/>
              <a:gd name="csY447" fmla="*/ 3577591 h 3967305"/>
              <a:gd name="csX448" fmla="*/ 2257587 w 5872039"/>
              <a:gd name="csY448" fmla="*/ 3586975 h 3967305"/>
              <a:gd name="csX449" fmla="*/ 2268020 w 5872039"/>
              <a:gd name="csY449" fmla="*/ 3596334 h 3967305"/>
              <a:gd name="csX450" fmla="*/ 2320038 w 5872039"/>
              <a:gd name="csY450" fmla="*/ 3637376 h 3967305"/>
              <a:gd name="csX451" fmla="*/ 2371910 w 5872039"/>
              <a:gd name="csY451" fmla="*/ 3610521 h 3967305"/>
              <a:gd name="csX452" fmla="*/ 2375308 w 5872039"/>
              <a:gd name="csY452" fmla="*/ 3608186 h 3967305"/>
              <a:gd name="csX453" fmla="*/ 2342827 w 5872039"/>
              <a:gd name="csY453" fmla="*/ 3584662 h 3967305"/>
              <a:gd name="csX454" fmla="*/ 3738582 w 5872039"/>
              <a:gd name="csY454" fmla="*/ 3555762 h 3967305"/>
              <a:gd name="csX455" fmla="*/ 3717943 w 5872039"/>
              <a:gd name="csY455" fmla="*/ 3575167 h 3967305"/>
              <a:gd name="csX456" fmla="*/ 3706860 w 5872039"/>
              <a:gd name="csY456" fmla="*/ 3584486 h 3967305"/>
              <a:gd name="csX457" fmla="*/ 3737580 w 5872039"/>
              <a:gd name="csY457" fmla="*/ 3592514 h 3967305"/>
              <a:gd name="csX458" fmla="*/ 3762172 w 5872039"/>
              <a:gd name="csY458" fmla="*/ 3573712 h 3967305"/>
              <a:gd name="csX459" fmla="*/ 3771711 w 5872039"/>
              <a:gd name="csY459" fmla="*/ 3565312 h 3967305"/>
              <a:gd name="csX460" fmla="*/ 4129727 w 5872039"/>
              <a:gd name="csY460" fmla="*/ 3555689 h 3967305"/>
              <a:gd name="csX461" fmla="*/ 4105368 w 5872039"/>
              <a:gd name="csY461" fmla="*/ 3569422 h 3967305"/>
              <a:gd name="csX462" fmla="*/ 4126114 w 5872039"/>
              <a:gd name="csY462" fmla="*/ 3570904 h 3967305"/>
              <a:gd name="csX463" fmla="*/ 4152135 w 5872039"/>
              <a:gd name="csY463" fmla="*/ 3558179 h 3967305"/>
              <a:gd name="csX464" fmla="*/ 3099953 w 5872039"/>
              <a:gd name="csY464" fmla="*/ 3549856 h 3967305"/>
              <a:gd name="csX465" fmla="*/ 3099539 w 5872039"/>
              <a:gd name="csY465" fmla="*/ 3608786 h 3967305"/>
              <a:gd name="csX466" fmla="*/ 3099490 w 5872039"/>
              <a:gd name="csY466" fmla="*/ 3609443 h 3967305"/>
              <a:gd name="csX467" fmla="*/ 3245084 w 5872039"/>
              <a:gd name="csY467" fmla="*/ 3672082 h 3967305"/>
              <a:gd name="csX468" fmla="*/ 3407651 w 5872039"/>
              <a:gd name="csY468" fmla="*/ 3715717 h 3967305"/>
              <a:gd name="csX469" fmla="*/ 3461509 w 5872039"/>
              <a:gd name="csY469" fmla="*/ 3721754 h 3967305"/>
              <a:gd name="csX470" fmla="*/ 3491190 w 5872039"/>
              <a:gd name="csY470" fmla="*/ 3699731 h 3967305"/>
              <a:gd name="csX471" fmla="*/ 3484408 w 5872039"/>
              <a:gd name="csY471" fmla="*/ 3698792 h 3967305"/>
              <a:gd name="csX472" fmla="*/ 3181806 w 5872039"/>
              <a:gd name="csY472" fmla="*/ 3591728 h 3967305"/>
              <a:gd name="csX473" fmla="*/ 2950339 w 5872039"/>
              <a:gd name="csY473" fmla="*/ 3548582 h 3967305"/>
              <a:gd name="csX474" fmla="*/ 2942352 w 5872039"/>
              <a:gd name="csY474" fmla="*/ 3606724 h 3967305"/>
              <a:gd name="csX475" fmla="*/ 3004119 w 5872039"/>
              <a:gd name="csY475" fmla="*/ 3638572 h 3967305"/>
              <a:gd name="csX476" fmla="*/ 3009541 w 5872039"/>
              <a:gd name="csY476" fmla="*/ 3580510 h 3967305"/>
              <a:gd name="csX477" fmla="*/ 2975936 w 5872039"/>
              <a:gd name="csY477" fmla="*/ 3563010 h 3967305"/>
              <a:gd name="csX478" fmla="*/ 4080487 w 5872039"/>
              <a:gd name="csY478" fmla="*/ 3547105 h 3967305"/>
              <a:gd name="csX479" fmla="*/ 4049774 w 5872039"/>
              <a:gd name="csY479" fmla="*/ 3565448 h 3967305"/>
              <a:gd name="csX480" fmla="*/ 4076577 w 5872039"/>
              <a:gd name="csY480" fmla="*/ 3567364 h 3967305"/>
              <a:gd name="csX481" fmla="*/ 4104035 w 5872039"/>
              <a:gd name="csY481" fmla="*/ 3552444 h 3967305"/>
              <a:gd name="csX482" fmla="*/ 3884599 w 5872039"/>
              <a:gd name="csY482" fmla="*/ 3545523 h 3967305"/>
              <a:gd name="csX483" fmla="*/ 3874289 w 5872039"/>
              <a:gd name="csY483" fmla="*/ 3554092 h 3967305"/>
              <a:gd name="csX484" fmla="*/ 3850042 w 5872039"/>
              <a:gd name="csY484" fmla="*/ 3572493 h 3967305"/>
              <a:gd name="csX485" fmla="*/ 3857679 w 5872039"/>
              <a:gd name="csY485" fmla="*/ 3574698 h 3967305"/>
              <a:gd name="csX486" fmla="*/ 3879628 w 5872039"/>
              <a:gd name="csY486" fmla="*/ 3578082 h 3967305"/>
              <a:gd name="csX487" fmla="*/ 3907827 w 5872039"/>
              <a:gd name="csY487" fmla="*/ 3559412 h 3967305"/>
              <a:gd name="csX488" fmla="*/ 3913848 w 5872039"/>
              <a:gd name="csY488" fmla="*/ 3554791 h 3967305"/>
              <a:gd name="csX489" fmla="*/ 4282255 w 5872039"/>
              <a:gd name="csY489" fmla="*/ 3542665 h 3967305"/>
              <a:gd name="csX490" fmla="*/ 4265105 w 5872039"/>
              <a:gd name="csY490" fmla="*/ 3550431 h 3967305"/>
              <a:gd name="csX491" fmla="*/ 4274234 w 5872039"/>
              <a:gd name="csY491" fmla="*/ 3550492 h 3967305"/>
              <a:gd name="csX492" fmla="*/ 4292951 w 5872039"/>
              <a:gd name="csY492" fmla="*/ 3544202 h 3967305"/>
              <a:gd name="csX493" fmla="*/ 4292301 w 5872039"/>
              <a:gd name="csY493" fmla="*/ 3544170 h 3967305"/>
              <a:gd name="csX494" fmla="*/ 2789519 w 5872039"/>
              <a:gd name="csY494" fmla="*/ 3538302 h 3967305"/>
              <a:gd name="csX495" fmla="*/ 2785907 w 5872039"/>
              <a:gd name="csY495" fmla="*/ 3552807 h 3967305"/>
              <a:gd name="csX496" fmla="*/ 2771027 w 5872039"/>
              <a:gd name="csY496" fmla="*/ 3591970 h 3967305"/>
              <a:gd name="csX497" fmla="*/ 2834714 w 5872039"/>
              <a:gd name="csY497" fmla="*/ 3629043 h 3967305"/>
              <a:gd name="csX498" fmla="*/ 2848730 w 5872039"/>
              <a:gd name="csY498" fmla="*/ 3584068 h 3967305"/>
              <a:gd name="csX499" fmla="*/ 2850744 w 5872039"/>
              <a:gd name="csY499" fmla="*/ 3573349 h 3967305"/>
              <a:gd name="csX500" fmla="*/ 3690848 w 5872039"/>
              <a:gd name="csY500" fmla="*/ 3536695 h 3967305"/>
              <a:gd name="csX501" fmla="*/ 3661137 w 5872039"/>
              <a:gd name="csY501" fmla="*/ 3566415 h 3967305"/>
              <a:gd name="csX502" fmla="*/ 3656120 w 5872039"/>
              <a:gd name="csY502" fmla="*/ 3571017 h 3967305"/>
              <a:gd name="csX503" fmla="*/ 3657669 w 5872039"/>
              <a:gd name="csY503" fmla="*/ 3571630 h 3967305"/>
              <a:gd name="csX504" fmla="*/ 3690365 w 5872039"/>
              <a:gd name="csY504" fmla="*/ 3580175 h 3967305"/>
              <a:gd name="csX505" fmla="*/ 3722762 w 5872039"/>
              <a:gd name="csY505" fmla="*/ 3549820 h 3967305"/>
              <a:gd name="csX506" fmla="*/ 4031339 w 5872039"/>
              <a:gd name="csY506" fmla="*/ 3535962 h 3967305"/>
              <a:gd name="csX507" fmla="*/ 4021115 w 5872039"/>
              <a:gd name="csY507" fmla="*/ 3543290 h 3967305"/>
              <a:gd name="csX508" fmla="*/ 3999128 w 5872039"/>
              <a:gd name="csY508" fmla="*/ 3557612 h 3967305"/>
              <a:gd name="csX509" fmla="*/ 4025478 w 5872039"/>
              <a:gd name="csY509" fmla="*/ 3562616 h 3967305"/>
              <a:gd name="csX510" fmla="*/ 4059429 w 5872039"/>
              <a:gd name="csY510" fmla="*/ 3542331 h 3967305"/>
              <a:gd name="csX511" fmla="*/ 4232545 w 5872039"/>
              <a:gd name="csY511" fmla="*/ 3535216 h 3967305"/>
              <a:gd name="csX512" fmla="*/ 4205217 w 5872039"/>
              <a:gd name="csY512" fmla="*/ 3549104 h 3967305"/>
              <a:gd name="csX513" fmla="*/ 4214163 w 5872039"/>
              <a:gd name="csY513" fmla="*/ 3550091 h 3967305"/>
              <a:gd name="csX514" fmla="*/ 4226707 w 5872039"/>
              <a:gd name="csY514" fmla="*/ 3550175 h 3967305"/>
              <a:gd name="csX515" fmla="*/ 4253799 w 5872039"/>
              <a:gd name="csY515" fmla="*/ 3538401 h 3967305"/>
              <a:gd name="csX516" fmla="*/ 3834946 w 5872039"/>
              <a:gd name="csY516" fmla="*/ 3529790 h 3967305"/>
              <a:gd name="csX517" fmla="*/ 3802244 w 5872039"/>
              <a:gd name="csY517" fmla="*/ 3558688 h 3967305"/>
              <a:gd name="csX518" fmla="*/ 3833208 w 5872039"/>
              <a:gd name="csY518" fmla="*/ 3567631 h 3967305"/>
              <a:gd name="csX519" fmla="*/ 3834562 w 5872039"/>
              <a:gd name="csY519" fmla="*/ 3566665 h 3967305"/>
              <a:gd name="csX520" fmla="*/ 3866976 w 5872039"/>
              <a:gd name="csY520" fmla="*/ 3539939 h 3967305"/>
              <a:gd name="csX521" fmla="*/ 4180456 w 5872039"/>
              <a:gd name="csY521" fmla="*/ 3527091 h 3967305"/>
              <a:gd name="csX522" fmla="*/ 4151854 w 5872039"/>
              <a:gd name="csY522" fmla="*/ 3543215 h 3967305"/>
              <a:gd name="csX523" fmla="*/ 4177047 w 5872039"/>
              <a:gd name="csY523" fmla="*/ 3545995 h 3967305"/>
              <a:gd name="csX524" fmla="*/ 4206935 w 5872039"/>
              <a:gd name="csY524" fmla="*/ 3531378 h 3967305"/>
              <a:gd name="csX525" fmla="*/ 4183265 w 5872039"/>
              <a:gd name="csY525" fmla="*/ 3527831 h 3967305"/>
              <a:gd name="csX526" fmla="*/ 4387516 w 5872039"/>
              <a:gd name="csY526" fmla="*/ 3525865 h 3967305"/>
              <a:gd name="csX527" fmla="*/ 4369575 w 5872039"/>
              <a:gd name="csY527" fmla="*/ 3532999 h 3967305"/>
              <a:gd name="csX528" fmla="*/ 4379628 w 5872039"/>
              <a:gd name="csY528" fmla="*/ 3533484 h 3967305"/>
              <a:gd name="csX529" fmla="*/ 4401888 w 5872039"/>
              <a:gd name="csY529" fmla="*/ 3527150 h 3967305"/>
              <a:gd name="csX530" fmla="*/ 2498303 w 5872039"/>
              <a:gd name="csY530" fmla="*/ 3522798 h 3967305"/>
              <a:gd name="csX531" fmla="*/ 2466404 w 5872039"/>
              <a:gd name="csY531" fmla="*/ 3557746 h 3967305"/>
              <a:gd name="csX532" fmla="*/ 2459976 w 5872039"/>
              <a:gd name="csY532" fmla="*/ 3563333 h 3967305"/>
              <a:gd name="csX533" fmla="*/ 2525130 w 5872039"/>
              <a:gd name="csY533" fmla="*/ 3608156 h 3967305"/>
              <a:gd name="csX534" fmla="*/ 2538295 w 5872039"/>
              <a:gd name="csY534" fmla="*/ 3595199 h 3967305"/>
              <a:gd name="csX535" fmla="*/ 2562168 w 5872039"/>
              <a:gd name="csY535" fmla="*/ 3564687 h 3967305"/>
              <a:gd name="csX536" fmla="*/ 3981273 w 5872039"/>
              <a:gd name="csY536" fmla="*/ 3522379 h 3967305"/>
              <a:gd name="csX537" fmla="*/ 3948239 w 5872039"/>
              <a:gd name="csY537" fmla="*/ 3547947 h 3967305"/>
              <a:gd name="csX538" fmla="*/ 3978081 w 5872039"/>
              <a:gd name="csY538" fmla="*/ 3553615 h 3967305"/>
              <a:gd name="csX539" fmla="*/ 4011911 w 5872039"/>
              <a:gd name="csY539" fmla="*/ 3531557 h 3967305"/>
              <a:gd name="csX540" fmla="*/ 3999911 w 5872039"/>
              <a:gd name="csY540" fmla="*/ 3528836 h 3967305"/>
              <a:gd name="csX541" fmla="*/ 2372542 w 5872039"/>
              <a:gd name="csY541" fmla="*/ 3518556 h 3967305"/>
              <a:gd name="csX542" fmla="*/ 2350601 w 5872039"/>
              <a:gd name="csY542" fmla="*/ 3535269 h 3967305"/>
              <a:gd name="csX543" fmla="*/ 2324781 w 5872039"/>
              <a:gd name="csY543" fmla="*/ 3550618 h 3967305"/>
              <a:gd name="csX544" fmla="*/ 2351840 w 5872039"/>
              <a:gd name="csY544" fmla="*/ 3572846 h 3967305"/>
              <a:gd name="csX545" fmla="*/ 2388301 w 5872039"/>
              <a:gd name="csY545" fmla="*/ 3599257 h 3967305"/>
              <a:gd name="csX546" fmla="*/ 2424973 w 5872039"/>
              <a:gd name="csY546" fmla="*/ 3574057 h 3967305"/>
              <a:gd name="csX547" fmla="*/ 2435761 w 5872039"/>
              <a:gd name="csY547" fmla="*/ 3564686 h 3967305"/>
              <a:gd name="csX548" fmla="*/ 2412491 w 5872039"/>
              <a:gd name="csY548" fmla="*/ 3548677 h 3967305"/>
              <a:gd name="csX549" fmla="*/ 4337476 w 5872039"/>
              <a:gd name="csY549" fmla="*/ 3517659 h 3967305"/>
              <a:gd name="csX550" fmla="*/ 4309951 w 5872039"/>
              <a:gd name="csY550" fmla="*/ 3530123 h 3967305"/>
              <a:gd name="csX551" fmla="*/ 4331722 w 5872039"/>
              <a:gd name="csY551" fmla="*/ 3531173 h 3967305"/>
              <a:gd name="csX552" fmla="*/ 4357850 w 5872039"/>
              <a:gd name="csY552" fmla="*/ 3522393 h 3967305"/>
              <a:gd name="csX553" fmla="*/ 4359318 w 5872039"/>
              <a:gd name="csY553" fmla="*/ 3521772 h 3967305"/>
              <a:gd name="csX554" fmla="*/ 2613512 w 5872039"/>
              <a:gd name="csY554" fmla="*/ 3514270 h 3967305"/>
              <a:gd name="csX555" fmla="*/ 2596546 w 5872039"/>
              <a:gd name="csY555" fmla="*/ 3544793 h 3967305"/>
              <a:gd name="csX556" fmla="*/ 2583771 w 5872039"/>
              <a:gd name="csY556" fmla="*/ 3561093 h 3967305"/>
              <a:gd name="csX557" fmla="*/ 2627430 w 5872039"/>
              <a:gd name="csY557" fmla="*/ 3589727 h 3967305"/>
              <a:gd name="csX558" fmla="*/ 2648472 w 5872039"/>
              <a:gd name="csY558" fmla="*/ 3602147 h 3967305"/>
              <a:gd name="csX559" fmla="*/ 2664276 w 5872039"/>
              <a:gd name="csY559" fmla="*/ 3578841 h 3967305"/>
              <a:gd name="csX560" fmla="*/ 2675991 w 5872039"/>
              <a:gd name="csY560" fmla="*/ 3553257 h 3967305"/>
              <a:gd name="csX561" fmla="*/ 4131762 w 5872039"/>
              <a:gd name="csY561" fmla="*/ 3514254 h 3967305"/>
              <a:gd name="csX562" fmla="*/ 4098725 w 5872039"/>
              <a:gd name="csY562" fmla="*/ 3536033 h 3967305"/>
              <a:gd name="csX563" fmla="*/ 4110083 w 5872039"/>
              <a:gd name="csY563" fmla="*/ 3538605 h 3967305"/>
              <a:gd name="csX564" fmla="*/ 4126226 w 5872039"/>
              <a:gd name="csY564" fmla="*/ 3540387 h 3967305"/>
              <a:gd name="csX565" fmla="*/ 4160418 w 5872039"/>
              <a:gd name="csY565" fmla="*/ 3521808 h 3967305"/>
              <a:gd name="csX566" fmla="*/ 4496045 w 5872039"/>
              <a:gd name="csY566" fmla="*/ 3511656 h 3967305"/>
              <a:gd name="csX567" fmla="*/ 4476518 w 5872039"/>
              <a:gd name="csY567" fmla="*/ 3518823 h 3967305"/>
              <a:gd name="csX568" fmla="*/ 4487155 w 5872039"/>
              <a:gd name="csY568" fmla="*/ 3519766 h 3967305"/>
              <a:gd name="csX569" fmla="*/ 4512753 w 5872039"/>
              <a:gd name="csY569" fmla="*/ 3513791 h 3967305"/>
              <a:gd name="csX570" fmla="*/ 3786013 w 5872039"/>
              <a:gd name="csY570" fmla="*/ 3511165 h 3967305"/>
              <a:gd name="csX571" fmla="*/ 3751161 w 5872039"/>
              <a:gd name="csY571" fmla="*/ 3543934 h 3967305"/>
              <a:gd name="csX572" fmla="*/ 3784917 w 5872039"/>
              <a:gd name="csY572" fmla="*/ 3553683 h 3967305"/>
              <a:gd name="csX573" fmla="*/ 3818110 w 5872039"/>
              <a:gd name="csY573" fmla="*/ 3524455 h 3967305"/>
              <a:gd name="csX574" fmla="*/ 3813887 w 5872039"/>
              <a:gd name="csY574" fmla="*/ 3523117 h 3967305"/>
              <a:gd name="csX575" fmla="*/ 3028169 w 5872039"/>
              <a:gd name="csY575" fmla="*/ 3510968 h 3967305"/>
              <a:gd name="csX576" fmla="*/ 3026039 w 5872039"/>
              <a:gd name="csY576" fmla="*/ 3564615 h 3967305"/>
              <a:gd name="csX577" fmla="*/ 3025344 w 5872039"/>
              <a:gd name="csY577" fmla="*/ 3571998 h 3967305"/>
              <a:gd name="csX578" fmla="*/ 3084693 w 5872039"/>
              <a:gd name="csY578" fmla="*/ 3602931 h 3967305"/>
              <a:gd name="csX579" fmla="*/ 3085115 w 5872039"/>
              <a:gd name="csY579" fmla="*/ 3542265 h 3967305"/>
              <a:gd name="csX580" fmla="*/ 3083939 w 5872039"/>
              <a:gd name="csY580" fmla="*/ 3541663 h 3967305"/>
              <a:gd name="csX581" fmla="*/ 2878242 w 5872039"/>
              <a:gd name="csY581" fmla="*/ 3507944 h 3967305"/>
              <a:gd name="csX582" fmla="*/ 2867347 w 5872039"/>
              <a:gd name="csY582" fmla="*/ 3565697 h 3967305"/>
              <a:gd name="csX583" fmla="*/ 2908639 w 5872039"/>
              <a:gd name="csY583" fmla="*/ 3589341 h 3967305"/>
              <a:gd name="csX584" fmla="*/ 2928365 w 5872039"/>
              <a:gd name="csY584" fmla="*/ 3599512 h 3967305"/>
              <a:gd name="csX585" fmla="*/ 2936395 w 5872039"/>
              <a:gd name="csY585" fmla="*/ 3540722 h 3967305"/>
              <a:gd name="csX586" fmla="*/ 4285311 w 5872039"/>
              <a:gd name="csY586" fmla="*/ 3507838 h 3967305"/>
              <a:gd name="csX587" fmla="*/ 4270783 w 5872039"/>
              <a:gd name="csY587" fmla="*/ 3515784 h 3967305"/>
              <a:gd name="csX588" fmla="*/ 4255476 w 5872039"/>
              <a:gd name="csY588" fmla="*/ 3523563 h 3967305"/>
              <a:gd name="csX589" fmla="*/ 4279643 w 5872039"/>
              <a:gd name="csY589" fmla="*/ 3527170 h 3967305"/>
              <a:gd name="csX590" fmla="*/ 4312393 w 5872039"/>
              <a:gd name="csY590" fmla="*/ 3512937 h 3967305"/>
              <a:gd name="csX591" fmla="*/ 4889884 w 5872039"/>
              <a:gd name="csY591" fmla="*/ 3506286 h 3967305"/>
              <a:gd name="csX592" fmla="*/ 4887206 w 5872039"/>
              <a:gd name="csY592" fmla="*/ 3506702 h 3967305"/>
              <a:gd name="csX593" fmla="*/ 4890673 w 5872039"/>
              <a:gd name="csY593" fmla="*/ 3507120 h 3967305"/>
              <a:gd name="csX594" fmla="*/ 4892727 w 5872039"/>
              <a:gd name="csY594" fmla="*/ 3506976 h 3967305"/>
              <a:gd name="csX595" fmla="*/ 4774198 w 5872039"/>
              <a:gd name="csY595" fmla="*/ 3505885 h 3967305"/>
              <a:gd name="csX596" fmla="*/ 4769619 w 5872039"/>
              <a:gd name="csY596" fmla="*/ 3506823 h 3967305"/>
              <a:gd name="csX597" fmla="*/ 4772864 w 5872039"/>
              <a:gd name="csY597" fmla="*/ 3507079 h 3967305"/>
              <a:gd name="csX598" fmla="*/ 4777497 w 5872039"/>
              <a:gd name="csY598" fmla="*/ 3506554 h 3967305"/>
              <a:gd name="csX599" fmla="*/ 5066047 w 5872039"/>
              <a:gd name="csY599" fmla="*/ 3505868 h 3967305"/>
              <a:gd name="csX600" fmla="*/ 5049868 w 5872039"/>
              <a:gd name="csY600" fmla="*/ 3507733 h 3967305"/>
              <a:gd name="csX601" fmla="*/ 5063006 w 5872039"/>
              <a:gd name="csY601" fmla="*/ 3510662 h 3967305"/>
              <a:gd name="csX602" fmla="*/ 5078706 w 5872039"/>
              <a:gd name="csY602" fmla="*/ 3510115 h 3967305"/>
              <a:gd name="csX603" fmla="*/ 3932695 w 5872039"/>
              <a:gd name="csY603" fmla="*/ 3505549 h 3967305"/>
              <a:gd name="csX604" fmla="*/ 3898136 w 5872039"/>
              <a:gd name="csY604" fmla="*/ 3534272 h 3967305"/>
              <a:gd name="csX605" fmla="*/ 3928170 w 5872039"/>
              <a:gd name="csY605" fmla="*/ 3543798 h 3967305"/>
              <a:gd name="csX606" fmla="*/ 3963912 w 5872039"/>
              <a:gd name="csY606" fmla="*/ 3516364 h 3967305"/>
              <a:gd name="csX607" fmla="*/ 4443806 w 5872039"/>
              <a:gd name="csY607" fmla="*/ 3503061 h 3967305"/>
              <a:gd name="csX608" fmla="*/ 4431576 w 5872039"/>
              <a:gd name="csY608" fmla="*/ 3508346 h 3967305"/>
              <a:gd name="csX609" fmla="*/ 4418229 w 5872039"/>
              <a:gd name="csY609" fmla="*/ 3513653 h 3967305"/>
              <a:gd name="csX610" fmla="*/ 4441825 w 5872039"/>
              <a:gd name="csY610" fmla="*/ 3515746 h 3967305"/>
              <a:gd name="csX611" fmla="*/ 4464084 w 5872039"/>
              <a:gd name="csY611" fmla="*/ 3507574 h 3967305"/>
              <a:gd name="csX612" fmla="*/ 4463432 w 5872039"/>
              <a:gd name="csY612" fmla="*/ 3507491 h 3967305"/>
              <a:gd name="csX613" fmla="*/ 4606407 w 5872039"/>
              <a:gd name="csY613" fmla="*/ 3501364 h 3967305"/>
              <a:gd name="csX614" fmla="*/ 4585080 w 5872039"/>
              <a:gd name="csY614" fmla="*/ 3508008 h 3967305"/>
              <a:gd name="csX615" fmla="*/ 4587873 w 5872039"/>
              <a:gd name="csY615" fmla="*/ 3508363 h 3967305"/>
              <a:gd name="csX616" fmla="*/ 4600782 w 5872039"/>
              <a:gd name="csY616" fmla="*/ 3508943 h 3967305"/>
              <a:gd name="csX617" fmla="*/ 4620224 w 5872039"/>
              <a:gd name="csY617" fmla="*/ 3505379 h 3967305"/>
              <a:gd name="csX618" fmla="*/ 4624471 w 5872039"/>
              <a:gd name="csY618" fmla="*/ 3504286 h 3967305"/>
              <a:gd name="csX619" fmla="*/ 4080488 w 5872039"/>
              <a:gd name="csY619" fmla="*/ 3500736 h 3967305"/>
              <a:gd name="csX620" fmla="*/ 4047444 w 5872039"/>
              <a:gd name="csY620" fmla="*/ 3524420 h 3967305"/>
              <a:gd name="csX621" fmla="*/ 4077872 w 5872039"/>
              <a:gd name="csY621" fmla="*/ 3531311 h 3967305"/>
              <a:gd name="csX622" fmla="*/ 4088734 w 5872039"/>
              <a:gd name="csY622" fmla="*/ 3524821 h 3967305"/>
              <a:gd name="csX623" fmla="*/ 4112478 w 5872039"/>
              <a:gd name="csY623" fmla="*/ 3509170 h 3967305"/>
              <a:gd name="csX624" fmla="*/ 2239126 w 5872039"/>
              <a:gd name="csY624" fmla="*/ 3499459 h 3967305"/>
              <a:gd name="csX625" fmla="*/ 2198202 w 5872039"/>
              <a:gd name="csY625" fmla="*/ 3521044 h 3967305"/>
              <a:gd name="csX626" fmla="*/ 2188396 w 5872039"/>
              <a:gd name="csY626" fmla="*/ 3524906 h 3967305"/>
              <a:gd name="csX627" fmla="*/ 2245431 w 5872039"/>
              <a:gd name="csY627" fmla="*/ 3576071 h 3967305"/>
              <a:gd name="csX628" fmla="*/ 2271992 w 5872039"/>
              <a:gd name="csY628" fmla="*/ 3564688 h 3967305"/>
              <a:gd name="csX629" fmla="*/ 2299005 w 5872039"/>
              <a:gd name="csY629" fmla="*/ 3548657 h 3967305"/>
              <a:gd name="csX630" fmla="*/ 4948561 w 5872039"/>
              <a:gd name="csY630" fmla="*/ 3497175 h 3967305"/>
              <a:gd name="csX631" fmla="*/ 4931378 w 5872039"/>
              <a:gd name="csY631" fmla="*/ 3499843 h 3967305"/>
              <a:gd name="csX632" fmla="*/ 4950367 w 5872039"/>
              <a:gd name="csY632" fmla="*/ 3502938 h 3967305"/>
              <a:gd name="csX633" fmla="*/ 4954442 w 5872039"/>
              <a:gd name="csY633" fmla="*/ 3502653 h 3967305"/>
              <a:gd name="csX634" fmla="*/ 4963389 w 5872039"/>
              <a:gd name="csY634" fmla="*/ 3501663 h 3967305"/>
              <a:gd name="csX635" fmla="*/ 2715905 w 5872039"/>
              <a:gd name="csY635" fmla="*/ 3495358 h 3967305"/>
              <a:gd name="csX636" fmla="*/ 2708798 w 5872039"/>
              <a:gd name="csY636" fmla="*/ 3517443 h 3967305"/>
              <a:gd name="csX637" fmla="*/ 2694947 w 5872039"/>
              <a:gd name="csY637" fmla="*/ 3547574 h 3967305"/>
              <a:gd name="csX638" fmla="*/ 2697559 w 5872039"/>
              <a:gd name="csY638" fmla="*/ 3549204 h 3967305"/>
              <a:gd name="csX639" fmla="*/ 2758012 w 5872039"/>
              <a:gd name="csY639" fmla="*/ 3584394 h 3967305"/>
              <a:gd name="csX640" fmla="*/ 2771935 w 5872039"/>
              <a:gd name="csY640" fmla="*/ 3547582 h 3967305"/>
              <a:gd name="csX641" fmla="*/ 2776140 w 5872039"/>
              <a:gd name="csY641" fmla="*/ 3530642 h 3967305"/>
              <a:gd name="csX642" fmla="*/ 2760159 w 5872039"/>
              <a:gd name="csY642" fmla="*/ 3521494 h 3967305"/>
              <a:gd name="csX643" fmla="*/ 2720490 w 5872039"/>
              <a:gd name="csY643" fmla="*/ 3498055 h 3967305"/>
              <a:gd name="csX644" fmla="*/ 4234094 w 5872039"/>
              <a:gd name="csY644" fmla="*/ 3495188 h 3967305"/>
              <a:gd name="csX645" fmla="*/ 4200688 w 5872039"/>
              <a:gd name="csY645" fmla="*/ 3515386 h 3967305"/>
              <a:gd name="csX646" fmla="*/ 4230528 w 5872039"/>
              <a:gd name="csY646" fmla="*/ 3519840 h 3967305"/>
              <a:gd name="csX647" fmla="*/ 4242609 w 5872039"/>
              <a:gd name="csY647" fmla="*/ 3513932 h 3967305"/>
              <a:gd name="csX648" fmla="*/ 4261904 w 5872039"/>
              <a:gd name="csY648" fmla="*/ 3503431 h 3967305"/>
              <a:gd name="csX649" fmla="*/ 4260798 w 5872039"/>
              <a:gd name="csY649" fmla="*/ 3503223 h 3967305"/>
              <a:gd name="csX650" fmla="*/ 4720285 w 5872039"/>
              <a:gd name="csY650" fmla="*/ 3494955 h 3967305"/>
              <a:gd name="csX651" fmla="*/ 4697108 w 5872039"/>
              <a:gd name="csY651" fmla="*/ 3500918 h 3967305"/>
              <a:gd name="csX652" fmla="*/ 4699285 w 5872039"/>
              <a:gd name="csY652" fmla="*/ 3501269 h 3967305"/>
              <a:gd name="csX653" fmla="*/ 4715254 w 5872039"/>
              <a:gd name="csY653" fmla="*/ 3502530 h 3967305"/>
              <a:gd name="csX654" fmla="*/ 4719198 w 5872039"/>
              <a:gd name="csY654" fmla="*/ 3502000 h 3967305"/>
              <a:gd name="csX655" fmla="*/ 4737018 w 5872039"/>
              <a:gd name="csY655" fmla="*/ 3498347 h 3967305"/>
              <a:gd name="csX656" fmla="*/ 4836057 w 5872039"/>
              <a:gd name="csY656" fmla="*/ 3493217 h 3967305"/>
              <a:gd name="csX657" fmla="*/ 4813604 w 5872039"/>
              <a:gd name="csY657" fmla="*/ 3497815 h 3967305"/>
              <a:gd name="csX658" fmla="*/ 4832710 w 5872039"/>
              <a:gd name="csY658" fmla="*/ 3500122 h 3967305"/>
              <a:gd name="csX659" fmla="*/ 4852094 w 5872039"/>
              <a:gd name="csY659" fmla="*/ 3497111 h 3967305"/>
              <a:gd name="csX660" fmla="*/ 4551099 w 5872039"/>
              <a:gd name="csY660" fmla="*/ 3491451 h 3967305"/>
              <a:gd name="csX661" fmla="*/ 4526326 w 5872039"/>
              <a:gd name="csY661" fmla="*/ 3500543 h 3967305"/>
              <a:gd name="csX662" fmla="*/ 4549650 w 5872039"/>
              <a:gd name="csY662" fmla="*/ 3503507 h 3967305"/>
              <a:gd name="csX663" fmla="*/ 4573568 w 5872039"/>
              <a:gd name="csY663" fmla="*/ 3496052 h 3967305"/>
              <a:gd name="csX664" fmla="*/ 4560869 w 5872039"/>
              <a:gd name="csY664" fmla="*/ 3493998 h 3967305"/>
              <a:gd name="csX665" fmla="*/ 4392097 w 5872039"/>
              <a:gd name="csY665" fmla="*/ 3491389 h 3967305"/>
              <a:gd name="csX666" fmla="*/ 4360551 w 5872039"/>
              <a:gd name="csY666" fmla="*/ 3506826 h 3967305"/>
              <a:gd name="csX667" fmla="*/ 4377855 w 5872039"/>
              <a:gd name="csY667" fmla="*/ 3510073 h 3967305"/>
              <a:gd name="csX668" fmla="*/ 4385379 w 5872039"/>
              <a:gd name="csY668" fmla="*/ 3510740 h 3967305"/>
              <a:gd name="csX669" fmla="*/ 4417531 w 5872039"/>
              <a:gd name="csY669" fmla="*/ 3497130 h 3967305"/>
              <a:gd name="csX670" fmla="*/ 3737267 w 5872039"/>
              <a:gd name="csY670" fmla="*/ 3490264 h 3967305"/>
              <a:gd name="csX671" fmla="*/ 3702211 w 5872039"/>
              <a:gd name="csY671" fmla="*/ 3525330 h 3967305"/>
              <a:gd name="csX672" fmla="*/ 3734642 w 5872039"/>
              <a:gd name="csY672" fmla="*/ 3538689 h 3967305"/>
              <a:gd name="csX673" fmla="*/ 3770923 w 5872039"/>
              <a:gd name="csY673" fmla="*/ 3504695 h 3967305"/>
              <a:gd name="csX674" fmla="*/ 5011165 w 5872039"/>
              <a:gd name="csY674" fmla="*/ 3487455 h 3967305"/>
              <a:gd name="csX675" fmla="*/ 4982446 w 5872039"/>
              <a:gd name="csY675" fmla="*/ 3491914 h 3967305"/>
              <a:gd name="csX676" fmla="*/ 4992348 w 5872039"/>
              <a:gd name="csY676" fmla="*/ 3494910 h 3967305"/>
              <a:gd name="csX677" fmla="*/ 5002993 w 5872039"/>
              <a:gd name="csY677" fmla="*/ 3497283 h 3967305"/>
              <a:gd name="csX678" fmla="*/ 5031168 w 5872039"/>
              <a:gd name="csY678" fmla="*/ 3494166 h 3967305"/>
              <a:gd name="csX679" fmla="*/ 3883040 w 5872039"/>
              <a:gd name="csY679" fmla="*/ 3487290 h 3967305"/>
              <a:gd name="csX680" fmla="*/ 3847902 w 5872039"/>
              <a:gd name="csY680" fmla="*/ 3518341 h 3967305"/>
              <a:gd name="csX681" fmla="*/ 3880596 w 5872039"/>
              <a:gd name="csY681" fmla="*/ 3528710 h 3967305"/>
              <a:gd name="csX682" fmla="*/ 3915790 w 5872039"/>
              <a:gd name="csY682" fmla="*/ 3499693 h 3967305"/>
              <a:gd name="csX683" fmla="*/ 3893458 w 5872039"/>
              <a:gd name="csY683" fmla="*/ 3491956 h 3967305"/>
              <a:gd name="csX684" fmla="*/ 4663764 w 5872039"/>
              <a:gd name="csY684" fmla="*/ 3483496 h 3967305"/>
              <a:gd name="csX685" fmla="*/ 4638272 w 5872039"/>
              <a:gd name="csY685" fmla="*/ 3491437 h 3967305"/>
              <a:gd name="csX686" fmla="*/ 4660486 w 5872039"/>
              <a:gd name="csY686" fmla="*/ 3495017 h 3967305"/>
              <a:gd name="csX687" fmla="*/ 4686970 w 5872039"/>
              <a:gd name="csY687" fmla="*/ 3488200 h 3967305"/>
              <a:gd name="csX688" fmla="*/ 4031848 w 5872039"/>
              <a:gd name="csY688" fmla="*/ 3483235 h 3967305"/>
              <a:gd name="csX689" fmla="*/ 3995262 w 5872039"/>
              <a:gd name="csY689" fmla="*/ 3511552 h 3967305"/>
              <a:gd name="csX690" fmla="*/ 4003995 w 5872039"/>
              <a:gd name="csY690" fmla="*/ 3514580 h 3967305"/>
              <a:gd name="csX691" fmla="*/ 4028125 w 5872039"/>
              <a:gd name="csY691" fmla="*/ 3520045 h 3967305"/>
              <a:gd name="csX692" fmla="*/ 4063016 w 5872039"/>
              <a:gd name="csY692" fmla="*/ 3495034 h 3967305"/>
              <a:gd name="csX693" fmla="*/ 4895355 w 5872039"/>
              <a:gd name="csY693" fmla="*/ 3481073 h 3967305"/>
              <a:gd name="csX694" fmla="*/ 4870307 w 5872039"/>
              <a:gd name="csY694" fmla="*/ 3486203 h 3967305"/>
              <a:gd name="csX695" fmla="*/ 4890615 w 5872039"/>
              <a:gd name="csY695" fmla="*/ 3491126 h 3967305"/>
              <a:gd name="csX696" fmla="*/ 4915698 w 5872039"/>
              <a:gd name="csY696" fmla="*/ 3487230 h 3967305"/>
              <a:gd name="csX697" fmla="*/ 4183691 w 5872039"/>
              <a:gd name="csY697" fmla="*/ 3480021 h 3967305"/>
              <a:gd name="csX698" fmla="*/ 4148465 w 5872039"/>
              <a:gd name="csY698" fmla="*/ 3503243 h 3967305"/>
              <a:gd name="csX699" fmla="*/ 4178549 w 5872039"/>
              <a:gd name="csY699" fmla="*/ 3511167 h 3967305"/>
              <a:gd name="csX700" fmla="*/ 4214769 w 5872039"/>
              <a:gd name="csY700" fmla="*/ 3489372 h 3967305"/>
              <a:gd name="csX701" fmla="*/ 4779969 w 5872039"/>
              <a:gd name="csY701" fmla="*/ 3479599 h 3967305"/>
              <a:gd name="csX702" fmla="*/ 4753325 w 5872039"/>
              <a:gd name="csY702" fmla="*/ 3486454 h 3967305"/>
              <a:gd name="csX703" fmla="*/ 4774324 w 5872039"/>
              <a:gd name="csY703" fmla="*/ 3490702 h 3967305"/>
              <a:gd name="csX704" fmla="*/ 4802182 w 5872039"/>
              <a:gd name="csY704" fmla="*/ 3484992 h 3967305"/>
              <a:gd name="csX705" fmla="*/ 4338199 w 5872039"/>
              <a:gd name="csY705" fmla="*/ 3478914 h 3967305"/>
              <a:gd name="csX706" fmla="*/ 4305910 w 5872039"/>
              <a:gd name="csY706" fmla="*/ 3496573 h 3967305"/>
              <a:gd name="csX707" fmla="*/ 4335602 w 5872039"/>
              <a:gd name="csY707" fmla="*/ 3502144 h 3967305"/>
              <a:gd name="csX708" fmla="*/ 4368596 w 5872039"/>
              <a:gd name="csY708" fmla="*/ 3486085 h 3967305"/>
              <a:gd name="csX709" fmla="*/ 4340948 w 5872039"/>
              <a:gd name="csY709" fmla="*/ 3479844 h 3967305"/>
              <a:gd name="csX710" fmla="*/ 4500929 w 5872039"/>
              <a:gd name="csY710" fmla="*/ 3478374 h 3967305"/>
              <a:gd name="csX711" fmla="*/ 4467056 w 5872039"/>
              <a:gd name="csY711" fmla="*/ 3493013 h 3967305"/>
              <a:gd name="csX712" fmla="*/ 4494314 w 5872039"/>
              <a:gd name="csY712" fmla="*/ 3496476 h 3967305"/>
              <a:gd name="csX713" fmla="*/ 4525896 w 5872039"/>
              <a:gd name="csY713" fmla="*/ 3484882 h 3967305"/>
              <a:gd name="csX714" fmla="*/ 2424022 w 5872039"/>
              <a:gd name="csY714" fmla="*/ 3472511 h 3967305"/>
              <a:gd name="csX715" fmla="*/ 2384682 w 5872039"/>
              <a:gd name="csY715" fmla="*/ 3509134 h 3967305"/>
              <a:gd name="csX716" fmla="*/ 2421080 w 5872039"/>
              <a:gd name="csY716" fmla="*/ 3536574 h 3967305"/>
              <a:gd name="csX717" fmla="*/ 2447333 w 5872039"/>
              <a:gd name="csY717" fmla="*/ 3554634 h 3967305"/>
              <a:gd name="csX718" fmla="*/ 2456287 w 5872039"/>
              <a:gd name="csY718" fmla="*/ 3546855 h 3967305"/>
              <a:gd name="csX719" fmla="*/ 2485736 w 5872039"/>
              <a:gd name="csY719" fmla="*/ 3514555 h 3967305"/>
              <a:gd name="csX720" fmla="*/ 2468651 w 5872039"/>
              <a:gd name="csY720" fmla="*/ 3503349 h 3967305"/>
              <a:gd name="csX721" fmla="*/ 2957285 w 5872039"/>
              <a:gd name="csY721" fmla="*/ 3471955 h 3967305"/>
              <a:gd name="csX722" fmla="*/ 2952412 w 5872039"/>
              <a:gd name="csY722" fmla="*/ 3532715 h 3967305"/>
              <a:gd name="csX723" fmla="*/ 2982292 w 5872039"/>
              <a:gd name="csY723" fmla="*/ 3549559 h 3967305"/>
              <a:gd name="csX724" fmla="*/ 3011033 w 5872039"/>
              <a:gd name="csY724" fmla="*/ 3564539 h 3967305"/>
              <a:gd name="csX725" fmla="*/ 3011191 w 5872039"/>
              <a:gd name="csY725" fmla="*/ 3562844 h 3967305"/>
              <a:gd name="csX726" fmla="*/ 3013555 w 5872039"/>
              <a:gd name="csY726" fmla="*/ 3502925 h 3967305"/>
              <a:gd name="csX727" fmla="*/ 3100494 w 5872039"/>
              <a:gd name="csY727" fmla="*/ 3470157 h 3967305"/>
              <a:gd name="csX728" fmla="*/ 3100362 w 5872039"/>
              <a:gd name="csY728" fmla="*/ 3491676 h 3967305"/>
              <a:gd name="csX729" fmla="*/ 3100070 w 5872039"/>
              <a:gd name="csY729" fmla="*/ 3533255 h 3967305"/>
              <a:gd name="csX730" fmla="*/ 3187389 w 5872039"/>
              <a:gd name="csY730" fmla="*/ 3577958 h 3967305"/>
              <a:gd name="csX731" fmla="*/ 3486810 w 5872039"/>
              <a:gd name="csY731" fmla="*/ 3684180 h 3967305"/>
              <a:gd name="csX732" fmla="*/ 3505835 w 5872039"/>
              <a:gd name="csY732" fmla="*/ 3686822 h 3967305"/>
              <a:gd name="csX733" fmla="*/ 3535385 w 5872039"/>
              <a:gd name="csY733" fmla="*/ 3660409 h 3967305"/>
              <a:gd name="csX734" fmla="*/ 3489224 w 5872039"/>
              <a:gd name="csY734" fmla="*/ 3648490 h 3967305"/>
              <a:gd name="csX735" fmla="*/ 3274956 w 5872039"/>
              <a:gd name="csY735" fmla="*/ 3562358 h 3967305"/>
              <a:gd name="csX736" fmla="*/ 4612113 w 5872039"/>
              <a:gd name="csY736" fmla="*/ 3469059 h 3967305"/>
              <a:gd name="csX737" fmla="*/ 4577723 w 5872039"/>
              <a:gd name="csY737" fmla="*/ 3481680 h 3967305"/>
              <a:gd name="csX738" fmla="*/ 4605382 w 5872039"/>
              <a:gd name="csY738" fmla="*/ 3486137 h 3967305"/>
              <a:gd name="csX739" fmla="*/ 4636584 w 5872039"/>
              <a:gd name="csY739" fmla="*/ 3476413 h 3967305"/>
              <a:gd name="csX740" fmla="*/ 4956812 w 5872039"/>
              <a:gd name="csY740" fmla="*/ 3468413 h 3967305"/>
              <a:gd name="csX741" fmla="*/ 4936779 w 5872039"/>
              <a:gd name="csY741" fmla="*/ 3472589 h 3967305"/>
              <a:gd name="csX742" fmla="*/ 4925917 w 5872039"/>
              <a:gd name="csY742" fmla="*/ 3474814 h 3967305"/>
              <a:gd name="csX743" fmla="*/ 4949566 w 5872039"/>
              <a:gd name="csY743" fmla="*/ 3481968 h 3967305"/>
              <a:gd name="csX744" fmla="*/ 4980490 w 5872039"/>
              <a:gd name="csY744" fmla="*/ 3477164 h 3967305"/>
              <a:gd name="csX745" fmla="*/ 4968417 w 5872039"/>
              <a:gd name="csY745" fmla="*/ 3473114 h 3967305"/>
              <a:gd name="csX746" fmla="*/ 2539755 w 5872039"/>
              <a:gd name="csY746" fmla="*/ 3468247 h 3967305"/>
              <a:gd name="csX747" fmla="*/ 2515910 w 5872039"/>
              <a:gd name="csY747" fmla="*/ 3503507 h 3967305"/>
              <a:gd name="csX748" fmla="*/ 2508442 w 5872039"/>
              <a:gd name="csY748" fmla="*/ 3511689 h 3967305"/>
              <a:gd name="csX749" fmla="*/ 2571352 w 5872039"/>
              <a:gd name="csY749" fmla="*/ 3552948 h 3967305"/>
              <a:gd name="csX750" fmla="*/ 2584339 w 5872039"/>
              <a:gd name="csY750" fmla="*/ 3536349 h 3967305"/>
              <a:gd name="csX751" fmla="*/ 2600928 w 5872039"/>
              <a:gd name="csY751" fmla="*/ 3506418 h 3967305"/>
              <a:gd name="csX752" fmla="*/ 2806615 w 5872039"/>
              <a:gd name="csY752" fmla="*/ 3467575 h 3967305"/>
              <a:gd name="csX753" fmla="*/ 2805087 w 5872039"/>
              <a:gd name="csY753" fmla="*/ 3475797 h 3967305"/>
              <a:gd name="csX754" fmla="*/ 2793262 w 5872039"/>
              <a:gd name="csY754" fmla="*/ 3523275 h 3967305"/>
              <a:gd name="csX755" fmla="*/ 2853654 w 5872039"/>
              <a:gd name="csY755" fmla="*/ 3557856 h 3967305"/>
              <a:gd name="csX756" fmla="*/ 2864176 w 5872039"/>
              <a:gd name="csY756" fmla="*/ 3501838 h 3967305"/>
              <a:gd name="csX757" fmla="*/ 2864394 w 5872039"/>
              <a:gd name="csY757" fmla="*/ 3500139 h 3967305"/>
              <a:gd name="csX758" fmla="*/ 2838296 w 5872039"/>
              <a:gd name="csY758" fmla="*/ 3485429 h 3967305"/>
              <a:gd name="csX759" fmla="*/ 2830662 w 5872039"/>
              <a:gd name="csY759" fmla="*/ 3481051 h 3967305"/>
              <a:gd name="csX760" fmla="*/ 3834520 w 5872039"/>
              <a:gd name="csY760" fmla="*/ 3465558 h 3967305"/>
              <a:gd name="csX761" fmla="*/ 3797782 w 5872039"/>
              <a:gd name="csY761" fmla="*/ 3500100 h 3967305"/>
              <a:gd name="csX762" fmla="*/ 3818714 w 5872039"/>
              <a:gd name="csY762" fmla="*/ 3509085 h 3967305"/>
              <a:gd name="csX763" fmla="*/ 3831103 w 5872039"/>
              <a:gd name="csY763" fmla="*/ 3513014 h 3967305"/>
              <a:gd name="csX764" fmla="*/ 3867978 w 5872039"/>
              <a:gd name="csY764" fmla="*/ 3480544 h 3967305"/>
              <a:gd name="csX765" fmla="*/ 3982172 w 5872039"/>
              <a:gd name="csY765" fmla="*/ 3464427 h 3967305"/>
              <a:gd name="csX766" fmla="*/ 3946017 w 5872039"/>
              <a:gd name="csY766" fmla="*/ 3494477 h 3967305"/>
              <a:gd name="csX767" fmla="*/ 3977986 w 5872039"/>
              <a:gd name="csY767" fmla="*/ 3505562 h 3967305"/>
              <a:gd name="csX768" fmla="*/ 4015258 w 5872039"/>
              <a:gd name="csY768" fmla="*/ 3476953 h 3967305"/>
              <a:gd name="csX769" fmla="*/ 4447275 w 5872039"/>
              <a:gd name="csY769" fmla="*/ 3464389 h 3967305"/>
              <a:gd name="csX770" fmla="*/ 4413374 w 5872039"/>
              <a:gd name="csY770" fmla="*/ 3480978 h 3967305"/>
              <a:gd name="csX771" fmla="*/ 4441000 w 5872039"/>
              <a:gd name="csY771" fmla="*/ 3487196 h 3967305"/>
              <a:gd name="csX772" fmla="*/ 4476737 w 5872039"/>
              <a:gd name="csY772" fmla="*/ 3472068 h 3967305"/>
              <a:gd name="csX773" fmla="*/ 4839687 w 5872039"/>
              <a:gd name="csY773" fmla="*/ 3464226 h 3967305"/>
              <a:gd name="csX774" fmla="*/ 4827863 w 5872039"/>
              <a:gd name="csY774" fmla="*/ 3467276 h 3967305"/>
              <a:gd name="csX775" fmla="*/ 4810582 w 5872039"/>
              <a:gd name="csY775" fmla="*/ 3471723 h 3967305"/>
              <a:gd name="csX776" fmla="*/ 4836393 w 5872039"/>
              <a:gd name="csY776" fmla="*/ 3477980 h 3967305"/>
              <a:gd name="csX777" fmla="*/ 4865455 w 5872039"/>
              <a:gd name="csY777" fmla="*/ 3472024 h 3967305"/>
              <a:gd name="csX778" fmla="*/ 4726402 w 5872039"/>
              <a:gd name="csY778" fmla="*/ 3463982 h 3967305"/>
              <a:gd name="csX779" fmla="*/ 4693264 w 5872039"/>
              <a:gd name="csY779" fmla="*/ 3474306 h 3967305"/>
              <a:gd name="csX780" fmla="*/ 4719969 w 5872039"/>
              <a:gd name="csY780" fmla="*/ 3479707 h 3967305"/>
              <a:gd name="csX781" fmla="*/ 4750020 w 5872039"/>
              <a:gd name="csY781" fmla="*/ 3471973 h 3967305"/>
              <a:gd name="csX782" fmla="*/ 2299396 w 5872039"/>
              <a:gd name="csY782" fmla="*/ 3463406 h 3967305"/>
              <a:gd name="csX783" fmla="*/ 2266938 w 5872039"/>
              <a:gd name="csY783" fmla="*/ 3484789 h 3967305"/>
              <a:gd name="csX784" fmla="*/ 2253363 w 5872039"/>
              <a:gd name="csY784" fmla="*/ 3491949 h 3967305"/>
              <a:gd name="csX785" fmla="*/ 2312585 w 5872039"/>
              <a:gd name="csY785" fmla="*/ 3540599 h 3967305"/>
              <a:gd name="csX786" fmla="*/ 2342031 w 5872039"/>
              <a:gd name="csY786" fmla="*/ 3523123 h 3967305"/>
              <a:gd name="csX787" fmla="*/ 2360216 w 5872039"/>
              <a:gd name="csY787" fmla="*/ 3509263 h 3967305"/>
              <a:gd name="csX788" fmla="*/ 4132709 w 5872039"/>
              <a:gd name="csY788" fmla="*/ 3463309 h 3967305"/>
              <a:gd name="csX789" fmla="*/ 4096201 w 5872039"/>
              <a:gd name="csY789" fmla="*/ 3489475 h 3967305"/>
              <a:gd name="csX790" fmla="*/ 4129178 w 5872039"/>
              <a:gd name="csY790" fmla="*/ 3498162 h 3967305"/>
              <a:gd name="csX791" fmla="*/ 4165160 w 5872039"/>
              <a:gd name="csY791" fmla="*/ 3474444 h 3967305"/>
              <a:gd name="csX792" fmla="*/ 4145240 w 5872039"/>
              <a:gd name="csY792" fmla="*/ 3468450 h 3967305"/>
              <a:gd name="csX793" fmla="*/ 4288717 w 5872039"/>
              <a:gd name="csY793" fmla="*/ 3462161 h 3967305"/>
              <a:gd name="csX794" fmla="*/ 4251256 w 5872039"/>
              <a:gd name="csY794" fmla="*/ 3484811 h 3967305"/>
              <a:gd name="csX795" fmla="*/ 4264578 w 5872039"/>
              <a:gd name="csY795" fmla="*/ 3488817 h 3967305"/>
              <a:gd name="csX796" fmla="*/ 4282559 w 5872039"/>
              <a:gd name="csY796" fmla="*/ 3492191 h 3967305"/>
              <a:gd name="csX797" fmla="*/ 4318939 w 5872039"/>
              <a:gd name="csY797" fmla="*/ 3472393 h 3967305"/>
              <a:gd name="csX798" fmla="*/ 4559537 w 5872039"/>
              <a:gd name="csY798" fmla="*/ 3453260 h 3967305"/>
              <a:gd name="csX799" fmla="*/ 4547857 w 5872039"/>
              <a:gd name="csY799" fmla="*/ 3458093 h 3967305"/>
              <a:gd name="csX800" fmla="*/ 4523120 w 5872039"/>
              <a:gd name="csY800" fmla="*/ 3468784 h 3967305"/>
              <a:gd name="csX801" fmla="*/ 4550411 w 5872039"/>
              <a:gd name="csY801" fmla="*/ 3475882 h 3967305"/>
              <a:gd name="csX802" fmla="*/ 4588403 w 5872039"/>
              <a:gd name="csY802" fmla="*/ 3461935 h 3967305"/>
              <a:gd name="csX803" fmla="*/ 2643415 w 5872039"/>
              <a:gd name="csY803" fmla="*/ 3452730 h 3967305"/>
              <a:gd name="csX804" fmla="*/ 2631151 w 5872039"/>
              <a:gd name="csY804" fmla="*/ 3482536 h 3967305"/>
              <a:gd name="csX805" fmla="*/ 2620740 w 5872039"/>
              <a:gd name="csY805" fmla="*/ 3501266 h 3967305"/>
              <a:gd name="csX806" fmla="*/ 2682227 w 5872039"/>
              <a:gd name="csY806" fmla="*/ 3539636 h 3967305"/>
              <a:gd name="csX807" fmla="*/ 2695153 w 5872039"/>
              <a:gd name="csY807" fmla="*/ 3511406 h 3967305"/>
              <a:gd name="csX808" fmla="*/ 2702782 w 5872039"/>
              <a:gd name="csY808" fmla="*/ 3487641 h 3967305"/>
              <a:gd name="csX809" fmla="*/ 4395695 w 5872039"/>
              <a:gd name="csY809" fmla="*/ 3447495 h 3967305"/>
              <a:gd name="csX810" fmla="*/ 4382320 w 5872039"/>
              <a:gd name="csY810" fmla="*/ 3454783 h 3967305"/>
              <a:gd name="csX811" fmla="*/ 4357444 w 5872039"/>
              <a:gd name="csY811" fmla="*/ 3468388 h 3967305"/>
              <a:gd name="csX812" fmla="*/ 4389930 w 5872039"/>
              <a:gd name="csY812" fmla="*/ 3475701 h 3967305"/>
              <a:gd name="csX813" fmla="*/ 4425140 w 5872039"/>
              <a:gd name="csY813" fmla="*/ 3458562 h 3967305"/>
              <a:gd name="csX814" fmla="*/ 4904926 w 5872039"/>
              <a:gd name="csY814" fmla="*/ 3447394 h 3967305"/>
              <a:gd name="csX815" fmla="*/ 4867335 w 5872039"/>
              <a:gd name="csY815" fmla="*/ 3457093 h 3967305"/>
              <a:gd name="csX816" fmla="*/ 4895999 w 5872039"/>
              <a:gd name="csY816" fmla="*/ 3465764 h 3967305"/>
              <a:gd name="csX817" fmla="*/ 4932039 w 5872039"/>
              <a:gd name="csY817" fmla="*/ 3458377 h 3967305"/>
              <a:gd name="csX818" fmla="*/ 4674445 w 5872039"/>
              <a:gd name="csY818" fmla="*/ 3446404 h 3967305"/>
              <a:gd name="csX819" fmla="*/ 4635738 w 5872039"/>
              <a:gd name="csY819" fmla="*/ 3460389 h 3967305"/>
              <a:gd name="csX820" fmla="*/ 4635412 w 5872039"/>
              <a:gd name="csY820" fmla="*/ 3460509 h 3967305"/>
              <a:gd name="csX821" fmla="*/ 4656830 w 5872039"/>
              <a:gd name="csY821" fmla="*/ 3466936 h 3967305"/>
              <a:gd name="csX822" fmla="*/ 4662993 w 5872039"/>
              <a:gd name="csY822" fmla="*/ 3468183 h 3967305"/>
              <a:gd name="csX823" fmla="*/ 4702461 w 5872039"/>
              <a:gd name="csY823" fmla="*/ 3455882 h 3967305"/>
              <a:gd name="csX824" fmla="*/ 4788232 w 5872039"/>
              <a:gd name="csY824" fmla="*/ 3444866 h 3967305"/>
              <a:gd name="csX825" fmla="*/ 4750682 w 5872039"/>
              <a:gd name="csY825" fmla="*/ 3456472 h 3967305"/>
              <a:gd name="csX826" fmla="*/ 4758291 w 5872039"/>
              <a:gd name="csY826" fmla="*/ 3459045 h 3967305"/>
              <a:gd name="csX827" fmla="*/ 4779897 w 5872039"/>
              <a:gd name="csY827" fmla="*/ 3464283 h 3967305"/>
              <a:gd name="csX828" fmla="*/ 4814720 w 5872039"/>
              <a:gd name="csY828" fmla="*/ 3455321 h 3967305"/>
              <a:gd name="csX829" fmla="*/ 4237235 w 5872039"/>
              <a:gd name="csY829" fmla="*/ 3444731 h 3967305"/>
              <a:gd name="csX830" fmla="*/ 4225700 w 5872039"/>
              <a:gd name="csY830" fmla="*/ 3452327 h 3967305"/>
              <a:gd name="csX831" fmla="*/ 4199863 w 5872039"/>
              <a:gd name="csY831" fmla="*/ 3469360 h 3967305"/>
              <a:gd name="csX832" fmla="*/ 4231980 w 5872039"/>
              <a:gd name="csY832" fmla="*/ 3479016 h 3967305"/>
              <a:gd name="csX833" fmla="*/ 4270334 w 5872039"/>
              <a:gd name="csY833" fmla="*/ 3455937 h 3967305"/>
              <a:gd name="csX834" fmla="*/ 4083631 w 5872039"/>
              <a:gd name="csY834" fmla="*/ 3443176 h 3967305"/>
              <a:gd name="csX835" fmla="*/ 4074471 w 5872039"/>
              <a:gd name="csY835" fmla="*/ 3450245 h 3967305"/>
              <a:gd name="csX836" fmla="*/ 4045639 w 5872039"/>
              <a:gd name="csY836" fmla="*/ 3472561 h 3967305"/>
              <a:gd name="csX837" fmla="*/ 4077193 w 5872039"/>
              <a:gd name="csY837" fmla="*/ 3484468 h 3967305"/>
              <a:gd name="csX838" fmla="*/ 4077606 w 5872039"/>
              <a:gd name="csY838" fmla="*/ 3484577 h 3967305"/>
              <a:gd name="csX839" fmla="*/ 4116533 w 5872039"/>
              <a:gd name="csY839" fmla="*/ 3456673 h 3967305"/>
              <a:gd name="csX840" fmla="*/ 3784728 w 5872039"/>
              <a:gd name="csY840" fmla="*/ 3442807 h 3967305"/>
              <a:gd name="csX841" fmla="*/ 3781331 w 5872039"/>
              <a:gd name="csY841" fmla="*/ 3446187 h 3967305"/>
              <a:gd name="csX842" fmla="*/ 3748558 w 5872039"/>
              <a:gd name="csY842" fmla="*/ 3478969 h 3967305"/>
              <a:gd name="csX843" fmla="*/ 3782726 w 5872039"/>
              <a:gd name="csY843" fmla="*/ 3493637 h 3967305"/>
              <a:gd name="csX844" fmla="*/ 3819754 w 5872039"/>
              <a:gd name="csY844" fmla="*/ 3458944 h 3967305"/>
              <a:gd name="csX845" fmla="*/ 3789753 w 5872039"/>
              <a:gd name="csY845" fmla="*/ 3445507 h 3967305"/>
              <a:gd name="csX846" fmla="*/ 3933651 w 5872039"/>
              <a:gd name="csY846" fmla="*/ 3442566 h 3967305"/>
              <a:gd name="csX847" fmla="*/ 3927407 w 5872039"/>
              <a:gd name="csY847" fmla="*/ 3448083 h 3967305"/>
              <a:gd name="csX848" fmla="*/ 3895228 w 5872039"/>
              <a:gd name="csY848" fmla="*/ 3476519 h 3967305"/>
              <a:gd name="csX849" fmla="*/ 3898639 w 5872039"/>
              <a:gd name="csY849" fmla="*/ 3478048 h 3967305"/>
              <a:gd name="csX850" fmla="*/ 3929193 w 5872039"/>
              <a:gd name="csY850" fmla="*/ 3488643 h 3967305"/>
              <a:gd name="csX851" fmla="*/ 3966408 w 5872039"/>
              <a:gd name="csY851" fmla="*/ 3457959 h 3967305"/>
              <a:gd name="csX852" fmla="*/ 2169290 w 5872039"/>
              <a:gd name="csY852" fmla="*/ 3440723 h 3967305"/>
              <a:gd name="csX853" fmla="*/ 2121151 w 5872039"/>
              <a:gd name="csY853" fmla="*/ 3462948 h 3967305"/>
              <a:gd name="csX854" fmla="*/ 2144300 w 5872039"/>
              <a:gd name="csY854" fmla="*/ 3485349 h 3967305"/>
              <a:gd name="csX855" fmla="*/ 2176061 w 5872039"/>
              <a:gd name="csY855" fmla="*/ 3513840 h 3967305"/>
              <a:gd name="csX856" fmla="*/ 2191371 w 5872039"/>
              <a:gd name="csY856" fmla="*/ 3507827 h 3967305"/>
              <a:gd name="csX857" fmla="*/ 2226674 w 5872039"/>
              <a:gd name="csY857" fmla="*/ 3489228 h 3967305"/>
              <a:gd name="csX858" fmla="*/ 2197878 w 5872039"/>
              <a:gd name="csY858" fmla="*/ 3465568 h 3967305"/>
              <a:gd name="csX859" fmla="*/ 4504493 w 5872039"/>
              <a:gd name="csY859" fmla="*/ 3436431 h 3967305"/>
              <a:gd name="csX860" fmla="*/ 4467740 w 5872039"/>
              <a:gd name="csY860" fmla="*/ 3454379 h 3967305"/>
              <a:gd name="csX861" fmla="*/ 4499197 w 5872039"/>
              <a:gd name="csY861" fmla="*/ 3462561 h 3967305"/>
              <a:gd name="csX862" fmla="*/ 4537097 w 5872039"/>
              <a:gd name="csY862" fmla="*/ 3446517 h 3967305"/>
              <a:gd name="csX863" fmla="*/ 4507007 w 5872039"/>
              <a:gd name="csY863" fmla="*/ 3437476 h 3967305"/>
              <a:gd name="csX864" fmla="*/ 2887965 w 5872039"/>
              <a:gd name="csY864" fmla="*/ 3433760 h 3967305"/>
              <a:gd name="csX865" fmla="*/ 2880454 w 5872039"/>
              <a:gd name="csY865" fmla="*/ 3492148 h 3967305"/>
              <a:gd name="csX866" fmla="*/ 2938161 w 5872039"/>
              <a:gd name="csY866" fmla="*/ 3524680 h 3967305"/>
              <a:gd name="csX867" fmla="*/ 2943022 w 5872039"/>
              <a:gd name="csY867" fmla="*/ 3464023 h 3967305"/>
              <a:gd name="csX868" fmla="*/ 2901029 w 5872039"/>
              <a:gd name="csY868" fmla="*/ 3440634 h 3967305"/>
              <a:gd name="csX869" fmla="*/ 3031314 w 5872039"/>
              <a:gd name="csY869" fmla="*/ 3432969 h 3967305"/>
              <a:gd name="csX870" fmla="*/ 3029887 w 5872039"/>
              <a:gd name="csY870" fmla="*/ 3467677 h 3967305"/>
              <a:gd name="csX871" fmla="*/ 3028826 w 5872039"/>
              <a:gd name="csY871" fmla="*/ 3494409 h 3967305"/>
              <a:gd name="csX872" fmla="*/ 3085232 w 5872039"/>
              <a:gd name="csY872" fmla="*/ 3525463 h 3967305"/>
              <a:gd name="csX873" fmla="*/ 3085466 w 5872039"/>
              <a:gd name="csY873" fmla="*/ 3491756 h 3967305"/>
              <a:gd name="csX874" fmla="*/ 3085652 w 5872039"/>
              <a:gd name="csY874" fmla="*/ 3462313 h 3967305"/>
              <a:gd name="csX875" fmla="*/ 3067261 w 5872039"/>
              <a:gd name="csY875" fmla="*/ 3452594 h 3967305"/>
              <a:gd name="csX876" fmla="*/ 4344807 w 5872039"/>
              <a:gd name="csY876" fmla="*/ 3428369 h 3967305"/>
              <a:gd name="csX877" fmla="*/ 4305303 w 5872039"/>
              <a:gd name="csY877" fmla="*/ 3452139 h 3967305"/>
              <a:gd name="csX878" fmla="*/ 4336665 w 5872039"/>
              <a:gd name="csY878" fmla="*/ 3462746 h 3967305"/>
              <a:gd name="csX879" fmla="*/ 4375139 w 5872039"/>
              <a:gd name="csY879" fmla="*/ 3441809 h 3967305"/>
              <a:gd name="csX880" fmla="*/ 4377355 w 5872039"/>
              <a:gd name="csY880" fmla="*/ 3440602 h 3967305"/>
              <a:gd name="csX881" fmla="*/ 2736253 w 5872039"/>
              <a:gd name="csY881" fmla="*/ 3428144 h 3967305"/>
              <a:gd name="csX882" fmla="*/ 2731385 w 5872039"/>
              <a:gd name="csY882" fmla="*/ 3447254 h 3967305"/>
              <a:gd name="csX883" fmla="*/ 2720584 w 5872039"/>
              <a:gd name="csY883" fmla="*/ 3480818 h 3967305"/>
              <a:gd name="csX884" fmla="*/ 2728152 w 5872039"/>
              <a:gd name="csY884" fmla="*/ 3485268 h 3967305"/>
              <a:gd name="csX885" fmla="*/ 2767821 w 5872039"/>
              <a:gd name="csY885" fmla="*/ 3508707 h 3967305"/>
              <a:gd name="csX886" fmla="*/ 2779872 w 5872039"/>
              <a:gd name="csY886" fmla="*/ 3515607 h 3967305"/>
              <a:gd name="csX887" fmla="*/ 2790705 w 5872039"/>
              <a:gd name="csY887" fmla="*/ 3471964 h 3967305"/>
              <a:gd name="csX888" fmla="*/ 2792942 w 5872039"/>
              <a:gd name="csY888" fmla="*/ 3459913 h 3967305"/>
              <a:gd name="csX889" fmla="*/ 4620342 w 5872039"/>
              <a:gd name="csY889" fmla="*/ 3428099 h 3967305"/>
              <a:gd name="csX890" fmla="*/ 4581278 w 5872039"/>
              <a:gd name="csY890" fmla="*/ 3444264 h 3967305"/>
              <a:gd name="csX891" fmla="*/ 4611683 w 5872039"/>
              <a:gd name="csY891" fmla="*/ 3453388 h 3967305"/>
              <a:gd name="csX892" fmla="*/ 4630426 w 5872039"/>
              <a:gd name="csY892" fmla="*/ 3446507 h 3967305"/>
              <a:gd name="csX893" fmla="*/ 4651865 w 5872039"/>
              <a:gd name="csY893" fmla="*/ 3438764 h 3967305"/>
              <a:gd name="csX894" fmla="*/ 4850880 w 5872039"/>
              <a:gd name="csY894" fmla="*/ 3425501 h 3967305"/>
              <a:gd name="csX895" fmla="*/ 4810901 w 5872039"/>
              <a:gd name="csY895" fmla="*/ 3437858 h 3967305"/>
              <a:gd name="csX896" fmla="*/ 4834389 w 5872039"/>
              <a:gd name="csY896" fmla="*/ 3447127 h 3967305"/>
              <a:gd name="csX897" fmla="*/ 4839967 w 5872039"/>
              <a:gd name="csY897" fmla="*/ 3448814 h 3967305"/>
              <a:gd name="csX898" fmla="*/ 4881796 w 5872039"/>
              <a:gd name="csY898" fmla="*/ 3438024 h 3967305"/>
              <a:gd name="csX899" fmla="*/ 4186960 w 5872039"/>
              <a:gd name="csY899" fmla="*/ 3424482 h 3967305"/>
              <a:gd name="csX900" fmla="*/ 4149485 w 5872039"/>
              <a:gd name="csY900" fmla="*/ 3451285 h 3967305"/>
              <a:gd name="csX901" fmla="*/ 4146964 w 5872039"/>
              <a:gd name="csY901" fmla="*/ 3453092 h 3967305"/>
              <a:gd name="csX902" fmla="*/ 4150312 w 5872039"/>
              <a:gd name="csY902" fmla="*/ 3454462 h 3967305"/>
              <a:gd name="csX903" fmla="*/ 4181328 w 5872039"/>
              <a:gd name="csY903" fmla="*/ 3463787 h 3967305"/>
              <a:gd name="csX904" fmla="*/ 4217424 w 5872039"/>
              <a:gd name="csY904" fmla="*/ 3439994 h 3967305"/>
              <a:gd name="csX905" fmla="*/ 4219401 w 5872039"/>
              <a:gd name="csY905" fmla="*/ 3438693 h 3967305"/>
              <a:gd name="csX906" fmla="*/ 4217957 w 5872039"/>
              <a:gd name="csY906" fmla="*/ 3438204 h 3967305"/>
              <a:gd name="csX907" fmla="*/ 4735885 w 5872039"/>
              <a:gd name="csY907" fmla="*/ 3424204 h 3967305"/>
              <a:gd name="csX908" fmla="*/ 4696898 w 5872039"/>
              <a:gd name="csY908" fmla="*/ 3438291 h 3967305"/>
              <a:gd name="csX909" fmla="*/ 4726654 w 5872039"/>
              <a:gd name="csY909" fmla="*/ 3448350 h 3967305"/>
              <a:gd name="csX910" fmla="*/ 4766140 w 5872039"/>
              <a:gd name="csY910" fmla="*/ 3436145 h 3967305"/>
              <a:gd name="csX911" fmla="*/ 2467538 w 5872039"/>
              <a:gd name="csY911" fmla="*/ 3423062 h 3967305"/>
              <a:gd name="csX912" fmla="*/ 2435111 w 5872039"/>
              <a:gd name="csY912" fmla="*/ 3462120 h 3967305"/>
              <a:gd name="csX913" fmla="*/ 2476860 w 5872039"/>
              <a:gd name="csY913" fmla="*/ 3490975 h 3967305"/>
              <a:gd name="csX914" fmla="*/ 2495868 w 5872039"/>
              <a:gd name="csY914" fmla="*/ 3503442 h 3967305"/>
              <a:gd name="csX915" fmla="*/ 2504407 w 5872039"/>
              <a:gd name="csY915" fmla="*/ 3494077 h 3967305"/>
              <a:gd name="csX916" fmla="*/ 2527144 w 5872039"/>
              <a:gd name="csY916" fmla="*/ 3460378 h 3967305"/>
              <a:gd name="csX917" fmla="*/ 2491525 w 5872039"/>
              <a:gd name="csY917" fmla="*/ 3438152 h 3967305"/>
              <a:gd name="csX918" fmla="*/ 2351749 w 5872039"/>
              <a:gd name="csY918" fmla="*/ 3422572 h 3967305"/>
              <a:gd name="csX919" fmla="*/ 2311589 w 5872039"/>
              <a:gd name="csY919" fmla="*/ 3454032 h 3967305"/>
              <a:gd name="csX920" fmla="*/ 2372466 w 5872039"/>
              <a:gd name="csY920" fmla="*/ 3499925 h 3967305"/>
              <a:gd name="csX921" fmla="*/ 2374252 w 5872039"/>
              <a:gd name="csY921" fmla="*/ 3498563 h 3967305"/>
              <a:gd name="csX922" fmla="*/ 2411493 w 5872039"/>
              <a:gd name="csY922" fmla="*/ 3463854 h 3967305"/>
              <a:gd name="csX923" fmla="*/ 4034025 w 5872039"/>
              <a:gd name="csY923" fmla="*/ 3421435 h 3967305"/>
              <a:gd name="csX924" fmla="*/ 4000392 w 5872039"/>
              <a:gd name="csY924" fmla="*/ 3449284 h 3967305"/>
              <a:gd name="csX925" fmla="*/ 3995260 w 5872039"/>
              <a:gd name="csY925" fmla="*/ 3453550 h 3967305"/>
              <a:gd name="csX926" fmla="*/ 4029108 w 5872039"/>
              <a:gd name="csY926" fmla="*/ 3466323 h 3967305"/>
              <a:gd name="csX927" fmla="*/ 4065288 w 5872039"/>
              <a:gd name="csY927" fmla="*/ 3438552 h 3967305"/>
              <a:gd name="csX928" fmla="*/ 4067743 w 5872039"/>
              <a:gd name="csY928" fmla="*/ 3436658 h 3967305"/>
              <a:gd name="csX929" fmla="*/ 4051055 w 5872039"/>
              <a:gd name="csY929" fmla="*/ 3429811 h 3967305"/>
              <a:gd name="csX930" fmla="*/ 3883875 w 5872039"/>
              <a:gd name="csY930" fmla="*/ 3419176 h 3967305"/>
              <a:gd name="csX931" fmla="*/ 3854156 w 5872039"/>
              <a:gd name="csY931" fmla="*/ 3447095 h 3967305"/>
              <a:gd name="csX932" fmla="*/ 3846227 w 5872039"/>
              <a:gd name="csY932" fmla="*/ 3454551 h 3967305"/>
              <a:gd name="csX933" fmla="*/ 3880200 w 5872039"/>
              <a:gd name="csY933" fmla="*/ 3469782 h 3967305"/>
              <a:gd name="csX934" fmla="*/ 3917423 w 5872039"/>
              <a:gd name="csY934" fmla="*/ 3437004 h 3967305"/>
              <a:gd name="csX935" fmla="*/ 3918948 w 5872039"/>
              <a:gd name="csY935" fmla="*/ 3435657 h 3967305"/>
              <a:gd name="csX936" fmla="*/ 4454280 w 5872039"/>
              <a:gd name="csY936" fmla="*/ 3415574 h 3967305"/>
              <a:gd name="csX937" fmla="*/ 4412927 w 5872039"/>
              <a:gd name="csY937" fmla="*/ 3438106 h 3967305"/>
              <a:gd name="csX938" fmla="*/ 4430381 w 5872039"/>
              <a:gd name="csY938" fmla="*/ 3444662 h 3967305"/>
              <a:gd name="csX939" fmla="*/ 4445578 w 5872039"/>
              <a:gd name="csY939" fmla="*/ 3448614 h 3967305"/>
              <a:gd name="csX940" fmla="*/ 4457147 w 5872039"/>
              <a:gd name="csY940" fmla="*/ 3442983 h 3967305"/>
              <a:gd name="csX941" fmla="*/ 4486164 w 5872039"/>
              <a:gd name="csY941" fmla="*/ 3428818 h 3967305"/>
              <a:gd name="csX942" fmla="*/ 2571568 w 5872039"/>
              <a:gd name="csY942" fmla="*/ 3410722 h 3967305"/>
              <a:gd name="csX943" fmla="*/ 2553341 w 5872039"/>
              <a:gd name="csY943" fmla="*/ 3448156 h 3967305"/>
              <a:gd name="csX944" fmla="*/ 2548086 w 5872039"/>
              <a:gd name="csY944" fmla="*/ 3455927 h 3967305"/>
              <a:gd name="csX945" fmla="*/ 2608141 w 5872039"/>
              <a:gd name="csY945" fmla="*/ 3493404 h 3967305"/>
              <a:gd name="csX946" fmla="*/ 2618057 w 5872039"/>
              <a:gd name="csY946" fmla="*/ 3475512 h 3967305"/>
              <a:gd name="csX947" fmla="*/ 2630525 w 5872039"/>
              <a:gd name="csY947" fmla="*/ 3445149 h 3967305"/>
              <a:gd name="csX948" fmla="*/ 2584675 w 5872039"/>
              <a:gd name="csY948" fmla="*/ 3418187 h 3967305"/>
              <a:gd name="csX949" fmla="*/ 4292140 w 5872039"/>
              <a:gd name="csY949" fmla="*/ 3408574 h 3967305"/>
              <a:gd name="csX950" fmla="*/ 4252900 w 5872039"/>
              <a:gd name="csY950" fmla="*/ 3434415 h 3967305"/>
              <a:gd name="csX951" fmla="*/ 4286958 w 5872039"/>
              <a:gd name="csY951" fmla="*/ 3445934 h 3967305"/>
              <a:gd name="csX952" fmla="*/ 4295454 w 5872039"/>
              <a:gd name="csY952" fmla="*/ 3440821 h 3967305"/>
              <a:gd name="csX953" fmla="*/ 4327170 w 5872039"/>
              <a:gd name="csY953" fmla="*/ 3421740 h 3967305"/>
              <a:gd name="csX954" fmla="*/ 2227629 w 5872039"/>
              <a:gd name="csY954" fmla="*/ 3408529 h 3967305"/>
              <a:gd name="csX955" fmla="*/ 2217953 w 5872039"/>
              <a:gd name="csY955" fmla="*/ 3414767 h 3967305"/>
              <a:gd name="csX956" fmla="*/ 2184014 w 5872039"/>
              <a:gd name="csY956" fmla="*/ 3433854 h 3967305"/>
              <a:gd name="csX957" fmla="*/ 2207568 w 5872039"/>
              <a:gd name="csY957" fmla="*/ 3454329 h 3967305"/>
              <a:gd name="csX958" fmla="*/ 2240916 w 5872039"/>
              <a:gd name="csY958" fmla="*/ 3481724 h 3967305"/>
              <a:gd name="csX959" fmla="*/ 2259117 w 5872039"/>
              <a:gd name="csY959" fmla="*/ 3472135 h 3967305"/>
              <a:gd name="csX960" fmla="*/ 2286780 w 5872039"/>
              <a:gd name="csY960" fmla="*/ 3453894 h 3967305"/>
              <a:gd name="csX961" fmla="*/ 2261759 w 5872039"/>
              <a:gd name="csY961" fmla="*/ 3435029 h 3967305"/>
              <a:gd name="csX962" fmla="*/ 2228844 w 5872039"/>
              <a:gd name="csY962" fmla="*/ 3409454 h 3967305"/>
              <a:gd name="csX963" fmla="*/ 4565905 w 5872039"/>
              <a:gd name="csY963" fmla="*/ 3406443 h 3967305"/>
              <a:gd name="csX964" fmla="*/ 4523785 w 5872039"/>
              <a:gd name="csY964" fmla="*/ 3427011 h 3967305"/>
              <a:gd name="csX965" fmla="*/ 4558763 w 5872039"/>
              <a:gd name="csY965" fmla="*/ 3437507 h 3967305"/>
              <a:gd name="csX966" fmla="*/ 4598973 w 5872039"/>
              <a:gd name="csY966" fmla="*/ 3420869 h 3967305"/>
              <a:gd name="csX967" fmla="*/ 4593912 w 5872039"/>
              <a:gd name="csY967" fmla="*/ 3419157 h 3967305"/>
              <a:gd name="csX968" fmla="*/ 4681569 w 5872039"/>
              <a:gd name="csY968" fmla="*/ 3402764 h 3967305"/>
              <a:gd name="csX969" fmla="*/ 4641209 w 5872039"/>
              <a:gd name="csY969" fmla="*/ 3419465 h 3967305"/>
              <a:gd name="csX970" fmla="*/ 4674315 w 5872039"/>
              <a:gd name="csY970" fmla="*/ 3430656 h 3967305"/>
              <a:gd name="csX971" fmla="*/ 4715003 w 5872039"/>
              <a:gd name="csY971" fmla="*/ 3415961 h 3967305"/>
              <a:gd name="csX972" fmla="*/ 4136690 w 5872039"/>
              <a:gd name="csY972" fmla="*/ 3402227 h 3967305"/>
              <a:gd name="csX973" fmla="*/ 4097173 w 5872039"/>
              <a:gd name="csY973" fmla="*/ 3432725 h 3967305"/>
              <a:gd name="csX974" fmla="*/ 4130770 w 5872039"/>
              <a:gd name="csY974" fmla="*/ 3446468 h 3967305"/>
              <a:gd name="csX975" fmla="*/ 4140809 w 5872039"/>
              <a:gd name="csY975" fmla="*/ 3439272 h 3967305"/>
              <a:gd name="csX976" fmla="*/ 4171229 w 5872039"/>
              <a:gd name="csY976" fmla="*/ 3417517 h 3967305"/>
              <a:gd name="csX977" fmla="*/ 4798651 w 5872039"/>
              <a:gd name="csY977" fmla="*/ 3401525 h 3967305"/>
              <a:gd name="csX978" fmla="*/ 4756980 w 5872039"/>
              <a:gd name="csY978" fmla="*/ 3416582 h 3967305"/>
              <a:gd name="csX979" fmla="*/ 4788806 w 5872039"/>
              <a:gd name="csY979" fmla="*/ 3429140 h 3967305"/>
              <a:gd name="csX980" fmla="*/ 4829795 w 5872039"/>
              <a:gd name="csY980" fmla="*/ 3416471 h 3967305"/>
              <a:gd name="csX981" fmla="*/ 2819584 w 5872039"/>
              <a:gd name="csY981" fmla="*/ 3397777 h 3967305"/>
              <a:gd name="csX982" fmla="*/ 2819422 w 5872039"/>
              <a:gd name="csY982" fmla="*/ 3398642 h 3967305"/>
              <a:gd name="csX983" fmla="*/ 2809480 w 5872039"/>
              <a:gd name="csY983" fmla="*/ 3452156 h 3967305"/>
              <a:gd name="csX984" fmla="*/ 2838029 w 5872039"/>
              <a:gd name="csY984" fmla="*/ 3468157 h 3967305"/>
              <a:gd name="csX985" fmla="*/ 2845664 w 5872039"/>
              <a:gd name="csY985" fmla="*/ 3472535 h 3967305"/>
              <a:gd name="csX986" fmla="*/ 2866435 w 5872039"/>
              <a:gd name="csY986" fmla="*/ 3484245 h 3967305"/>
              <a:gd name="csX987" fmla="*/ 2873871 w 5872039"/>
              <a:gd name="csY987" fmla="*/ 3426343 h 3967305"/>
              <a:gd name="csX988" fmla="*/ 3984910 w 5872039"/>
              <a:gd name="csY988" fmla="*/ 3397278 h 3967305"/>
              <a:gd name="csX989" fmla="*/ 3945742 w 5872039"/>
              <a:gd name="csY989" fmla="*/ 3431884 h 3967305"/>
              <a:gd name="csX990" fmla="*/ 3978301 w 5872039"/>
              <a:gd name="csY990" fmla="*/ 3447150 h 3967305"/>
              <a:gd name="csX991" fmla="*/ 3979136 w 5872039"/>
              <a:gd name="csY991" fmla="*/ 3447465 h 3967305"/>
              <a:gd name="csX992" fmla="*/ 3990755 w 5872039"/>
              <a:gd name="csY992" fmla="*/ 3437885 h 3967305"/>
              <a:gd name="csX993" fmla="*/ 4019346 w 5872039"/>
              <a:gd name="csY993" fmla="*/ 3414215 h 3967305"/>
              <a:gd name="csX994" fmla="*/ 2963409 w 5872039"/>
              <a:gd name="csY994" fmla="*/ 3396289 h 3967305"/>
              <a:gd name="csX995" fmla="*/ 2959518 w 5872039"/>
              <a:gd name="csY995" fmla="*/ 3444104 h 3967305"/>
              <a:gd name="csX996" fmla="*/ 2958587 w 5872039"/>
              <a:gd name="csY996" fmla="*/ 3455713 h 3967305"/>
              <a:gd name="csX997" fmla="*/ 2962668 w 5872039"/>
              <a:gd name="csY997" fmla="*/ 3457986 h 3967305"/>
              <a:gd name="csX998" fmla="*/ 3014208 w 5872039"/>
              <a:gd name="csY998" fmla="*/ 3486362 h 3967305"/>
              <a:gd name="csX999" fmla="*/ 3014964 w 5872039"/>
              <a:gd name="csY999" fmla="*/ 3467196 h 3967305"/>
              <a:gd name="csX1000" fmla="*/ 3016703 w 5872039"/>
              <a:gd name="csY1000" fmla="*/ 3424993 h 3967305"/>
              <a:gd name="csX1001" fmla="*/ 2971371 w 5872039"/>
              <a:gd name="csY1001" fmla="*/ 3400245 h 3967305"/>
              <a:gd name="csX1002" fmla="*/ 4402096 w 5872039"/>
              <a:gd name="csY1002" fmla="*/ 3393898 h 3967305"/>
              <a:gd name="csX1003" fmla="*/ 4361024 w 5872039"/>
              <a:gd name="csY1003" fmla="*/ 3418611 h 3967305"/>
              <a:gd name="csX1004" fmla="*/ 4394582 w 5872039"/>
              <a:gd name="csY1004" fmla="*/ 3431215 h 3967305"/>
              <a:gd name="csX1005" fmla="*/ 4436694 w 5872039"/>
              <a:gd name="csY1005" fmla="*/ 3408269 h 3967305"/>
              <a:gd name="csX1006" fmla="*/ 3834720 w 5872039"/>
              <a:gd name="csY1006" fmla="*/ 3393056 h 3967305"/>
              <a:gd name="csX1007" fmla="*/ 3795697 w 5872039"/>
              <a:gd name="csY1007" fmla="*/ 3431891 h 3967305"/>
              <a:gd name="csX1008" fmla="*/ 3795766 w 5872039"/>
              <a:gd name="csY1008" fmla="*/ 3431929 h 3967305"/>
              <a:gd name="csX1009" fmla="*/ 3831493 w 5872039"/>
              <a:gd name="csY1009" fmla="*/ 3447945 h 3967305"/>
              <a:gd name="csX1010" fmla="*/ 3843825 w 5872039"/>
              <a:gd name="csY1010" fmla="*/ 3436390 h 3967305"/>
              <a:gd name="csX1011" fmla="*/ 3869594 w 5872039"/>
              <a:gd name="csY1011" fmla="*/ 3412183 h 3967305"/>
              <a:gd name="csX1012" fmla="*/ 3100973 w 5872039"/>
              <a:gd name="csY1012" fmla="*/ 3391770 h 3967305"/>
              <a:gd name="csX1013" fmla="*/ 3100596 w 5872039"/>
              <a:gd name="csY1013" fmla="*/ 3453446 h 3967305"/>
              <a:gd name="csX1014" fmla="*/ 3280640 w 5872039"/>
              <a:gd name="csY1014" fmla="*/ 3548620 h 3967305"/>
              <a:gd name="csX1015" fmla="*/ 3492864 w 5872039"/>
              <a:gd name="csY1015" fmla="*/ 3634090 h 3967305"/>
              <a:gd name="csX1016" fmla="*/ 3548669 w 5872039"/>
              <a:gd name="csY1016" fmla="*/ 3648535 h 3967305"/>
              <a:gd name="csX1017" fmla="*/ 3581334 w 5872039"/>
              <a:gd name="csY1017" fmla="*/ 3619338 h 3967305"/>
              <a:gd name="csX1018" fmla="*/ 3571248 w 5872039"/>
              <a:gd name="csY1018" fmla="*/ 3616949 h 3967305"/>
              <a:gd name="csX1019" fmla="*/ 3175297 w 5872039"/>
              <a:gd name="csY1019" fmla="*/ 3431718 h 3967305"/>
              <a:gd name="csX1020" fmla="*/ 2667064 w 5872039"/>
              <a:gd name="csY1020" fmla="*/ 3390231 h 3967305"/>
              <a:gd name="csX1021" fmla="*/ 2657103 w 5872039"/>
              <a:gd name="csY1021" fmla="*/ 3419463 h 3967305"/>
              <a:gd name="csX1022" fmla="*/ 2649143 w 5872039"/>
              <a:gd name="csY1022" fmla="*/ 3438809 h 3967305"/>
              <a:gd name="csX1023" fmla="*/ 2707451 w 5872039"/>
              <a:gd name="csY1023" fmla="*/ 3473095 h 3967305"/>
              <a:gd name="csX1024" fmla="*/ 2717255 w 5872039"/>
              <a:gd name="csY1024" fmla="*/ 3442555 h 3967305"/>
              <a:gd name="csX1025" fmla="*/ 2722840 w 5872039"/>
              <a:gd name="csY1025" fmla="*/ 3420627 h 3967305"/>
              <a:gd name="csX1026" fmla="*/ 2697045 w 5872039"/>
              <a:gd name="csY1026" fmla="*/ 3406171 h 3967305"/>
              <a:gd name="csX1027" fmla="*/ 4243482 w 5872039"/>
              <a:gd name="csY1027" fmla="*/ 3384055 h 3967305"/>
              <a:gd name="csX1028" fmla="*/ 4200943 w 5872039"/>
              <a:gd name="csY1028" fmla="*/ 3414481 h 3967305"/>
              <a:gd name="csX1029" fmla="*/ 4223457 w 5872039"/>
              <a:gd name="csY1029" fmla="*/ 3424456 h 3967305"/>
              <a:gd name="csX1030" fmla="*/ 4235061 w 5872039"/>
              <a:gd name="csY1030" fmla="*/ 3428381 h 3967305"/>
              <a:gd name="csX1031" fmla="*/ 4276731 w 5872039"/>
              <a:gd name="csY1031" fmla="*/ 3400944 h 3967305"/>
              <a:gd name="csX1032" fmla="*/ 4514467 w 5872039"/>
              <a:gd name="csY1032" fmla="*/ 3383091 h 3967305"/>
              <a:gd name="csX1033" fmla="*/ 4510062 w 5872039"/>
              <a:gd name="csY1033" fmla="*/ 3385179 h 3967305"/>
              <a:gd name="csX1034" fmla="*/ 4471041 w 5872039"/>
              <a:gd name="csY1034" fmla="*/ 3406441 h 3967305"/>
              <a:gd name="csX1035" fmla="*/ 4503983 w 5872039"/>
              <a:gd name="csY1035" fmla="*/ 3420119 h 3967305"/>
              <a:gd name="csX1036" fmla="*/ 4548336 w 5872039"/>
              <a:gd name="csY1036" fmla="*/ 3398466 h 3967305"/>
              <a:gd name="csX1037" fmla="*/ 2102152 w 5872039"/>
              <a:gd name="csY1037" fmla="*/ 3382492 h 3967305"/>
              <a:gd name="csX1038" fmla="*/ 2099480 w 5872039"/>
              <a:gd name="csY1038" fmla="*/ 3383747 h 3967305"/>
              <a:gd name="csX1039" fmla="*/ 2055479 w 5872039"/>
              <a:gd name="csY1039" fmla="*/ 3399402 h 3967305"/>
              <a:gd name="csX1040" fmla="*/ 2109686 w 5872039"/>
              <a:gd name="csY1040" fmla="*/ 3451853 h 3967305"/>
              <a:gd name="csX1041" fmla="*/ 2156990 w 5872039"/>
              <a:gd name="csY1041" fmla="*/ 3430034 h 3967305"/>
              <a:gd name="csX1042" fmla="*/ 2114295 w 5872039"/>
              <a:gd name="csY1042" fmla="*/ 3392930 h 3967305"/>
              <a:gd name="csX1043" fmla="*/ 2396955 w 5872039"/>
              <a:gd name="csY1043" fmla="*/ 3378659 h 3967305"/>
              <a:gd name="csX1044" fmla="*/ 2395743 w 5872039"/>
              <a:gd name="csY1044" fmla="*/ 3380123 h 3967305"/>
              <a:gd name="csX1045" fmla="*/ 2362791 w 5872039"/>
              <a:gd name="csY1045" fmla="*/ 3412134 h 3967305"/>
              <a:gd name="csX1046" fmla="*/ 2422618 w 5872039"/>
              <a:gd name="csY1046" fmla="*/ 3453485 h 3967305"/>
              <a:gd name="csX1047" fmla="*/ 2424112 w 5872039"/>
              <a:gd name="csY1047" fmla="*/ 3452093 h 3967305"/>
              <a:gd name="csX1048" fmla="*/ 2454807 w 5872039"/>
              <a:gd name="csY1048" fmla="*/ 3415053 h 3967305"/>
              <a:gd name="csX1049" fmla="*/ 4629438 w 5872039"/>
              <a:gd name="csY1049" fmla="*/ 3377944 h 3967305"/>
              <a:gd name="csX1050" fmla="*/ 4587983 w 5872039"/>
              <a:gd name="csY1050" fmla="*/ 3395662 h 3967305"/>
              <a:gd name="csX1051" fmla="*/ 4583245 w 5872039"/>
              <a:gd name="csY1051" fmla="*/ 3397975 h 3967305"/>
              <a:gd name="csX1052" fmla="*/ 4599597 w 5872039"/>
              <a:gd name="csY1052" fmla="*/ 3405398 h 3967305"/>
              <a:gd name="csX1053" fmla="*/ 4619832 w 5872039"/>
              <a:gd name="csY1053" fmla="*/ 3412238 h 3967305"/>
              <a:gd name="csX1054" fmla="*/ 4662529 w 5872039"/>
              <a:gd name="csY1054" fmla="*/ 3394571 h 3967305"/>
              <a:gd name="csX1055" fmla="*/ 4087346 w 5872039"/>
              <a:gd name="csY1055" fmla="*/ 3377282 h 3967305"/>
              <a:gd name="csX1056" fmla="*/ 4046520 w 5872039"/>
              <a:gd name="csY1056" fmla="*/ 3411088 h 3967305"/>
              <a:gd name="csX1057" fmla="*/ 4057726 w 5872039"/>
              <a:gd name="csY1057" fmla="*/ 3416588 h 3967305"/>
              <a:gd name="csX1058" fmla="*/ 4081271 w 5872039"/>
              <a:gd name="csY1058" fmla="*/ 3426219 h 3967305"/>
              <a:gd name="csX1059" fmla="*/ 4121735 w 5872039"/>
              <a:gd name="csY1059" fmla="*/ 3394995 h 3967305"/>
              <a:gd name="csX1060" fmla="*/ 4745827 w 5872039"/>
              <a:gd name="csY1060" fmla="*/ 3376174 h 3967305"/>
              <a:gd name="csX1061" fmla="*/ 4701285 w 5872039"/>
              <a:gd name="csY1061" fmla="*/ 3394605 h 3967305"/>
              <a:gd name="csX1062" fmla="*/ 4736099 w 5872039"/>
              <a:gd name="csY1062" fmla="*/ 3408342 h 3967305"/>
              <a:gd name="csX1063" fmla="*/ 4779896 w 5872039"/>
              <a:gd name="csY1063" fmla="*/ 3392524 h 3967305"/>
              <a:gd name="csX1064" fmla="*/ 2280463 w 5872039"/>
              <a:gd name="csY1064" fmla="*/ 3373234 h 3967305"/>
              <a:gd name="csX1065" fmla="*/ 2270171 w 5872039"/>
              <a:gd name="csY1065" fmla="*/ 3381099 h 3967305"/>
              <a:gd name="csX1066" fmla="*/ 2240863 w 5872039"/>
              <a:gd name="csY1066" fmla="*/ 3399996 h 3967305"/>
              <a:gd name="csX1067" fmla="*/ 2270836 w 5872039"/>
              <a:gd name="csY1067" fmla="*/ 3423309 h 3967305"/>
              <a:gd name="csX1068" fmla="*/ 2299310 w 5872039"/>
              <a:gd name="csY1068" fmla="*/ 3444775 h 3967305"/>
              <a:gd name="csX1069" fmla="*/ 2339003 w 5872039"/>
              <a:gd name="csY1069" fmla="*/ 3413765 h 3967305"/>
              <a:gd name="csX1070" fmla="*/ 2325694 w 5872039"/>
              <a:gd name="csY1070" fmla="*/ 3404569 h 3967305"/>
              <a:gd name="csX1071" fmla="*/ 2502061 w 5872039"/>
              <a:gd name="csY1071" fmla="*/ 3371138 h 3967305"/>
              <a:gd name="csX1072" fmla="*/ 2476725 w 5872039"/>
              <a:gd name="csY1072" fmla="*/ 3411282 h 3967305"/>
              <a:gd name="csX1073" fmla="*/ 2499454 w 5872039"/>
              <a:gd name="csY1073" fmla="*/ 3425579 h 3967305"/>
              <a:gd name="csX1074" fmla="*/ 2535462 w 5872039"/>
              <a:gd name="csY1074" fmla="*/ 3448049 h 3967305"/>
              <a:gd name="csX1075" fmla="*/ 2540901 w 5872039"/>
              <a:gd name="csY1075" fmla="*/ 3439987 h 3967305"/>
              <a:gd name="csX1076" fmla="*/ 2558697 w 5872039"/>
              <a:gd name="csY1076" fmla="*/ 3403392 h 3967305"/>
              <a:gd name="csX1077" fmla="*/ 3935051 w 5872039"/>
              <a:gd name="csY1077" fmla="*/ 3371099 h 3967305"/>
              <a:gd name="csX1078" fmla="*/ 3895448 w 5872039"/>
              <a:gd name="csY1078" fmla="*/ 3408304 h 3967305"/>
              <a:gd name="csX1079" fmla="*/ 3931026 w 5872039"/>
              <a:gd name="csY1079" fmla="*/ 3424985 h 3967305"/>
              <a:gd name="csX1080" fmla="*/ 3970440 w 5872039"/>
              <a:gd name="csY1080" fmla="*/ 3390161 h 3967305"/>
              <a:gd name="csX1081" fmla="*/ 3958641 w 5872039"/>
              <a:gd name="csY1081" fmla="*/ 3384357 h 3967305"/>
              <a:gd name="csX1082" fmla="*/ 4349886 w 5872039"/>
              <a:gd name="csY1082" fmla="*/ 3370545 h 3967305"/>
              <a:gd name="csX1083" fmla="*/ 4307452 w 5872039"/>
              <a:gd name="csY1083" fmla="*/ 3398490 h 3967305"/>
              <a:gd name="csX1084" fmla="*/ 4343384 w 5872039"/>
              <a:gd name="csY1084" fmla="*/ 3411986 h 3967305"/>
              <a:gd name="csX1085" fmla="*/ 4385150 w 5872039"/>
              <a:gd name="csY1085" fmla="*/ 3386859 h 3967305"/>
              <a:gd name="csX1086" fmla="*/ 4363393 w 5872039"/>
              <a:gd name="csY1086" fmla="*/ 3377821 h 3967305"/>
              <a:gd name="csX1087" fmla="*/ 2897079 w 5872039"/>
              <a:gd name="csY1087" fmla="*/ 3363335 h 3967305"/>
              <a:gd name="csX1088" fmla="*/ 2889986 w 5872039"/>
              <a:gd name="csY1088" fmla="*/ 3418071 h 3967305"/>
              <a:gd name="csX1089" fmla="*/ 2908264 w 5872039"/>
              <a:gd name="csY1089" fmla="*/ 3427687 h 3967305"/>
              <a:gd name="csX1090" fmla="*/ 2944324 w 5872039"/>
              <a:gd name="csY1090" fmla="*/ 3447770 h 3967305"/>
              <a:gd name="csX1091" fmla="*/ 2944703 w 5872039"/>
              <a:gd name="csY1091" fmla="*/ 3443036 h 3967305"/>
              <a:gd name="csX1092" fmla="*/ 2949109 w 5872039"/>
              <a:gd name="csY1092" fmla="*/ 3389185 h 3967305"/>
              <a:gd name="csX1093" fmla="*/ 2752940 w 5872039"/>
              <a:gd name="csY1093" fmla="*/ 3362708 h 3967305"/>
              <a:gd name="csX1094" fmla="*/ 2749267 w 5872039"/>
              <a:gd name="csY1094" fmla="*/ 3377046 h 3967305"/>
              <a:gd name="csX1095" fmla="*/ 2740048 w 5872039"/>
              <a:gd name="csY1095" fmla="*/ 3413243 h 3967305"/>
              <a:gd name="csX1096" fmla="*/ 2795805 w 5872039"/>
              <a:gd name="csY1096" fmla="*/ 3444493 h 3967305"/>
              <a:gd name="csX1097" fmla="*/ 2804793 w 5872039"/>
              <a:gd name="csY1097" fmla="*/ 3396080 h 3967305"/>
              <a:gd name="csX1098" fmla="*/ 2805829 w 5872039"/>
              <a:gd name="csY1098" fmla="*/ 3390539 h 3967305"/>
              <a:gd name="csX1099" fmla="*/ 4461863 w 5872039"/>
              <a:gd name="csY1099" fmla="*/ 3359209 h 3967305"/>
              <a:gd name="csX1100" fmla="*/ 4433794 w 5872039"/>
              <a:gd name="csY1100" fmla="*/ 3374825 h 3967305"/>
              <a:gd name="csX1101" fmla="*/ 4417912 w 5872039"/>
              <a:gd name="csY1101" fmla="*/ 3384381 h 3967305"/>
              <a:gd name="csX1102" fmla="*/ 4453452 w 5872039"/>
              <a:gd name="csY1102" fmla="*/ 3399138 h 3967305"/>
              <a:gd name="csX1103" fmla="*/ 4497249 w 5872039"/>
              <a:gd name="csY1103" fmla="*/ 3375274 h 3967305"/>
              <a:gd name="csX1104" fmla="*/ 4193279 w 5872039"/>
              <a:gd name="csY1104" fmla="*/ 3358553 h 3967305"/>
              <a:gd name="csX1105" fmla="*/ 4150037 w 5872039"/>
              <a:gd name="csY1105" fmla="*/ 3391926 h 3967305"/>
              <a:gd name="csX1106" fmla="*/ 4185217 w 5872039"/>
              <a:gd name="csY1106" fmla="*/ 3407513 h 3967305"/>
              <a:gd name="csX1107" fmla="*/ 4228593 w 5872039"/>
              <a:gd name="csY1107" fmla="*/ 3376492 h 3967305"/>
              <a:gd name="csX1108" fmla="*/ 3034934 w 5872039"/>
              <a:gd name="csY1108" fmla="*/ 3356743 h 3967305"/>
              <a:gd name="csX1109" fmla="*/ 3034132 w 5872039"/>
              <a:gd name="csY1109" fmla="*/ 3364381 h 3967305"/>
              <a:gd name="csX1110" fmla="*/ 3031992 w 5872039"/>
              <a:gd name="csY1110" fmla="*/ 3416460 h 3967305"/>
              <a:gd name="csX1111" fmla="*/ 3074441 w 5872039"/>
              <a:gd name="csY1111" fmla="*/ 3439620 h 3967305"/>
              <a:gd name="csX1112" fmla="*/ 3085757 w 5872039"/>
              <a:gd name="csY1112" fmla="*/ 3445602 h 3967305"/>
              <a:gd name="csX1113" fmla="*/ 3086147 w 5872039"/>
              <a:gd name="csY1113" fmla="*/ 3383802 h 3967305"/>
              <a:gd name="csX1114" fmla="*/ 3041740 w 5872039"/>
              <a:gd name="csY1114" fmla="*/ 3359934 h 3967305"/>
              <a:gd name="csX1115" fmla="*/ 2157713 w 5872039"/>
              <a:gd name="csY1115" fmla="*/ 3355291 h 3967305"/>
              <a:gd name="csX1116" fmla="*/ 2134930 w 5872039"/>
              <a:gd name="csY1116" fmla="*/ 3367089 h 3967305"/>
              <a:gd name="csX1117" fmla="*/ 2116881 w 5872039"/>
              <a:gd name="csY1117" fmla="*/ 3375570 h 3967305"/>
              <a:gd name="csX1118" fmla="*/ 2124066 w 5872039"/>
              <a:gd name="csY1118" fmla="*/ 3381745 h 3967305"/>
              <a:gd name="csX1119" fmla="*/ 2171773 w 5872039"/>
              <a:gd name="csY1119" fmla="*/ 3423215 h 3967305"/>
              <a:gd name="csX1120" fmla="*/ 2176255 w 5872039"/>
              <a:gd name="csY1120" fmla="*/ 3421147 h 3967305"/>
              <a:gd name="csX1121" fmla="*/ 2210344 w 5872039"/>
              <a:gd name="csY1121" fmla="*/ 3401980 h 3967305"/>
              <a:gd name="csX1122" fmla="*/ 2215045 w 5872039"/>
              <a:gd name="csY1122" fmla="*/ 3398947 h 3967305"/>
              <a:gd name="csX1123" fmla="*/ 2599132 w 5872039"/>
              <a:gd name="csY1123" fmla="*/ 3354115 h 3967305"/>
              <a:gd name="csX1124" fmla="*/ 2578106 w 5872039"/>
              <a:gd name="csY1124" fmla="*/ 3397297 h 3967305"/>
              <a:gd name="csX1125" fmla="*/ 2592180 w 5872039"/>
              <a:gd name="csY1125" fmla="*/ 3405313 h 3967305"/>
              <a:gd name="csX1126" fmla="*/ 2636243 w 5872039"/>
              <a:gd name="csY1126" fmla="*/ 3431223 h 3967305"/>
              <a:gd name="csX1127" fmla="*/ 2643442 w 5872039"/>
              <a:gd name="csY1127" fmla="*/ 3413693 h 3967305"/>
              <a:gd name="csX1128" fmla="*/ 2653827 w 5872039"/>
              <a:gd name="csY1128" fmla="*/ 3383194 h 3967305"/>
              <a:gd name="csX1129" fmla="*/ 4578900 w 5872039"/>
              <a:gd name="csY1129" fmla="*/ 3352551 h 3967305"/>
              <a:gd name="csX1130" fmla="*/ 4532070 w 5872039"/>
              <a:gd name="csY1130" fmla="*/ 3374747 h 3967305"/>
              <a:gd name="csX1131" fmla="*/ 4565676 w 5872039"/>
              <a:gd name="csY1131" fmla="*/ 3390001 h 3967305"/>
              <a:gd name="csX1132" fmla="*/ 4582139 w 5872039"/>
              <a:gd name="csY1132" fmla="*/ 3381964 h 3967305"/>
              <a:gd name="csX1133" fmla="*/ 4612030 w 5872039"/>
              <a:gd name="csY1133" fmla="*/ 3369197 h 3967305"/>
              <a:gd name="csX1134" fmla="*/ 4037231 w 5872039"/>
              <a:gd name="csY1134" fmla="*/ 3351051 h 3967305"/>
              <a:gd name="csX1135" fmla="*/ 3996865 w 5872039"/>
              <a:gd name="csY1135" fmla="*/ 3386715 h 3967305"/>
              <a:gd name="csX1136" fmla="*/ 4031832 w 5872039"/>
              <a:gd name="csY1136" fmla="*/ 3403878 h 3967305"/>
              <a:gd name="csX1137" fmla="*/ 4072927 w 5872039"/>
              <a:gd name="csY1137" fmla="*/ 3369856 h 3967305"/>
              <a:gd name="csX1138" fmla="*/ 4043978 w 5872039"/>
              <a:gd name="csY1138" fmla="*/ 3354946 h 3967305"/>
              <a:gd name="csX1139" fmla="*/ 4694122 w 5872039"/>
              <a:gd name="csY1139" fmla="*/ 3350300 h 3967305"/>
              <a:gd name="csX1140" fmla="*/ 4647285 w 5872039"/>
              <a:gd name="csY1140" fmla="*/ 3370317 h 3967305"/>
              <a:gd name="csX1141" fmla="*/ 4674939 w 5872039"/>
              <a:gd name="csY1141" fmla="*/ 3384210 h 3967305"/>
              <a:gd name="csX1142" fmla="*/ 4681404 w 5872039"/>
              <a:gd name="csY1142" fmla="*/ 3386761 h 3967305"/>
              <a:gd name="csX1143" fmla="*/ 4727845 w 5872039"/>
              <a:gd name="csY1143" fmla="*/ 3367545 h 3967305"/>
              <a:gd name="csX1144" fmla="*/ 4707040 w 5872039"/>
              <a:gd name="csY1144" fmla="*/ 3357561 h 3967305"/>
              <a:gd name="csX1145" fmla="*/ 4300704 w 5872039"/>
              <a:gd name="csY1145" fmla="*/ 3344049 h 3967305"/>
              <a:gd name="csX1146" fmla="*/ 4284699 w 5872039"/>
              <a:gd name="csY1146" fmla="*/ 3354575 h 3967305"/>
              <a:gd name="csX1147" fmla="*/ 4257077 w 5872039"/>
              <a:gd name="csY1147" fmla="*/ 3374331 h 3967305"/>
              <a:gd name="csX1148" fmla="*/ 4290986 w 5872039"/>
              <a:gd name="csY1148" fmla="*/ 3391558 h 3967305"/>
              <a:gd name="csX1149" fmla="*/ 4335043 w 5872039"/>
              <a:gd name="csY1149" fmla="*/ 3362548 h 3967305"/>
              <a:gd name="csX1150" fmla="*/ 3885031 w 5872039"/>
              <a:gd name="csY1150" fmla="*/ 3342987 h 3967305"/>
              <a:gd name="csX1151" fmla="*/ 3845719 w 5872039"/>
              <a:gd name="csY1151" fmla="*/ 3382110 h 3967305"/>
              <a:gd name="csX1152" fmla="*/ 3880995 w 5872039"/>
              <a:gd name="csY1152" fmla="*/ 3401472 h 3967305"/>
              <a:gd name="csX1153" fmla="*/ 3921458 w 5872039"/>
              <a:gd name="csY1153" fmla="*/ 3363460 h 3967305"/>
              <a:gd name="csX1154" fmla="*/ 2326544 w 5872039"/>
              <a:gd name="csY1154" fmla="*/ 3336200 h 3967305"/>
              <a:gd name="csX1155" fmla="*/ 2313692 w 5872039"/>
              <a:gd name="csY1155" fmla="*/ 3347839 h 3967305"/>
              <a:gd name="csX1156" fmla="*/ 2292870 w 5872039"/>
              <a:gd name="csY1156" fmla="*/ 3363751 h 3967305"/>
              <a:gd name="csX1157" fmla="*/ 2334157 w 5872039"/>
              <a:gd name="csY1157" fmla="*/ 3392343 h 3967305"/>
              <a:gd name="csX1158" fmla="*/ 2350372 w 5872039"/>
              <a:gd name="csY1158" fmla="*/ 3403551 h 3967305"/>
              <a:gd name="csX1159" fmla="*/ 2384187 w 5872039"/>
              <a:gd name="csY1159" fmla="*/ 3370781 h 3967305"/>
              <a:gd name="csX1160" fmla="*/ 2434287 w 5872039"/>
              <a:gd name="csY1160" fmla="*/ 3333516 h 3967305"/>
              <a:gd name="csX1161" fmla="*/ 2406504 w 5872039"/>
              <a:gd name="csY1161" fmla="*/ 3367111 h 3967305"/>
              <a:gd name="csX1162" fmla="*/ 2464163 w 5872039"/>
              <a:gd name="csY1162" fmla="*/ 3403380 h 3967305"/>
              <a:gd name="csX1163" fmla="*/ 2489146 w 5872039"/>
              <a:gd name="csY1163" fmla="*/ 3363783 h 3967305"/>
              <a:gd name="csX1164" fmla="*/ 2453324 w 5872039"/>
              <a:gd name="csY1164" fmla="*/ 3343383 h 3967305"/>
              <a:gd name="csX1165" fmla="*/ 4410822 w 5872039"/>
              <a:gd name="csY1165" fmla="*/ 3333089 h 3967305"/>
              <a:gd name="csX1166" fmla="*/ 4364206 w 5872039"/>
              <a:gd name="csY1166" fmla="*/ 3361393 h 3967305"/>
              <a:gd name="csX1167" fmla="*/ 4369773 w 5872039"/>
              <a:gd name="csY1167" fmla="*/ 3364393 h 3967305"/>
              <a:gd name="csX1168" fmla="*/ 4400965 w 5872039"/>
              <a:gd name="csY1168" fmla="*/ 3377344 h 3967305"/>
              <a:gd name="csX1169" fmla="*/ 4426905 w 5872039"/>
              <a:gd name="csY1169" fmla="*/ 3361738 h 3967305"/>
              <a:gd name="csX1170" fmla="*/ 4445121 w 5872039"/>
              <a:gd name="csY1170" fmla="*/ 3351608 h 3967305"/>
              <a:gd name="csX1171" fmla="*/ 4436058 w 5872039"/>
              <a:gd name="csY1171" fmla="*/ 3347494 h 3967305"/>
              <a:gd name="csX1172" fmla="*/ 4141781 w 5872039"/>
              <a:gd name="csY1172" fmla="*/ 3332394 h 3967305"/>
              <a:gd name="csX1173" fmla="*/ 4139116 w 5872039"/>
              <a:gd name="csY1173" fmla="*/ 3334413 h 3967305"/>
              <a:gd name="csX1174" fmla="*/ 4099761 w 5872039"/>
              <a:gd name="csY1174" fmla="*/ 3367002 h 3967305"/>
              <a:gd name="csX1175" fmla="*/ 4134687 w 5872039"/>
              <a:gd name="csY1175" fmla="*/ 3385000 h 3967305"/>
              <a:gd name="csX1176" fmla="*/ 4178614 w 5872039"/>
              <a:gd name="csY1176" fmla="*/ 3351104 h 3967305"/>
              <a:gd name="csX1177" fmla="*/ 2832043 w 5872039"/>
              <a:gd name="csY1177" fmla="*/ 3331023 h 3967305"/>
              <a:gd name="csX1178" fmla="*/ 2822429 w 5872039"/>
              <a:gd name="csY1178" fmla="*/ 3382531 h 3967305"/>
              <a:gd name="csX1179" fmla="*/ 2875900 w 5872039"/>
              <a:gd name="csY1179" fmla="*/ 3410661 h 3967305"/>
              <a:gd name="csX1180" fmla="*/ 2882973 w 5872039"/>
              <a:gd name="csY1180" fmla="*/ 3356326 h 3967305"/>
              <a:gd name="csX1181" fmla="*/ 2687295 w 5872039"/>
              <a:gd name="csY1181" fmla="*/ 3330983 h 3967305"/>
              <a:gd name="csX1182" fmla="*/ 2678552 w 5872039"/>
              <a:gd name="csY1182" fmla="*/ 3356517 h 3967305"/>
              <a:gd name="csX1183" fmla="*/ 2671918 w 5872039"/>
              <a:gd name="csY1183" fmla="*/ 3375986 h 3967305"/>
              <a:gd name="csX1184" fmla="*/ 2704082 w 5872039"/>
              <a:gd name="csY1184" fmla="*/ 3393086 h 3967305"/>
              <a:gd name="csX1185" fmla="*/ 2726636 w 5872039"/>
              <a:gd name="csY1185" fmla="*/ 3405726 h 3967305"/>
              <a:gd name="csX1186" fmla="*/ 2734825 w 5872039"/>
              <a:gd name="csY1186" fmla="*/ 3373575 h 3967305"/>
              <a:gd name="csX1187" fmla="*/ 2739430 w 5872039"/>
              <a:gd name="csY1187" fmla="*/ 3355599 h 3967305"/>
              <a:gd name="csX1188" fmla="*/ 2730357 w 5872039"/>
              <a:gd name="csY1188" fmla="*/ 3350825 h 3967305"/>
              <a:gd name="csX1189" fmla="*/ 2970448 w 5872039"/>
              <a:gd name="csY1189" fmla="*/ 3326510 h 3967305"/>
              <a:gd name="csX1190" fmla="*/ 2967431 w 5872039"/>
              <a:gd name="csY1190" fmla="*/ 3346862 h 3967305"/>
              <a:gd name="csX1191" fmla="*/ 2964700 w 5872039"/>
              <a:gd name="csY1191" fmla="*/ 3380415 h 3967305"/>
              <a:gd name="csX1192" fmla="*/ 2978392 w 5872039"/>
              <a:gd name="csY1192" fmla="*/ 3387217 h 3967305"/>
              <a:gd name="csX1193" fmla="*/ 3017383 w 5872039"/>
              <a:gd name="csY1193" fmla="*/ 3408490 h 3967305"/>
              <a:gd name="csX1194" fmla="*/ 3019283 w 5872039"/>
              <a:gd name="csY1194" fmla="*/ 3362380 h 3967305"/>
              <a:gd name="csX1195" fmla="*/ 3020593 w 5872039"/>
              <a:gd name="csY1195" fmla="*/ 3350020 h 3967305"/>
              <a:gd name="csX1196" fmla="*/ 2211095 w 5872039"/>
              <a:gd name="csY1196" fmla="*/ 3325886 h 3967305"/>
              <a:gd name="csX1197" fmla="*/ 2184412 w 5872039"/>
              <a:gd name="csY1197" fmla="*/ 3341465 h 3967305"/>
              <a:gd name="csX1198" fmla="*/ 2172299 w 5872039"/>
              <a:gd name="csY1198" fmla="*/ 3347738 h 3967305"/>
              <a:gd name="csX1199" fmla="*/ 2228309 w 5872039"/>
              <a:gd name="csY1199" fmla="*/ 3390389 h 3967305"/>
              <a:gd name="csX1200" fmla="*/ 2261589 w 5872039"/>
              <a:gd name="csY1200" fmla="*/ 3368915 h 3967305"/>
              <a:gd name="csX1201" fmla="*/ 2267597 w 5872039"/>
              <a:gd name="csY1201" fmla="*/ 3364320 h 3967305"/>
              <a:gd name="csX1202" fmla="*/ 2254905 w 5872039"/>
              <a:gd name="csY1202" fmla="*/ 3355528 h 3967305"/>
              <a:gd name="csX1203" fmla="*/ 2035911 w 5872039"/>
              <a:gd name="csY1203" fmla="*/ 3325560 h 3967305"/>
              <a:gd name="csX1204" fmla="*/ 2015711 w 5872039"/>
              <a:gd name="csY1204" fmla="*/ 3333266 h 3967305"/>
              <a:gd name="csX1205" fmla="*/ 1993660 w 5872039"/>
              <a:gd name="csY1205" fmla="*/ 3340121 h 3967305"/>
              <a:gd name="csX1206" fmla="*/ 2041205 w 5872039"/>
              <a:gd name="csY1206" fmla="*/ 3385589 h 3967305"/>
              <a:gd name="csX1207" fmla="*/ 2043602 w 5872039"/>
              <a:gd name="csY1207" fmla="*/ 3387908 h 3967305"/>
              <a:gd name="csX1208" fmla="*/ 2089481 w 5872039"/>
              <a:gd name="csY1208" fmla="*/ 3371602 h 3967305"/>
              <a:gd name="csX1209" fmla="*/ 4523692 w 5872039"/>
              <a:gd name="csY1209" fmla="*/ 3324811 h 3967305"/>
              <a:gd name="csX1210" fmla="*/ 4478027 w 5872039"/>
              <a:gd name="csY1210" fmla="*/ 3350216 h 3967305"/>
              <a:gd name="csX1211" fmla="*/ 4514366 w 5872039"/>
              <a:gd name="csY1211" fmla="*/ 3366711 h 3967305"/>
              <a:gd name="csX1212" fmla="*/ 4562089 w 5872039"/>
              <a:gd name="csY1212" fmla="*/ 3344104 h 3967305"/>
              <a:gd name="csX1213" fmla="*/ 3987158 w 5872039"/>
              <a:gd name="csY1213" fmla="*/ 3322148 h 3967305"/>
              <a:gd name="csX1214" fmla="*/ 3946386 w 5872039"/>
              <a:gd name="csY1214" fmla="*/ 3360451 h 3967305"/>
              <a:gd name="csX1215" fmla="*/ 3967220 w 5872039"/>
              <a:gd name="csY1215" fmla="*/ 3372164 h 3967305"/>
              <a:gd name="csX1216" fmla="*/ 3982384 w 5872039"/>
              <a:gd name="csY1216" fmla="*/ 3379607 h 3967305"/>
              <a:gd name="csX1217" fmla="*/ 4023605 w 5872039"/>
              <a:gd name="csY1217" fmla="*/ 3343186 h 3967305"/>
              <a:gd name="csX1218" fmla="*/ 4643579 w 5872039"/>
              <a:gd name="csY1218" fmla="*/ 3321894 h 3967305"/>
              <a:gd name="csX1219" fmla="*/ 4595890 w 5872039"/>
              <a:gd name="csY1219" fmla="*/ 3344498 h 3967305"/>
              <a:gd name="csX1220" fmla="*/ 4629879 w 5872039"/>
              <a:gd name="csY1220" fmla="*/ 3361573 h 3967305"/>
              <a:gd name="csX1221" fmla="*/ 4677779 w 5872039"/>
              <a:gd name="csY1221" fmla="*/ 3341115 h 3967305"/>
              <a:gd name="csX1222" fmla="*/ 2533734 w 5872039"/>
              <a:gd name="csY1222" fmla="*/ 3320954 h 3967305"/>
              <a:gd name="csX1223" fmla="*/ 2510023 w 5872039"/>
              <a:gd name="csY1223" fmla="*/ 3358523 h 3967305"/>
              <a:gd name="csX1224" fmla="*/ 2565228 w 5872039"/>
              <a:gd name="csY1224" fmla="*/ 3389963 h 3967305"/>
              <a:gd name="csX1225" fmla="*/ 2586045 w 5872039"/>
              <a:gd name="csY1225" fmla="*/ 3347157 h 3967305"/>
              <a:gd name="csX1226" fmla="*/ 2583805 w 5872039"/>
              <a:gd name="csY1226" fmla="*/ 3345966 h 3967305"/>
              <a:gd name="csX1227" fmla="*/ 4250401 w 5872039"/>
              <a:gd name="csY1227" fmla="*/ 3316950 h 3967305"/>
              <a:gd name="csX1228" fmla="*/ 4211539 w 5872039"/>
              <a:gd name="csY1228" fmla="*/ 3344461 h 3967305"/>
              <a:gd name="csX1229" fmla="*/ 4206276 w 5872039"/>
              <a:gd name="csY1229" fmla="*/ 3348523 h 3967305"/>
              <a:gd name="csX1230" fmla="*/ 4242190 w 5872039"/>
              <a:gd name="csY1230" fmla="*/ 3366768 h 3967305"/>
              <a:gd name="csX1231" fmla="*/ 4276934 w 5872039"/>
              <a:gd name="csY1231" fmla="*/ 3341920 h 3967305"/>
              <a:gd name="csX1232" fmla="*/ 4285860 w 5872039"/>
              <a:gd name="csY1232" fmla="*/ 3336053 h 3967305"/>
              <a:gd name="csX1233" fmla="*/ 3105361 w 5872039"/>
              <a:gd name="csY1233" fmla="*/ 3316459 h 3967305"/>
              <a:gd name="csX1234" fmla="*/ 3101369 w 5872039"/>
              <a:gd name="csY1234" fmla="*/ 3375022 h 3967305"/>
              <a:gd name="csX1235" fmla="*/ 3182477 w 5872039"/>
              <a:gd name="csY1235" fmla="*/ 3418610 h 3967305"/>
              <a:gd name="csX1236" fmla="*/ 3575215 w 5872039"/>
              <a:gd name="csY1236" fmla="*/ 3602531 h 3967305"/>
              <a:gd name="csX1237" fmla="*/ 3594905 w 5872039"/>
              <a:gd name="csY1237" fmla="*/ 3607208 h 3967305"/>
              <a:gd name="csX1238" fmla="*/ 3629548 w 5872039"/>
              <a:gd name="csY1238" fmla="*/ 3576243 h 3967305"/>
              <a:gd name="csX1239" fmla="*/ 3525958 w 5872039"/>
              <a:gd name="csY1239" fmla="*/ 3535062 h 3967305"/>
              <a:gd name="csX1240" fmla="*/ 3280422 w 5872039"/>
              <a:gd name="csY1240" fmla="*/ 3408894 h 3967305"/>
              <a:gd name="csX1241" fmla="*/ 3112162 w 5872039"/>
              <a:gd name="csY1241" fmla="*/ 3319465 h 3967305"/>
              <a:gd name="csX1242" fmla="*/ 5819570 w 5872039"/>
              <a:gd name="csY1242" fmla="*/ 3307482 h 3967305"/>
              <a:gd name="csX1243" fmla="*/ 5681176 w 5872039"/>
              <a:gd name="csY1243" fmla="*/ 3312177 h 3967305"/>
              <a:gd name="csX1244" fmla="*/ 5178826 w 5872039"/>
              <a:gd name="csY1244" fmla="*/ 3344318 h 3967305"/>
              <a:gd name="csX1245" fmla="*/ 4948209 w 5872039"/>
              <a:gd name="csY1245" fmla="*/ 3395417 h 3967305"/>
              <a:gd name="csX1246" fmla="*/ 4873156 w 5872039"/>
              <a:gd name="csY1246" fmla="*/ 3418616 h 3967305"/>
              <a:gd name="csX1247" fmla="*/ 4905759 w 5872039"/>
              <a:gd name="csY1247" fmla="*/ 3431843 h 3967305"/>
              <a:gd name="csX1248" fmla="*/ 5027987 w 5872039"/>
              <a:gd name="csY1248" fmla="*/ 3400315 h 3967305"/>
              <a:gd name="csX1249" fmla="*/ 5240518 w 5872039"/>
              <a:gd name="csY1249" fmla="*/ 3359561 h 3967305"/>
              <a:gd name="csX1250" fmla="*/ 5673140 w 5872039"/>
              <a:gd name="csY1250" fmla="*/ 3325952 h 3967305"/>
              <a:gd name="csX1251" fmla="*/ 5835597 w 5872039"/>
              <a:gd name="csY1251" fmla="*/ 3317626 h 3967305"/>
              <a:gd name="csX1252" fmla="*/ 5849907 w 5872039"/>
              <a:gd name="csY1252" fmla="*/ 3316368 h 3967305"/>
              <a:gd name="csX1253" fmla="*/ 4360793 w 5872039"/>
              <a:gd name="csY1253" fmla="*/ 3304532 h 3967305"/>
              <a:gd name="csX1254" fmla="*/ 4314808 w 5872039"/>
              <a:gd name="csY1254" fmla="*/ 3334774 h 3967305"/>
              <a:gd name="csX1255" fmla="*/ 4349133 w 5872039"/>
              <a:gd name="csY1255" fmla="*/ 3353270 h 3967305"/>
              <a:gd name="csX1256" fmla="*/ 4351385 w 5872039"/>
              <a:gd name="csY1256" fmla="*/ 3351787 h 3967305"/>
              <a:gd name="csX1257" fmla="*/ 4396073 w 5872039"/>
              <a:gd name="csY1257" fmla="*/ 3324670 h 3967305"/>
              <a:gd name="csX1258" fmla="*/ 4092450 w 5872039"/>
              <a:gd name="csY1258" fmla="*/ 3304171 h 3967305"/>
              <a:gd name="csX1259" fmla="*/ 4067517 w 5872039"/>
              <a:gd name="csY1259" fmla="*/ 3324293 h 3967305"/>
              <a:gd name="csX1260" fmla="*/ 4048943 w 5872039"/>
              <a:gd name="csY1260" fmla="*/ 3340703 h 3967305"/>
              <a:gd name="csX1261" fmla="*/ 4050749 w 5872039"/>
              <a:gd name="csY1261" fmla="*/ 3341745 h 3967305"/>
              <a:gd name="csX1262" fmla="*/ 4085347 w 5872039"/>
              <a:gd name="csY1262" fmla="*/ 3359574 h 3967305"/>
              <a:gd name="csX1263" fmla="*/ 4127276 w 5872039"/>
              <a:gd name="csY1263" fmla="*/ 3324860 h 3967305"/>
              <a:gd name="csX1264" fmla="*/ 2089908 w 5872039"/>
              <a:gd name="csY1264" fmla="*/ 3303661 h 3967305"/>
              <a:gd name="csX1265" fmla="*/ 2051937 w 5872039"/>
              <a:gd name="csY1265" fmla="*/ 3319411 h 3967305"/>
              <a:gd name="csX1266" fmla="*/ 2051660 w 5872039"/>
              <a:gd name="csY1266" fmla="*/ 3319521 h 3967305"/>
              <a:gd name="csX1267" fmla="*/ 2104548 w 5872039"/>
              <a:gd name="csY1267" fmla="*/ 3364971 h 3967305"/>
              <a:gd name="csX1268" fmla="*/ 2128443 w 5872039"/>
              <a:gd name="csY1268" fmla="*/ 3353741 h 3967305"/>
              <a:gd name="csX1269" fmla="*/ 2144652 w 5872039"/>
              <a:gd name="csY1269" fmla="*/ 3345346 h 3967305"/>
              <a:gd name="csX1270" fmla="*/ 2768657 w 5872039"/>
              <a:gd name="csY1270" fmla="*/ 3302246 h 3967305"/>
              <a:gd name="csX1271" fmla="*/ 2767674 w 5872039"/>
              <a:gd name="csY1271" fmla="*/ 3305192 h 3967305"/>
              <a:gd name="csX1272" fmla="*/ 2756718 w 5872039"/>
              <a:gd name="csY1272" fmla="*/ 3347962 h 3967305"/>
              <a:gd name="csX1273" fmla="*/ 2808678 w 5872039"/>
              <a:gd name="csY1273" fmla="*/ 3375297 h 3967305"/>
              <a:gd name="csX1274" fmla="*/ 2818235 w 5872039"/>
              <a:gd name="csY1274" fmla="*/ 3324163 h 3967305"/>
              <a:gd name="csX1275" fmla="*/ 2800256 w 5872039"/>
              <a:gd name="csY1275" fmla="*/ 3315230 h 3967305"/>
              <a:gd name="csX1276" fmla="*/ 2624772 w 5872039"/>
              <a:gd name="csY1276" fmla="*/ 3302173 h 3967305"/>
              <a:gd name="csX1277" fmla="*/ 2607542 w 5872039"/>
              <a:gd name="csY1277" fmla="*/ 3336843 h 3967305"/>
              <a:gd name="csX1278" fmla="*/ 2605640 w 5872039"/>
              <a:gd name="csY1278" fmla="*/ 3340751 h 3967305"/>
              <a:gd name="csX1279" fmla="*/ 2658678 w 5872039"/>
              <a:gd name="csY1279" fmla="*/ 3368948 h 3967305"/>
              <a:gd name="csX1280" fmla="*/ 2664483 w 5872039"/>
              <a:gd name="csY1280" fmla="*/ 3351899 h 3967305"/>
              <a:gd name="csX1281" fmla="*/ 2673783 w 5872039"/>
              <a:gd name="csY1281" fmla="*/ 3324757 h 3967305"/>
              <a:gd name="csX1282" fmla="*/ 2367649 w 5872039"/>
              <a:gd name="csY1282" fmla="*/ 3298976 h 3967305"/>
              <a:gd name="csX1283" fmla="*/ 2338051 w 5872039"/>
              <a:gd name="csY1283" fmla="*/ 3325779 h 3967305"/>
              <a:gd name="csX1284" fmla="*/ 2393784 w 5872039"/>
              <a:gd name="csY1284" fmla="*/ 3359213 h 3967305"/>
              <a:gd name="csX1285" fmla="*/ 2420784 w 5872039"/>
              <a:gd name="csY1285" fmla="*/ 3326517 h 3967305"/>
              <a:gd name="csX1286" fmla="*/ 2908083 w 5872039"/>
              <a:gd name="csY1286" fmla="*/ 3297271 h 3967305"/>
              <a:gd name="csX1287" fmla="*/ 2901079 w 5872039"/>
              <a:gd name="csY1287" fmla="*/ 3332459 h 3967305"/>
              <a:gd name="csX1288" fmla="*/ 2899089 w 5872039"/>
              <a:gd name="csY1288" fmla="*/ 3347819 h 3967305"/>
              <a:gd name="csX1289" fmla="*/ 2950407 w 5872039"/>
              <a:gd name="csY1289" fmla="*/ 3373314 h 3967305"/>
              <a:gd name="csX1290" fmla="*/ 2952585 w 5872039"/>
              <a:gd name="csY1290" fmla="*/ 3346687 h 3967305"/>
              <a:gd name="csX1291" fmla="*/ 2956564 w 5872039"/>
              <a:gd name="csY1291" fmla="*/ 3320000 h 3967305"/>
              <a:gd name="csX1292" fmla="*/ 4473774 w 5872039"/>
              <a:gd name="csY1292" fmla="*/ 3296155 h 3967305"/>
              <a:gd name="csX1293" fmla="*/ 4461549 w 5872039"/>
              <a:gd name="csY1293" fmla="*/ 3302289 h 3967305"/>
              <a:gd name="csX1294" fmla="*/ 4425367 w 5872039"/>
              <a:gd name="csY1294" fmla="*/ 3324258 h 3967305"/>
              <a:gd name="csX1295" fmla="*/ 4442918 w 5872039"/>
              <a:gd name="csY1295" fmla="*/ 3334280 h 3967305"/>
              <a:gd name="csX1296" fmla="*/ 4461287 w 5872039"/>
              <a:gd name="csY1296" fmla="*/ 3342618 h 3967305"/>
              <a:gd name="csX1297" fmla="*/ 4507826 w 5872039"/>
              <a:gd name="csY1297" fmla="*/ 3316739 h 3967305"/>
              <a:gd name="csX1298" fmla="*/ 2258915 w 5872039"/>
              <a:gd name="csY1298" fmla="*/ 3295628 h 3967305"/>
              <a:gd name="csX1299" fmla="*/ 2226996 w 5872039"/>
              <a:gd name="csY1299" fmla="*/ 3316602 h 3967305"/>
              <a:gd name="csX1300" fmla="*/ 2225321 w 5872039"/>
              <a:gd name="csY1300" fmla="*/ 3317580 h 3967305"/>
              <a:gd name="csX1301" fmla="*/ 2263196 w 5872039"/>
              <a:gd name="csY1301" fmla="*/ 3343201 h 3967305"/>
              <a:gd name="csX1302" fmla="*/ 2279998 w 5872039"/>
              <a:gd name="csY1302" fmla="*/ 3354837 h 3967305"/>
              <a:gd name="csX1303" fmla="*/ 2304382 w 5872039"/>
              <a:gd name="csY1303" fmla="*/ 3336190 h 3967305"/>
              <a:gd name="csX1304" fmla="*/ 2313206 w 5872039"/>
              <a:gd name="csY1304" fmla="*/ 3328198 h 3967305"/>
              <a:gd name="csX1305" fmla="*/ 3936485 w 5872039"/>
              <a:gd name="csY1305" fmla="*/ 3292899 h 3967305"/>
              <a:gd name="csX1306" fmla="*/ 3924115 w 5872039"/>
              <a:gd name="csY1306" fmla="*/ 3304091 h 3967305"/>
              <a:gd name="csX1307" fmla="*/ 3895968 w 5872039"/>
              <a:gd name="csY1307" fmla="*/ 3332103 h 3967305"/>
              <a:gd name="csX1308" fmla="*/ 3932796 w 5872039"/>
              <a:gd name="csY1308" fmla="*/ 3352809 h 3967305"/>
              <a:gd name="csX1309" fmla="*/ 3973702 w 5872039"/>
              <a:gd name="csY1309" fmla="*/ 3314381 h 3967305"/>
              <a:gd name="csX1310" fmla="*/ 4591305 w 5872039"/>
              <a:gd name="csY1310" fmla="*/ 3292515 h 3967305"/>
              <a:gd name="csX1311" fmla="*/ 4539829 w 5872039"/>
              <a:gd name="csY1311" fmla="*/ 3316335 h 3967305"/>
              <a:gd name="csX1312" fmla="*/ 4579082 w 5872039"/>
              <a:gd name="csY1312" fmla="*/ 3336054 h 3967305"/>
              <a:gd name="csX1313" fmla="*/ 4627752 w 5872039"/>
              <a:gd name="csY1313" fmla="*/ 3312999 h 3967305"/>
              <a:gd name="csX1314" fmla="*/ 2469202 w 5872039"/>
              <a:gd name="csY1314" fmla="*/ 3291567 h 3967305"/>
              <a:gd name="csX1315" fmla="*/ 2461360 w 5872039"/>
              <a:gd name="csY1315" fmla="*/ 3300778 h 3967305"/>
              <a:gd name="csX1316" fmla="*/ 2443998 w 5872039"/>
              <a:gd name="csY1316" fmla="*/ 3321773 h 3967305"/>
              <a:gd name="csX1317" fmla="*/ 2460612 w 5872039"/>
              <a:gd name="csY1317" fmla="*/ 3330383 h 3967305"/>
              <a:gd name="csX1318" fmla="*/ 2497106 w 5872039"/>
              <a:gd name="csY1318" fmla="*/ 3351167 h 3967305"/>
              <a:gd name="csX1319" fmla="*/ 2520378 w 5872039"/>
              <a:gd name="csY1319" fmla="*/ 3314282 h 3967305"/>
              <a:gd name="csX1320" fmla="*/ 2517340 w 5872039"/>
              <a:gd name="csY1320" fmla="*/ 3312764 h 3967305"/>
              <a:gd name="csX1321" fmla="*/ 4199683 w 5872039"/>
              <a:gd name="csY1321" fmla="*/ 3288519 h 3967305"/>
              <a:gd name="csX1322" fmla="*/ 4154924 w 5872039"/>
              <a:gd name="csY1322" fmla="*/ 3322435 h 3967305"/>
              <a:gd name="csX1323" fmla="*/ 4191613 w 5872039"/>
              <a:gd name="csY1323" fmla="*/ 3341074 h 3967305"/>
              <a:gd name="csX1324" fmla="*/ 4203313 w 5872039"/>
              <a:gd name="csY1324" fmla="*/ 3332046 h 3967305"/>
              <a:gd name="csX1325" fmla="*/ 4235783 w 5872039"/>
              <a:gd name="csY1325" fmla="*/ 3309075 h 3967305"/>
              <a:gd name="csX1326" fmla="*/ 4214641 w 5872039"/>
              <a:gd name="csY1326" fmla="*/ 3297685 h 3967305"/>
              <a:gd name="csX1327" fmla="*/ 3042106 w 5872039"/>
              <a:gd name="csY1327" fmla="*/ 3288499 h 3967305"/>
              <a:gd name="csX1328" fmla="*/ 3036585 w 5872039"/>
              <a:gd name="csY1328" fmla="*/ 3341035 h 3967305"/>
              <a:gd name="csX1329" fmla="*/ 3048654 w 5872039"/>
              <a:gd name="csY1329" fmla="*/ 3346693 h 3967305"/>
              <a:gd name="csX1330" fmla="*/ 3086946 w 5872039"/>
              <a:gd name="csY1330" fmla="*/ 3367271 h 3967305"/>
              <a:gd name="csX1331" fmla="*/ 3090897 w 5872039"/>
              <a:gd name="csY1331" fmla="*/ 3310066 h 3967305"/>
              <a:gd name="csX1332" fmla="*/ 5802291 w 5872039"/>
              <a:gd name="csY1332" fmla="*/ 3287654 h 3967305"/>
              <a:gd name="csX1333" fmla="*/ 5825633 w 5872039"/>
              <a:gd name="csY1333" fmla="*/ 3293873 h 3967305"/>
              <a:gd name="csX1334" fmla="*/ 5832394 w 5872039"/>
              <a:gd name="csY1334" fmla="*/ 3293556 h 3967305"/>
              <a:gd name="csX1335" fmla="*/ 5824797 w 5872039"/>
              <a:gd name="csY1335" fmla="*/ 3291793 h 3967305"/>
              <a:gd name="csX1336" fmla="*/ 5811614 w 5872039"/>
              <a:gd name="csY1336" fmla="*/ 3287683 h 3967305"/>
              <a:gd name="csX1337" fmla="*/ 5546042 w 5872039"/>
              <a:gd name="csY1337" fmla="*/ 3285925 h 3967305"/>
              <a:gd name="csX1338" fmla="*/ 5115051 w 5872039"/>
              <a:gd name="csY1338" fmla="*/ 3314339 h 3967305"/>
              <a:gd name="csX1339" fmla="*/ 4868568 w 5872039"/>
              <a:gd name="csY1339" fmla="*/ 3376262 h 3967305"/>
              <a:gd name="csX1340" fmla="*/ 4818099 w 5872039"/>
              <a:gd name="csY1340" fmla="*/ 3394498 h 3967305"/>
              <a:gd name="csX1341" fmla="*/ 4841972 w 5872039"/>
              <a:gd name="csY1341" fmla="*/ 3405964 h 3967305"/>
              <a:gd name="csX1342" fmla="*/ 4851406 w 5872039"/>
              <a:gd name="csY1342" fmla="*/ 3409791 h 3967305"/>
              <a:gd name="csX1343" fmla="*/ 4944512 w 5872039"/>
              <a:gd name="csY1343" fmla="*/ 3381014 h 3967305"/>
              <a:gd name="csX1344" fmla="*/ 5176530 w 5872039"/>
              <a:gd name="csY1344" fmla="*/ 3329636 h 3967305"/>
              <a:gd name="csX1345" fmla="*/ 5680883 w 5872039"/>
              <a:gd name="csY1345" fmla="*/ 3297335 h 3967305"/>
              <a:gd name="csX1346" fmla="*/ 5777813 w 5872039"/>
              <a:gd name="csY1346" fmla="*/ 3295251 h 3967305"/>
              <a:gd name="csX1347" fmla="*/ 5751328 w 5872039"/>
              <a:gd name="csY1347" fmla="*/ 3287493 h 3967305"/>
              <a:gd name="csX1348" fmla="*/ 5680615 w 5872039"/>
              <a:gd name="csY1348" fmla="*/ 3287270 h 3967305"/>
              <a:gd name="csX1349" fmla="*/ 5546042 w 5872039"/>
              <a:gd name="csY1349" fmla="*/ 3285925 h 3967305"/>
              <a:gd name="csX1350" fmla="*/ 2142817 w 5872039"/>
              <a:gd name="csY1350" fmla="*/ 3281203 h 3967305"/>
              <a:gd name="csX1351" fmla="*/ 2130459 w 5872039"/>
              <a:gd name="csY1351" fmla="*/ 3286840 h 3967305"/>
              <a:gd name="csX1352" fmla="*/ 2105774 w 5872039"/>
              <a:gd name="csY1352" fmla="*/ 3297079 h 3967305"/>
              <a:gd name="csX1353" fmla="*/ 2159238 w 5872039"/>
              <a:gd name="csY1353" fmla="*/ 3337791 h 3967305"/>
              <a:gd name="csX1354" fmla="*/ 2177272 w 5872039"/>
              <a:gd name="csY1354" fmla="*/ 3328450 h 3967305"/>
              <a:gd name="csX1355" fmla="*/ 2197458 w 5872039"/>
              <a:gd name="csY1355" fmla="*/ 3316659 h 3967305"/>
              <a:gd name="csX1356" fmla="*/ 2191100 w 5872039"/>
              <a:gd name="csY1356" fmla="*/ 3312358 h 3967305"/>
              <a:gd name="csX1357" fmla="*/ 2707113 w 5872039"/>
              <a:gd name="csY1357" fmla="*/ 3276957 h 3967305"/>
              <a:gd name="csX1358" fmla="*/ 2700421 w 5872039"/>
              <a:gd name="csY1358" fmla="*/ 3292642 h 3967305"/>
              <a:gd name="csX1359" fmla="*/ 2692117 w 5872039"/>
              <a:gd name="csY1359" fmla="*/ 3316898 h 3967305"/>
              <a:gd name="csX1360" fmla="*/ 2736871 w 5872039"/>
              <a:gd name="csY1360" fmla="*/ 3337521 h 3967305"/>
              <a:gd name="csX1361" fmla="*/ 2743207 w 5872039"/>
              <a:gd name="csY1361" fmla="*/ 3340855 h 3967305"/>
              <a:gd name="csX1362" fmla="*/ 2753632 w 5872039"/>
              <a:gd name="csY1362" fmla="*/ 3300162 h 3967305"/>
              <a:gd name="csX1363" fmla="*/ 2754837 w 5872039"/>
              <a:gd name="csY1363" fmla="*/ 3296567 h 3967305"/>
              <a:gd name="csX1364" fmla="*/ 2563093 w 5872039"/>
              <a:gd name="csY1364" fmla="*/ 3275480 h 3967305"/>
              <a:gd name="csX1365" fmla="*/ 2541821 w 5872039"/>
              <a:gd name="csY1365" fmla="*/ 3308380 h 3967305"/>
              <a:gd name="csX1366" fmla="*/ 2590513 w 5872039"/>
              <a:gd name="csY1366" fmla="*/ 3332709 h 3967305"/>
              <a:gd name="csX1367" fmla="*/ 2592546 w 5872039"/>
              <a:gd name="csY1367" fmla="*/ 3333789 h 3967305"/>
              <a:gd name="csX1368" fmla="*/ 2593981 w 5872039"/>
              <a:gd name="csY1368" fmla="*/ 3330837 h 3967305"/>
              <a:gd name="csX1369" fmla="*/ 2609999 w 5872039"/>
              <a:gd name="csY1369" fmla="*/ 3295367 h 3967305"/>
              <a:gd name="csX1370" fmla="*/ 2581247 w 5872039"/>
              <a:gd name="csY1370" fmla="*/ 3282118 h 3967305"/>
              <a:gd name="csX1371" fmla="*/ 4309390 w 5872039"/>
              <a:gd name="csY1371" fmla="*/ 3275190 h 3967305"/>
              <a:gd name="csX1372" fmla="*/ 4263943 w 5872039"/>
              <a:gd name="csY1372" fmla="*/ 3307363 h 3967305"/>
              <a:gd name="csX1373" fmla="*/ 4299971 w 5872039"/>
              <a:gd name="csY1373" fmla="*/ 3326778 h 3967305"/>
              <a:gd name="csX1374" fmla="*/ 4346356 w 5872039"/>
              <a:gd name="csY1374" fmla="*/ 3296290 h 3967305"/>
              <a:gd name="csX1375" fmla="*/ 4042198 w 5872039"/>
              <a:gd name="csY1375" fmla="*/ 3274319 h 3967305"/>
              <a:gd name="csX1376" fmla="*/ 3998600 w 5872039"/>
              <a:gd name="csY1376" fmla="*/ 3311644 h 3967305"/>
              <a:gd name="csX1377" fmla="*/ 4035318 w 5872039"/>
              <a:gd name="csY1377" fmla="*/ 3332838 h 3967305"/>
              <a:gd name="csX1378" fmla="*/ 4058520 w 5872039"/>
              <a:gd name="csY1378" fmla="*/ 3312337 h 3967305"/>
              <a:gd name="csX1379" fmla="*/ 4078742 w 5872039"/>
              <a:gd name="csY1379" fmla="*/ 3296028 h 3967305"/>
              <a:gd name="csX1380" fmla="*/ 5808980 w 5872039"/>
              <a:gd name="csY1380" fmla="*/ 3271406 h 3967305"/>
              <a:gd name="csX1381" fmla="*/ 5813596 w 5872039"/>
              <a:gd name="csY1381" fmla="*/ 3272847 h 3967305"/>
              <a:gd name="csX1382" fmla="*/ 5815354 w 5872039"/>
              <a:gd name="csY1382" fmla="*/ 3272853 h 3967305"/>
              <a:gd name="csX1383" fmla="*/ 5810352 w 5872039"/>
              <a:gd name="csY1383" fmla="*/ 3271463 h 3967305"/>
              <a:gd name="csX1384" fmla="*/ 2846756 w 5872039"/>
              <a:gd name="csY1384" fmla="*/ 3270872 h 3967305"/>
              <a:gd name="csX1385" fmla="*/ 2835033 w 5872039"/>
              <a:gd name="csY1385" fmla="*/ 3315995 h 3967305"/>
              <a:gd name="csX1386" fmla="*/ 2884992 w 5872039"/>
              <a:gd name="csY1386" fmla="*/ 3340815 h 3967305"/>
              <a:gd name="csX1387" fmla="*/ 2886225 w 5872039"/>
              <a:gd name="csY1387" fmla="*/ 3331340 h 3967305"/>
              <a:gd name="csX1388" fmla="*/ 2894331 w 5872039"/>
              <a:gd name="csY1388" fmla="*/ 3290824 h 3967305"/>
              <a:gd name="csX1389" fmla="*/ 2868886 w 5872039"/>
              <a:gd name="csY1389" fmla="*/ 3278894 h 3967305"/>
              <a:gd name="csX1390" fmla="*/ 1972007 w 5872039"/>
              <a:gd name="csY1390" fmla="*/ 3270635 h 3967305"/>
              <a:gd name="csX1391" fmla="*/ 1968994 w 5872039"/>
              <a:gd name="csY1391" fmla="*/ 3271547 h 3967305"/>
              <a:gd name="csX1392" fmla="*/ 1933131 w 5872039"/>
              <a:gd name="csY1392" fmla="*/ 3282234 h 3967305"/>
              <a:gd name="csX1393" fmla="*/ 1981392 w 5872039"/>
              <a:gd name="csY1393" fmla="*/ 3328388 h 3967305"/>
              <a:gd name="csX1394" fmla="*/ 2010640 w 5872039"/>
              <a:gd name="csY1394" fmla="*/ 3319304 h 3967305"/>
              <a:gd name="csX1395" fmla="*/ 2023098 w 5872039"/>
              <a:gd name="csY1395" fmla="*/ 3314547 h 3967305"/>
              <a:gd name="csX1396" fmla="*/ 5746391 w 5872039"/>
              <a:gd name="csY1396" fmla="*/ 3268802 h 3967305"/>
              <a:gd name="csX1397" fmla="*/ 5757540 w 5872039"/>
              <a:gd name="csY1397" fmla="*/ 3272670 h 3967305"/>
              <a:gd name="csX1398" fmla="*/ 5763515 w 5872039"/>
              <a:gd name="csY1398" fmla="*/ 3272689 h 3967305"/>
              <a:gd name="csX1399" fmla="*/ 5751763 w 5872039"/>
              <a:gd name="csY1399" fmla="*/ 3269026 h 3967305"/>
              <a:gd name="csX1400" fmla="*/ 2302985 w 5872039"/>
              <a:gd name="csY1400" fmla="*/ 3266861 h 3967305"/>
              <a:gd name="csX1401" fmla="*/ 2297798 w 5872039"/>
              <a:gd name="csY1401" fmla="*/ 3270079 h 3967305"/>
              <a:gd name="csX1402" fmla="*/ 2272698 w 5872039"/>
              <a:gd name="csY1402" fmla="*/ 3286572 h 3967305"/>
              <a:gd name="csX1403" fmla="*/ 2324712 w 5872039"/>
              <a:gd name="csY1403" fmla="*/ 3317777 h 3967305"/>
              <a:gd name="csX1404" fmla="*/ 2353543 w 5872039"/>
              <a:gd name="csY1404" fmla="*/ 3291665 h 3967305"/>
              <a:gd name="csX1405" fmla="*/ 2321464 w 5872039"/>
              <a:gd name="csY1405" fmla="*/ 3275037 h 3967305"/>
              <a:gd name="csX1406" fmla="*/ 4424845 w 5872039"/>
              <a:gd name="csY1406" fmla="*/ 3266580 h 3967305"/>
              <a:gd name="csX1407" fmla="*/ 4389302 w 5872039"/>
              <a:gd name="csY1407" fmla="*/ 3285783 h 3967305"/>
              <a:gd name="csX1408" fmla="*/ 4374746 w 5872039"/>
              <a:gd name="csY1408" fmla="*/ 3295355 h 3967305"/>
              <a:gd name="csX1409" fmla="*/ 4410624 w 5872039"/>
              <a:gd name="csY1409" fmla="*/ 3315841 h 3967305"/>
              <a:gd name="csX1410" fmla="*/ 4454897 w 5872039"/>
              <a:gd name="csY1410" fmla="*/ 3288975 h 3967305"/>
              <a:gd name="csX1411" fmla="*/ 4458723 w 5872039"/>
              <a:gd name="csY1411" fmla="*/ 3287058 h 3967305"/>
              <a:gd name="csX1412" fmla="*/ 2407004 w 5872039"/>
              <a:gd name="csY1412" fmla="*/ 3264178 h 3967305"/>
              <a:gd name="csX1413" fmla="*/ 2383463 w 5872039"/>
              <a:gd name="csY1413" fmla="*/ 3284654 h 3967305"/>
              <a:gd name="csX1414" fmla="*/ 2379427 w 5872039"/>
              <a:gd name="csY1414" fmla="*/ 3288310 h 3967305"/>
              <a:gd name="csX1415" fmla="*/ 2430485 w 5872039"/>
              <a:gd name="csY1415" fmla="*/ 3314770 h 3967305"/>
              <a:gd name="csX1416" fmla="*/ 2449534 w 5872039"/>
              <a:gd name="csY1416" fmla="*/ 3291702 h 3967305"/>
              <a:gd name="csX1417" fmla="*/ 2454991 w 5872039"/>
              <a:gd name="csY1417" fmla="*/ 3285309 h 3967305"/>
              <a:gd name="csX1418" fmla="*/ 4542173 w 5872039"/>
              <a:gd name="csY1418" fmla="*/ 3261835 h 3967305"/>
              <a:gd name="csX1419" fmla="*/ 4489436 w 5872039"/>
              <a:gd name="csY1419" fmla="*/ 3288296 h 3967305"/>
              <a:gd name="csX1420" fmla="*/ 4516036 w 5872039"/>
              <a:gd name="csY1420" fmla="*/ 3304382 h 3967305"/>
              <a:gd name="csX1421" fmla="*/ 4523397 w 5872039"/>
              <a:gd name="csY1421" fmla="*/ 3308080 h 3967305"/>
              <a:gd name="csX1422" fmla="*/ 4528279 w 5872039"/>
              <a:gd name="csY1422" fmla="*/ 3305365 h 3967305"/>
              <a:gd name="csX1423" fmla="*/ 4575842 w 5872039"/>
              <a:gd name="csY1423" fmla="*/ 3283380 h 3967305"/>
              <a:gd name="csX1424" fmla="*/ 2980143 w 5872039"/>
              <a:gd name="csY1424" fmla="*/ 3261111 h 3967305"/>
              <a:gd name="csX1425" fmla="*/ 2972733 w 5872039"/>
              <a:gd name="csY1425" fmla="*/ 3311097 h 3967305"/>
              <a:gd name="csX1426" fmla="*/ 3022258 w 5872039"/>
              <a:gd name="csY1426" fmla="*/ 3334317 h 3967305"/>
              <a:gd name="csX1427" fmla="*/ 3027786 w 5872039"/>
              <a:gd name="csY1427" fmla="*/ 3282170 h 3967305"/>
              <a:gd name="csX1428" fmla="*/ 2191564 w 5872039"/>
              <a:gd name="csY1428" fmla="*/ 3258967 h 3967305"/>
              <a:gd name="csX1429" fmla="*/ 2158861 w 5872039"/>
              <a:gd name="csY1429" fmla="*/ 3273885 h 3967305"/>
              <a:gd name="csX1430" fmla="*/ 2199226 w 5872039"/>
              <a:gd name="csY1430" fmla="*/ 3299928 h 3967305"/>
              <a:gd name="csX1431" fmla="*/ 2211680 w 5872039"/>
              <a:gd name="csY1431" fmla="*/ 3308352 h 3967305"/>
              <a:gd name="csX1432" fmla="*/ 2219351 w 5872039"/>
              <a:gd name="csY1432" fmla="*/ 3303872 h 3967305"/>
              <a:gd name="csX1433" fmla="*/ 2244172 w 5872039"/>
              <a:gd name="csY1433" fmla="*/ 3287560 h 3967305"/>
              <a:gd name="csX1434" fmla="*/ 4149756 w 5872039"/>
              <a:gd name="csY1434" fmla="*/ 3257924 h 3967305"/>
              <a:gd name="csX1435" fmla="*/ 4104758 w 5872039"/>
              <a:gd name="csY1435" fmla="*/ 3294238 h 3967305"/>
              <a:gd name="csX1436" fmla="*/ 4136250 w 5872039"/>
              <a:gd name="csY1436" fmla="*/ 3312947 h 3967305"/>
              <a:gd name="csX1437" fmla="*/ 4140117 w 5872039"/>
              <a:gd name="csY1437" fmla="*/ 3314912 h 3967305"/>
              <a:gd name="csX1438" fmla="*/ 4186025 w 5872039"/>
              <a:gd name="csY1438" fmla="*/ 3280150 h 3967305"/>
              <a:gd name="csX1439" fmla="*/ 5370984 w 5872039"/>
              <a:gd name="csY1439" fmla="*/ 3257242 h 3967305"/>
              <a:gd name="csX1440" fmla="*/ 5051195 w 5872039"/>
              <a:gd name="csY1440" fmla="*/ 3284414 h 3967305"/>
              <a:gd name="csX1441" fmla="*/ 4791248 w 5872039"/>
              <a:gd name="csY1441" fmla="*/ 3357379 h 3967305"/>
              <a:gd name="csX1442" fmla="*/ 4764158 w 5872039"/>
              <a:gd name="csY1442" fmla="*/ 3368589 h 3967305"/>
              <a:gd name="csX1443" fmla="*/ 4799357 w 5872039"/>
              <a:gd name="csY1443" fmla="*/ 3385496 h 3967305"/>
              <a:gd name="csX1444" fmla="*/ 4864393 w 5872039"/>
              <a:gd name="csY1444" fmla="*/ 3362007 h 3967305"/>
              <a:gd name="csX1445" fmla="*/ 5112595 w 5872039"/>
              <a:gd name="csY1445" fmla="*/ 3299710 h 3967305"/>
              <a:gd name="csX1446" fmla="*/ 5680802 w 5872039"/>
              <a:gd name="csY1446" fmla="*/ 3272428 h 3967305"/>
              <a:gd name="csX1447" fmla="*/ 5707865 w 5872039"/>
              <a:gd name="csY1447" fmla="*/ 3272514 h 3967305"/>
              <a:gd name="csX1448" fmla="*/ 5691086 w 5872039"/>
              <a:gd name="csY1448" fmla="*/ 3266502 h 3967305"/>
              <a:gd name="csX1449" fmla="*/ 5674395 w 5872039"/>
              <a:gd name="csY1449" fmla="*/ 3265807 h 3967305"/>
              <a:gd name="csX1450" fmla="*/ 5370984 w 5872039"/>
              <a:gd name="csY1450" fmla="*/ 3257242 h 3967305"/>
              <a:gd name="csX1451" fmla="*/ 2025338 w 5872039"/>
              <a:gd name="csY1451" fmla="*/ 3254494 h 3967305"/>
              <a:gd name="csX1452" fmla="*/ 1988845 w 5872039"/>
              <a:gd name="csY1452" fmla="*/ 3265539 h 3967305"/>
              <a:gd name="csX1453" fmla="*/ 2038866 w 5872039"/>
              <a:gd name="csY1453" fmla="*/ 3308526 h 3967305"/>
              <a:gd name="csX1454" fmla="*/ 2044409 w 5872039"/>
              <a:gd name="csY1454" fmla="*/ 3306410 h 3967305"/>
              <a:gd name="csX1455" fmla="*/ 2046625 w 5872039"/>
              <a:gd name="csY1455" fmla="*/ 3305556 h 3967305"/>
              <a:gd name="csX1456" fmla="*/ 2076250 w 5872039"/>
              <a:gd name="csY1456" fmla="*/ 3293261 h 3967305"/>
              <a:gd name="csX1457" fmla="*/ 2649141 w 5872039"/>
              <a:gd name="csY1457" fmla="*/ 3253136 h 3967305"/>
              <a:gd name="csX1458" fmla="*/ 2631366 w 5872039"/>
              <a:gd name="csY1458" fmla="*/ 3288903 h 3967305"/>
              <a:gd name="csX1459" fmla="*/ 2678608 w 5872039"/>
              <a:gd name="csY1459" fmla="*/ 3310673 h 3967305"/>
              <a:gd name="csX1460" fmla="*/ 2686888 w 5872039"/>
              <a:gd name="csY1460" fmla="*/ 3286505 h 3967305"/>
              <a:gd name="csX1461" fmla="*/ 2693390 w 5872039"/>
              <a:gd name="csY1461" fmla="*/ 3271318 h 3967305"/>
              <a:gd name="csX1462" fmla="*/ 2501935 w 5872039"/>
              <a:gd name="csY1462" fmla="*/ 3253115 h 3967305"/>
              <a:gd name="csX1463" fmla="*/ 2479248 w 5872039"/>
              <a:gd name="csY1463" fmla="*/ 3279765 h 3967305"/>
              <a:gd name="csX1464" fmla="*/ 2523827 w 5872039"/>
              <a:gd name="csY1464" fmla="*/ 3299390 h 3967305"/>
              <a:gd name="csX1465" fmla="*/ 2528463 w 5872039"/>
              <a:gd name="csY1465" fmla="*/ 3301707 h 3967305"/>
              <a:gd name="csX1466" fmla="*/ 2548828 w 5872039"/>
              <a:gd name="csY1466" fmla="*/ 3270263 h 3967305"/>
              <a:gd name="csX1467" fmla="*/ 2786436 w 5872039"/>
              <a:gd name="csY1467" fmla="*/ 3249006 h 3967305"/>
              <a:gd name="csX1468" fmla="*/ 2773352 w 5872039"/>
              <a:gd name="csY1468" fmla="*/ 3288187 h 3967305"/>
              <a:gd name="csX1469" fmla="*/ 2806305 w 5872039"/>
              <a:gd name="csY1469" fmla="*/ 3301723 h 3967305"/>
              <a:gd name="csX1470" fmla="*/ 2821410 w 5872039"/>
              <a:gd name="csY1470" fmla="*/ 3309227 h 3967305"/>
              <a:gd name="csX1471" fmla="*/ 2832752 w 5872039"/>
              <a:gd name="csY1471" fmla="*/ 3265796 h 3967305"/>
              <a:gd name="csX1472" fmla="*/ 3112631 w 5872039"/>
              <a:gd name="csY1472" fmla="*/ 3248797 h 3967305"/>
              <a:gd name="csX1473" fmla="*/ 3108595 w 5872039"/>
              <a:gd name="csY1473" fmla="*/ 3269011 h 3967305"/>
              <a:gd name="csX1474" fmla="*/ 3106433 w 5872039"/>
              <a:gd name="csY1474" fmla="*/ 3300727 h 3967305"/>
              <a:gd name="csX1475" fmla="*/ 3118809 w 5872039"/>
              <a:gd name="csY1475" fmla="*/ 3306197 h 3967305"/>
              <a:gd name="csX1476" fmla="*/ 3287523 w 5872039"/>
              <a:gd name="csY1476" fmla="*/ 3395866 h 3967305"/>
              <a:gd name="csX1477" fmla="*/ 3534073 w 5872039"/>
              <a:gd name="csY1477" fmla="*/ 3522676 h 3967305"/>
              <a:gd name="csX1478" fmla="*/ 3641084 w 5872039"/>
              <a:gd name="csY1478" fmla="*/ 3565061 h 3967305"/>
              <a:gd name="csX1479" fmla="*/ 3675754 w 5872039"/>
              <a:gd name="csY1479" fmla="*/ 3530487 h 3967305"/>
              <a:gd name="csX1480" fmla="*/ 3616679 w 5872039"/>
              <a:gd name="csY1480" fmla="*/ 3506191 h 3967305"/>
              <a:gd name="csX1481" fmla="*/ 3383065 w 5872039"/>
              <a:gd name="csY1481" fmla="*/ 3384788 h 3967305"/>
              <a:gd name="csX1482" fmla="*/ 3182638 w 5872039"/>
              <a:gd name="csY1482" fmla="*/ 3279048 h 3967305"/>
              <a:gd name="csX1483" fmla="*/ 4259628 w 5872039"/>
              <a:gd name="csY1483" fmla="*/ 3244262 h 3967305"/>
              <a:gd name="csX1484" fmla="*/ 4246825 w 5872039"/>
              <a:gd name="csY1484" fmla="*/ 3252797 h 3967305"/>
              <a:gd name="csX1485" fmla="*/ 4212398 w 5872039"/>
              <a:gd name="csY1485" fmla="*/ 3278884 h 3967305"/>
              <a:gd name="csX1486" fmla="*/ 4221902 w 5872039"/>
              <a:gd name="csY1486" fmla="*/ 3284708 h 3967305"/>
              <a:gd name="csX1487" fmla="*/ 4249332 w 5872039"/>
              <a:gd name="csY1487" fmla="*/ 3299490 h 3967305"/>
              <a:gd name="csX1488" fmla="*/ 4295394 w 5872039"/>
              <a:gd name="csY1488" fmla="*/ 3266903 h 3967305"/>
              <a:gd name="csX1489" fmla="*/ 3990780 w 5872039"/>
              <a:gd name="csY1489" fmla="*/ 3243773 h 3967305"/>
              <a:gd name="csX1490" fmla="*/ 3948030 w 5872039"/>
              <a:gd name="csY1490" fmla="*/ 3282453 h 3967305"/>
              <a:gd name="csX1491" fmla="*/ 3984983 w 5872039"/>
              <a:gd name="csY1491" fmla="*/ 3303783 h 3967305"/>
              <a:gd name="csX1492" fmla="*/ 3986353 w 5872039"/>
              <a:gd name="csY1492" fmla="*/ 3302496 h 3967305"/>
              <a:gd name="csX1493" fmla="*/ 4028677 w 5872039"/>
              <a:gd name="csY1493" fmla="*/ 3266287 h 3967305"/>
              <a:gd name="csX1494" fmla="*/ 2345117 w 5872039"/>
              <a:gd name="csY1494" fmla="*/ 3240718 h 3967305"/>
              <a:gd name="csX1495" fmla="*/ 2318298 w 5872039"/>
              <a:gd name="csY1495" fmla="*/ 3257359 h 3967305"/>
              <a:gd name="csX1496" fmla="*/ 2327897 w 5872039"/>
              <a:gd name="csY1496" fmla="*/ 3261606 h 3967305"/>
              <a:gd name="csX1497" fmla="*/ 2365320 w 5872039"/>
              <a:gd name="csY1497" fmla="*/ 3280999 h 3967305"/>
              <a:gd name="csX1498" fmla="*/ 2373132 w 5872039"/>
              <a:gd name="csY1498" fmla="*/ 3273923 h 3967305"/>
              <a:gd name="csX1499" fmla="*/ 2391968 w 5872039"/>
              <a:gd name="csY1499" fmla="*/ 3257557 h 3967305"/>
              <a:gd name="csX1500" fmla="*/ 2383627 w 5872039"/>
              <a:gd name="csY1500" fmla="*/ 3253884 h 3967305"/>
              <a:gd name="csX1501" fmla="*/ 2077125 w 5872039"/>
              <a:gd name="csY1501" fmla="*/ 3238961 h 3967305"/>
              <a:gd name="csX1502" fmla="*/ 2046784 w 5872039"/>
              <a:gd name="csY1502" fmla="*/ 3248002 h 3967305"/>
              <a:gd name="csX1503" fmla="*/ 2042880 w 5872039"/>
              <a:gd name="csY1503" fmla="*/ 3249184 h 3967305"/>
              <a:gd name="csX1504" fmla="*/ 2092114 w 5872039"/>
              <a:gd name="csY1504" fmla="*/ 3286677 h 3967305"/>
              <a:gd name="csX1505" fmla="*/ 2124617 w 5872039"/>
              <a:gd name="csY1505" fmla="*/ 3273188 h 3967305"/>
              <a:gd name="csX1506" fmla="*/ 2128002 w 5872039"/>
              <a:gd name="csY1506" fmla="*/ 3271643 h 3967305"/>
              <a:gd name="csX1507" fmla="*/ 2080153 w 5872039"/>
              <a:gd name="csY1507" fmla="*/ 3240768 h 3967305"/>
              <a:gd name="csX1508" fmla="*/ 2237770 w 5872039"/>
              <a:gd name="csY1508" fmla="*/ 3238005 h 3967305"/>
              <a:gd name="csX1509" fmla="*/ 2208518 w 5872039"/>
              <a:gd name="csY1509" fmla="*/ 3251270 h 3967305"/>
              <a:gd name="csX1510" fmla="*/ 2258256 w 5872039"/>
              <a:gd name="csY1510" fmla="*/ 3278304 h 3967305"/>
              <a:gd name="csX1511" fmla="*/ 2286660 w 5872039"/>
              <a:gd name="csY1511" fmla="*/ 3259637 h 3967305"/>
              <a:gd name="csX1512" fmla="*/ 2921603 w 5872039"/>
              <a:gd name="csY1512" fmla="*/ 3237194 h 3967305"/>
              <a:gd name="csX1513" fmla="*/ 2917978 w 5872039"/>
              <a:gd name="csY1513" fmla="*/ 3247551 h 3967305"/>
              <a:gd name="csX1514" fmla="*/ 2911083 w 5872039"/>
              <a:gd name="csY1514" fmla="*/ 3282192 h 3967305"/>
              <a:gd name="csX1515" fmla="*/ 2958861 w 5872039"/>
              <a:gd name="csY1515" fmla="*/ 3304593 h 3967305"/>
              <a:gd name="csX1516" fmla="*/ 2966259 w 5872039"/>
              <a:gd name="csY1516" fmla="*/ 3254974 h 3967305"/>
              <a:gd name="csX1517" fmla="*/ 2937182 w 5872039"/>
              <a:gd name="csY1517" fmla="*/ 3242122 h 3967305"/>
              <a:gd name="csX1518" fmla="*/ 4375229 w 5872039"/>
              <a:gd name="csY1518" fmla="*/ 3236025 h 3967305"/>
              <a:gd name="csX1519" fmla="*/ 4323368 w 5872039"/>
              <a:gd name="csY1519" fmla="*/ 3266019 h 3967305"/>
              <a:gd name="csX1520" fmla="*/ 4360315 w 5872039"/>
              <a:gd name="csY1520" fmla="*/ 3287115 h 3967305"/>
              <a:gd name="csX1521" fmla="*/ 4382321 w 5872039"/>
              <a:gd name="csY1521" fmla="*/ 3272651 h 3967305"/>
              <a:gd name="csX1522" fmla="*/ 4410097 w 5872039"/>
              <a:gd name="csY1522" fmla="*/ 3257665 h 3967305"/>
              <a:gd name="csX1523" fmla="*/ 4386167 w 5872039"/>
              <a:gd name="csY1523" fmla="*/ 3243200 h 3967305"/>
              <a:gd name="csX1524" fmla="*/ 2589229 w 5872039"/>
              <a:gd name="csY1524" fmla="*/ 3235058 h 3967305"/>
              <a:gd name="csX1525" fmla="*/ 2571332 w 5872039"/>
              <a:gd name="csY1525" fmla="*/ 3262738 h 3967305"/>
              <a:gd name="csX1526" fmla="*/ 2587040 w 5872039"/>
              <a:gd name="csY1526" fmla="*/ 3268477 h 3967305"/>
              <a:gd name="csX1527" fmla="*/ 2616096 w 5872039"/>
              <a:gd name="csY1527" fmla="*/ 3281866 h 3967305"/>
              <a:gd name="csX1528" fmla="*/ 2619977 w 5872039"/>
              <a:gd name="csY1528" fmla="*/ 3273271 h 3967305"/>
              <a:gd name="csX1529" fmla="*/ 2633715 w 5872039"/>
              <a:gd name="csY1529" fmla="*/ 3248136 h 3967305"/>
              <a:gd name="csX1530" fmla="*/ 2443950 w 5872039"/>
              <a:gd name="csY1530" fmla="*/ 3232041 h 3967305"/>
              <a:gd name="csX1531" fmla="*/ 2419383 w 5872039"/>
              <a:gd name="csY1531" fmla="*/ 3253410 h 3967305"/>
              <a:gd name="csX1532" fmla="*/ 2465055 w 5872039"/>
              <a:gd name="csY1532" fmla="*/ 3273517 h 3967305"/>
              <a:gd name="csX1533" fmla="*/ 2487099 w 5872039"/>
              <a:gd name="csY1533" fmla="*/ 3247689 h 3967305"/>
              <a:gd name="csX1534" fmla="*/ 2445012 w 5872039"/>
              <a:gd name="csY1534" fmla="*/ 3232298 h 3967305"/>
              <a:gd name="csX1535" fmla="*/ 4492483 w 5872039"/>
              <a:gd name="csY1535" fmla="*/ 3230037 h 3967305"/>
              <a:gd name="csX1536" fmla="*/ 4439993 w 5872039"/>
              <a:gd name="csY1536" fmla="*/ 3258396 h 3967305"/>
              <a:gd name="csX1537" fmla="*/ 4474399 w 5872039"/>
              <a:gd name="csY1537" fmla="*/ 3279202 h 3967305"/>
              <a:gd name="csX1538" fmla="*/ 4527629 w 5872039"/>
              <a:gd name="csY1538" fmla="*/ 3252528 h 3967305"/>
              <a:gd name="csX1539" fmla="*/ 5248352 w 5872039"/>
              <a:gd name="csY1539" fmla="*/ 3228073 h 3967305"/>
              <a:gd name="csX1540" fmla="*/ 4987394 w 5872039"/>
              <a:gd name="csY1540" fmla="*/ 3254515 h 3967305"/>
              <a:gd name="csX1541" fmla="*/ 4781410 w 5872039"/>
              <a:gd name="csY1541" fmla="*/ 3312995 h 3967305"/>
              <a:gd name="csX1542" fmla="*/ 4711257 w 5872039"/>
              <a:gd name="csY1542" fmla="*/ 3342977 h 3967305"/>
              <a:gd name="csX1543" fmla="*/ 4713738 w 5872039"/>
              <a:gd name="csY1543" fmla="*/ 3344371 h 3967305"/>
              <a:gd name="csX1544" fmla="*/ 4746185 w 5872039"/>
              <a:gd name="csY1544" fmla="*/ 3359956 h 3967305"/>
              <a:gd name="csX1545" fmla="*/ 4786549 w 5872039"/>
              <a:gd name="csY1545" fmla="*/ 3343254 h 3967305"/>
              <a:gd name="csX1546" fmla="*/ 5048526 w 5872039"/>
              <a:gd name="csY1546" fmla="*/ 3269812 h 3967305"/>
              <a:gd name="csX1547" fmla="*/ 5526157 w 5872039"/>
              <a:gd name="csY1547" fmla="*/ 3244566 h 3967305"/>
              <a:gd name="csX1548" fmla="*/ 5644065 w 5872039"/>
              <a:gd name="csY1548" fmla="*/ 3249654 h 3967305"/>
              <a:gd name="csX1549" fmla="*/ 5630665 w 5872039"/>
              <a:gd name="csY1549" fmla="*/ 3244853 h 3967305"/>
              <a:gd name="csX1550" fmla="*/ 5502832 w 5872039"/>
              <a:gd name="csY1550" fmla="*/ 3234882 h 3967305"/>
              <a:gd name="csX1551" fmla="*/ 5248352 w 5872039"/>
              <a:gd name="csY1551" fmla="*/ 3228073 h 3967305"/>
              <a:gd name="csX1552" fmla="*/ 2728658 w 5872039"/>
              <a:gd name="csY1552" fmla="*/ 3228062 h 3967305"/>
              <a:gd name="csX1553" fmla="*/ 2726410 w 5872039"/>
              <a:gd name="csY1553" fmla="*/ 3231727 h 3967305"/>
              <a:gd name="csX1554" fmla="*/ 2712913 w 5872039"/>
              <a:gd name="csY1554" fmla="*/ 3263362 h 3967305"/>
              <a:gd name="csX1555" fmla="*/ 2759548 w 5872039"/>
              <a:gd name="csY1555" fmla="*/ 3282517 h 3967305"/>
              <a:gd name="csX1556" fmla="*/ 2772479 w 5872039"/>
              <a:gd name="csY1556" fmla="*/ 3243947 h 3967305"/>
              <a:gd name="csX1557" fmla="*/ 4098230 w 5872039"/>
              <a:gd name="csY1557" fmla="*/ 3226349 h 3967305"/>
              <a:gd name="csX1558" fmla="*/ 4054092 w 5872039"/>
              <a:gd name="csY1558" fmla="*/ 3264137 h 3967305"/>
              <a:gd name="csX1559" fmla="*/ 4091056 w 5872039"/>
              <a:gd name="csY1559" fmla="*/ 3286097 h 3967305"/>
              <a:gd name="csX1560" fmla="*/ 4136250 w 5872039"/>
              <a:gd name="csY1560" fmla="*/ 3249648 h 3967305"/>
              <a:gd name="csX1561" fmla="*/ 2126325 w 5872039"/>
              <a:gd name="csY1561" fmla="*/ 3224300 h 3967305"/>
              <a:gd name="csX1562" fmla="*/ 2096011 w 5872039"/>
              <a:gd name="csY1562" fmla="*/ 3233334 h 3967305"/>
              <a:gd name="csX1563" fmla="*/ 2144041 w 5872039"/>
              <a:gd name="csY1563" fmla="*/ 3264323 h 3967305"/>
              <a:gd name="csX1564" fmla="*/ 2175229 w 5872039"/>
              <a:gd name="csY1564" fmla="*/ 3250089 h 3967305"/>
              <a:gd name="csX1565" fmla="*/ 2140643 w 5872039"/>
              <a:gd name="csY1565" fmla="*/ 3231291 h 3967305"/>
              <a:gd name="csX1566" fmla="*/ 3054199 w 5872039"/>
              <a:gd name="csY1566" fmla="*/ 3223548 h 3967305"/>
              <a:gd name="csX1567" fmla="*/ 3044863 w 5872039"/>
              <a:gd name="csY1567" fmla="*/ 3262257 h 3967305"/>
              <a:gd name="csX1568" fmla="*/ 3043733 w 5872039"/>
              <a:gd name="csY1568" fmla="*/ 3273016 h 3967305"/>
              <a:gd name="csX1569" fmla="*/ 3091983 w 5872039"/>
              <a:gd name="csY1569" fmla="*/ 3294341 h 3967305"/>
              <a:gd name="csX1570" fmla="*/ 3093946 w 5872039"/>
              <a:gd name="csY1570" fmla="*/ 3265928 h 3967305"/>
              <a:gd name="csX1571" fmla="*/ 3098619 w 5872039"/>
              <a:gd name="csY1571" fmla="*/ 3242742 h 3967305"/>
              <a:gd name="csX1572" fmla="*/ 2283133 w 5872039"/>
              <a:gd name="csY1572" fmla="*/ 3219525 h 3967305"/>
              <a:gd name="csX1573" fmla="*/ 2256149 w 5872039"/>
              <a:gd name="csY1573" fmla="*/ 3229864 h 3967305"/>
              <a:gd name="csX1574" fmla="*/ 2301882 w 5872039"/>
              <a:gd name="csY1574" fmla="*/ 3250096 h 3967305"/>
              <a:gd name="csX1575" fmla="*/ 2326999 w 5872039"/>
              <a:gd name="csY1575" fmla="*/ 3234523 h 3967305"/>
              <a:gd name="csX1576" fmla="*/ 1908800 w 5872039"/>
              <a:gd name="csY1576" fmla="*/ 3219098 h 3967305"/>
              <a:gd name="csX1577" fmla="*/ 1886025 w 5872039"/>
              <a:gd name="csY1577" fmla="*/ 3223709 h 3967305"/>
              <a:gd name="csX1578" fmla="*/ 1874362 w 5872039"/>
              <a:gd name="csY1578" fmla="*/ 3226246 h 3967305"/>
              <a:gd name="csX1579" fmla="*/ 1876338 w 5872039"/>
              <a:gd name="csY1579" fmla="*/ 3227921 h 3967305"/>
              <a:gd name="csX1580" fmla="*/ 1920647 w 5872039"/>
              <a:gd name="csY1580" fmla="*/ 3270295 h 3967305"/>
              <a:gd name="csX1581" fmla="*/ 1927804 w 5872039"/>
              <a:gd name="csY1581" fmla="*/ 3268424 h 3967305"/>
              <a:gd name="csX1582" fmla="*/ 1958687 w 5872039"/>
              <a:gd name="csY1582" fmla="*/ 3259209 h 3967305"/>
              <a:gd name="csX1583" fmla="*/ 2863901 w 5872039"/>
              <a:gd name="csY1583" fmla="*/ 3218943 h 3967305"/>
              <a:gd name="csX1584" fmla="*/ 2854303 w 5872039"/>
              <a:gd name="csY1584" fmla="*/ 3241822 h 3967305"/>
              <a:gd name="csX1585" fmla="*/ 2850526 w 5872039"/>
              <a:gd name="csY1585" fmla="*/ 3256358 h 3967305"/>
              <a:gd name="csX1586" fmla="*/ 2874549 w 5872039"/>
              <a:gd name="csY1586" fmla="*/ 3265063 h 3967305"/>
              <a:gd name="csX1587" fmla="*/ 2897346 w 5872039"/>
              <a:gd name="csY1587" fmla="*/ 3275752 h 3967305"/>
              <a:gd name="csX1588" fmla="*/ 2903596 w 5872039"/>
              <a:gd name="csY1588" fmla="*/ 3244515 h 3967305"/>
              <a:gd name="csX1589" fmla="*/ 2907688 w 5872039"/>
              <a:gd name="csY1589" fmla="*/ 3232793 h 3967305"/>
              <a:gd name="csX1590" fmla="*/ 2531916 w 5872039"/>
              <a:gd name="csY1590" fmla="*/ 3218209 h 3967305"/>
              <a:gd name="csX1591" fmla="*/ 2531038 w 5872039"/>
              <a:gd name="csY1591" fmla="*/ 3218928 h 3967305"/>
              <a:gd name="csX1592" fmla="*/ 2512150 w 5872039"/>
              <a:gd name="csY1592" fmla="*/ 3241115 h 3967305"/>
              <a:gd name="csX1593" fmla="*/ 2557075 w 5872039"/>
              <a:gd name="csY1593" fmla="*/ 3257529 h 3967305"/>
              <a:gd name="csX1594" fmla="*/ 2574443 w 5872039"/>
              <a:gd name="csY1594" fmla="*/ 3230711 h 3967305"/>
              <a:gd name="csX1595" fmla="*/ 2382909 w 5872039"/>
              <a:gd name="csY1595" fmla="*/ 3217268 h 3967305"/>
              <a:gd name="csX1596" fmla="*/ 2361424 w 5872039"/>
              <a:gd name="csY1596" fmla="*/ 3230599 h 3967305"/>
              <a:gd name="csX1597" fmla="*/ 2388906 w 5872039"/>
              <a:gd name="csY1597" fmla="*/ 3239993 h 3967305"/>
              <a:gd name="csX1598" fmla="*/ 2404356 w 5872039"/>
              <a:gd name="csY1598" fmla="*/ 3246795 h 3967305"/>
              <a:gd name="csX1599" fmla="*/ 2426263 w 5872039"/>
              <a:gd name="csY1599" fmla="*/ 3227760 h 3967305"/>
              <a:gd name="csX1600" fmla="*/ 2672897 w 5872039"/>
              <a:gd name="csY1600" fmla="*/ 3212823 h 3967305"/>
              <a:gd name="csX1601" fmla="*/ 2661964 w 5872039"/>
              <a:gd name="csY1601" fmla="*/ 3227333 h 3967305"/>
              <a:gd name="csX1602" fmla="*/ 2655731 w 5872039"/>
              <a:gd name="csY1602" fmla="*/ 3239874 h 3967305"/>
              <a:gd name="csX1603" fmla="*/ 2699208 w 5872039"/>
              <a:gd name="csY1603" fmla="*/ 3257732 h 3967305"/>
              <a:gd name="csX1604" fmla="*/ 2713640 w 5872039"/>
              <a:gd name="csY1604" fmla="*/ 3224026 h 3967305"/>
              <a:gd name="csX1605" fmla="*/ 2714349 w 5872039"/>
              <a:gd name="csY1605" fmla="*/ 3222875 h 3967305"/>
              <a:gd name="csX1606" fmla="*/ 2709065 w 5872039"/>
              <a:gd name="csY1606" fmla="*/ 3220959 h 3967305"/>
              <a:gd name="csX1607" fmla="*/ 4209829 w 5872039"/>
              <a:gd name="csY1607" fmla="*/ 3212736 h 3967305"/>
              <a:gd name="csX1608" fmla="*/ 4176483 w 5872039"/>
              <a:gd name="csY1608" fmla="*/ 3236354 h 3967305"/>
              <a:gd name="csX1609" fmla="*/ 4162027 w 5872039"/>
              <a:gd name="csY1609" fmla="*/ 3248020 h 3967305"/>
              <a:gd name="csX1610" fmla="*/ 4198745 w 5872039"/>
              <a:gd name="csY1610" fmla="*/ 3270518 h 3967305"/>
              <a:gd name="csX1611" fmla="*/ 4239013 w 5872039"/>
              <a:gd name="csY1611" fmla="*/ 3240026 h 3967305"/>
              <a:gd name="csX1612" fmla="*/ 4245800 w 5872039"/>
              <a:gd name="csY1612" fmla="*/ 3235507 h 3967305"/>
              <a:gd name="csX1613" fmla="*/ 2175314 w 5872039"/>
              <a:gd name="csY1613" fmla="*/ 3212047 h 3967305"/>
              <a:gd name="csX1614" fmla="*/ 2148214 w 5872039"/>
              <a:gd name="csY1614" fmla="*/ 3218494 h 3967305"/>
              <a:gd name="csX1615" fmla="*/ 2192152 w 5872039"/>
              <a:gd name="csY1615" fmla="*/ 3242375 h 3967305"/>
              <a:gd name="csX1616" fmla="*/ 2219556 w 5872039"/>
              <a:gd name="csY1616" fmla="*/ 3229946 h 3967305"/>
              <a:gd name="csX1617" fmla="*/ 2201295 w 5872039"/>
              <a:gd name="csY1617" fmla="*/ 3221866 h 3967305"/>
              <a:gd name="csX1618" fmla="*/ 1960661 w 5872039"/>
              <a:gd name="csY1618" fmla="*/ 3208777 h 3967305"/>
              <a:gd name="csX1619" fmla="*/ 1953318 w 5872039"/>
              <a:gd name="csY1619" fmla="*/ 3210085 h 3967305"/>
              <a:gd name="csX1620" fmla="*/ 1926600 w 5872039"/>
              <a:gd name="csY1620" fmla="*/ 3215494 h 3967305"/>
              <a:gd name="csX1621" fmla="*/ 1968595 w 5872039"/>
              <a:gd name="csY1621" fmla="*/ 3248136 h 3967305"/>
              <a:gd name="csX1622" fmla="*/ 1975562 w 5872039"/>
              <a:gd name="csY1622" fmla="*/ 3254124 h 3967305"/>
              <a:gd name="csX1623" fmla="*/ 2010304 w 5872039"/>
              <a:gd name="csY1623" fmla="*/ 3243603 h 3967305"/>
              <a:gd name="csX1624" fmla="*/ 2477784 w 5872039"/>
              <a:gd name="csY1624" fmla="*/ 3206579 h 3967305"/>
              <a:gd name="csX1625" fmla="*/ 2462475 w 5872039"/>
              <a:gd name="csY1625" fmla="*/ 3215927 h 3967305"/>
              <a:gd name="csX1626" fmla="*/ 2456776 w 5872039"/>
              <a:gd name="csY1626" fmla="*/ 3220884 h 3967305"/>
              <a:gd name="csX1627" fmla="*/ 2497330 w 5872039"/>
              <a:gd name="csY1627" fmla="*/ 3235701 h 3967305"/>
              <a:gd name="csX1628" fmla="*/ 2516202 w 5872039"/>
              <a:gd name="csY1628" fmla="*/ 3213589 h 3967305"/>
              <a:gd name="csX1629" fmla="*/ 2506144 w 5872039"/>
              <a:gd name="csY1629" fmla="*/ 3210632 h 3967305"/>
              <a:gd name="csX1630" fmla="*/ 2329088 w 5872039"/>
              <a:gd name="csY1630" fmla="*/ 3204241 h 3967305"/>
              <a:gd name="csX1631" fmla="*/ 2310068 w 5872039"/>
              <a:gd name="csY1631" fmla="*/ 3209203 h 3967305"/>
              <a:gd name="csX1632" fmla="*/ 2304770 w 5872039"/>
              <a:gd name="csY1632" fmla="*/ 3211233 h 3967305"/>
              <a:gd name="csX1633" fmla="*/ 2343312 w 5872039"/>
              <a:gd name="csY1633" fmla="*/ 3224408 h 3967305"/>
              <a:gd name="csX1634" fmla="*/ 2362712 w 5872039"/>
              <a:gd name="csY1634" fmla="*/ 3212379 h 3967305"/>
              <a:gd name="csX1635" fmla="*/ 2995819 w 5872039"/>
              <a:gd name="csY1635" fmla="*/ 3203880 h 3967305"/>
              <a:gd name="csX1636" fmla="*/ 2983373 w 5872039"/>
              <a:gd name="csY1636" fmla="*/ 3246340 h 3967305"/>
              <a:gd name="csX1637" fmla="*/ 3029427 w 5872039"/>
              <a:gd name="csY1637" fmla="*/ 3266694 h 3967305"/>
              <a:gd name="csX1638" fmla="*/ 3030287 w 5872039"/>
              <a:gd name="csY1638" fmla="*/ 3258580 h 3967305"/>
              <a:gd name="csX1639" fmla="*/ 3040059 w 5872039"/>
              <a:gd name="csY1639" fmla="*/ 3218406 h 3967305"/>
              <a:gd name="csX1640" fmla="*/ 2221184 w 5872039"/>
              <a:gd name="csY1640" fmla="*/ 3201990 h 3967305"/>
              <a:gd name="csX1641" fmla="*/ 2213775 w 5872039"/>
              <a:gd name="csY1641" fmla="*/ 3202898 h 3967305"/>
              <a:gd name="csX1642" fmla="*/ 2201148 w 5872039"/>
              <a:gd name="csY1642" fmla="*/ 3205901 h 3967305"/>
              <a:gd name="csX1643" fmla="*/ 2206874 w 5872039"/>
              <a:gd name="csY1643" fmla="*/ 3208065 h 3967305"/>
              <a:gd name="csX1644" fmla="*/ 2237716 w 5872039"/>
              <a:gd name="csY1644" fmla="*/ 3221709 h 3967305"/>
              <a:gd name="csX1645" fmla="*/ 2248231 w 5872039"/>
              <a:gd name="csY1645" fmla="*/ 3216940 h 3967305"/>
              <a:gd name="csX1646" fmla="*/ 2260985 w 5872039"/>
              <a:gd name="csY1646" fmla="*/ 3212059 h 3967305"/>
              <a:gd name="csX1647" fmla="*/ 4323186 w 5872039"/>
              <a:gd name="csY1647" fmla="*/ 3201888 h 3967305"/>
              <a:gd name="csX1648" fmla="*/ 4273193 w 5872039"/>
              <a:gd name="csY1648" fmla="*/ 3235218 h 3967305"/>
              <a:gd name="csX1649" fmla="*/ 4307744 w 5872039"/>
              <a:gd name="csY1649" fmla="*/ 3257098 h 3967305"/>
              <a:gd name="csX1650" fmla="*/ 4308579 w 5872039"/>
              <a:gd name="csY1650" fmla="*/ 3257575 h 3967305"/>
              <a:gd name="csX1651" fmla="*/ 4310371 w 5872039"/>
              <a:gd name="csY1651" fmla="*/ 3256307 h 3967305"/>
              <a:gd name="csX1652" fmla="*/ 4361304 w 5872039"/>
              <a:gd name="csY1652" fmla="*/ 3226891 h 3967305"/>
              <a:gd name="csX1653" fmla="*/ 2808353 w 5872039"/>
              <a:gd name="csY1653" fmla="*/ 3201372 h 3967305"/>
              <a:gd name="csX1654" fmla="*/ 2791405 w 5872039"/>
              <a:gd name="csY1654" fmla="*/ 3234936 h 3967305"/>
              <a:gd name="csX1655" fmla="*/ 2836540 w 5872039"/>
              <a:gd name="csY1655" fmla="*/ 3251290 h 3967305"/>
              <a:gd name="csX1656" fmla="*/ 2840521 w 5872039"/>
              <a:gd name="csY1656" fmla="*/ 3236042 h 3967305"/>
              <a:gd name="csX1657" fmla="*/ 2849647 w 5872039"/>
              <a:gd name="csY1657" fmla="*/ 3214434 h 3967305"/>
              <a:gd name="csX1658" fmla="*/ 2618315 w 5872039"/>
              <a:gd name="csY1658" fmla="*/ 3200544 h 3967305"/>
              <a:gd name="csX1659" fmla="*/ 2597860 w 5872039"/>
              <a:gd name="csY1659" fmla="*/ 3222225 h 3967305"/>
              <a:gd name="csX1660" fmla="*/ 2640957 w 5872039"/>
              <a:gd name="csY1660" fmla="*/ 3234884 h 3967305"/>
              <a:gd name="csX1661" fmla="*/ 2649945 w 5872039"/>
              <a:gd name="csY1661" fmla="*/ 3218440 h 3967305"/>
              <a:gd name="csX1662" fmla="*/ 2656921 w 5872039"/>
              <a:gd name="csY1662" fmla="*/ 3209229 h 3967305"/>
              <a:gd name="csX1663" fmla="*/ 2011406 w 5872039"/>
              <a:gd name="csY1663" fmla="*/ 3199740 h 3967305"/>
              <a:gd name="csX1664" fmla="*/ 1981751 w 5872039"/>
              <a:gd name="csY1664" fmla="*/ 3205021 h 3967305"/>
              <a:gd name="csX1665" fmla="*/ 2028284 w 5872039"/>
              <a:gd name="csY1665" fmla="*/ 3238071 h 3967305"/>
              <a:gd name="csX1666" fmla="*/ 2028366 w 5872039"/>
              <a:gd name="csY1666" fmla="*/ 3238133 h 3967305"/>
              <a:gd name="csX1667" fmla="*/ 2042406 w 5872039"/>
              <a:gd name="csY1667" fmla="*/ 3233880 h 3967305"/>
              <a:gd name="csX1668" fmla="*/ 2059890 w 5872039"/>
              <a:gd name="csY1668" fmla="*/ 3228675 h 3967305"/>
              <a:gd name="csX1669" fmla="*/ 2423071 w 5872039"/>
              <a:gd name="csY1669" fmla="*/ 3198759 h 3967305"/>
              <a:gd name="csX1670" fmla="*/ 2403473 w 5872039"/>
              <a:gd name="csY1670" fmla="*/ 3207055 h 3967305"/>
              <a:gd name="csX1671" fmla="*/ 2439944 w 5872039"/>
              <a:gd name="csY1671" fmla="*/ 3215873 h 3967305"/>
              <a:gd name="csX1672" fmla="*/ 2454276 w 5872039"/>
              <a:gd name="csY1672" fmla="*/ 3203421 h 3967305"/>
              <a:gd name="csX1673" fmla="*/ 2454545 w 5872039"/>
              <a:gd name="csY1673" fmla="*/ 3203257 h 3967305"/>
              <a:gd name="csX1674" fmla="*/ 5203664 w 5872039"/>
              <a:gd name="csY1674" fmla="*/ 3197270 h 3967305"/>
              <a:gd name="csX1675" fmla="*/ 4923619 w 5872039"/>
              <a:gd name="csY1675" fmla="*/ 3224510 h 3967305"/>
              <a:gd name="csX1676" fmla="*/ 4709520 w 5872039"/>
              <a:gd name="csY1676" fmla="*/ 3290639 h 3967305"/>
              <a:gd name="csX1677" fmla="*/ 4659952 w 5872039"/>
              <a:gd name="csY1677" fmla="*/ 3314133 h 3967305"/>
              <a:gd name="csX1678" fmla="*/ 4694922 w 5872039"/>
              <a:gd name="csY1678" fmla="*/ 3333793 h 3967305"/>
              <a:gd name="csX1679" fmla="*/ 4776832 w 5872039"/>
              <a:gd name="csY1679" fmla="*/ 3298808 h 3967305"/>
              <a:gd name="csX1680" fmla="*/ 4984645 w 5872039"/>
              <a:gd name="csY1680" fmla="*/ 3239859 h 3967305"/>
              <a:gd name="csX1681" fmla="*/ 5503382 w 5872039"/>
              <a:gd name="csY1681" fmla="*/ 3219959 h 3967305"/>
              <a:gd name="csX1682" fmla="*/ 5579674 w 5872039"/>
              <a:gd name="csY1682" fmla="*/ 3225920 h 3967305"/>
              <a:gd name="csX1683" fmla="*/ 5572219 w 5872039"/>
              <a:gd name="csY1683" fmla="*/ 3222888 h 3967305"/>
              <a:gd name="csX1684" fmla="*/ 5477059 w 5872039"/>
              <a:gd name="csY1684" fmla="*/ 3212006 h 3967305"/>
              <a:gd name="csX1685" fmla="*/ 5203664 w 5872039"/>
              <a:gd name="csY1685" fmla="*/ 3197270 h 3967305"/>
              <a:gd name="csX1686" fmla="*/ 4442733 w 5872039"/>
              <a:gd name="csY1686" fmla="*/ 3196984 h 3967305"/>
              <a:gd name="csX1687" fmla="*/ 4389613 w 5872039"/>
              <a:gd name="csY1687" fmla="*/ 3227706 h 3967305"/>
              <a:gd name="csX1688" fmla="*/ 4393969 w 5872039"/>
              <a:gd name="csY1688" fmla="*/ 3230563 h 3967305"/>
              <a:gd name="csX1689" fmla="*/ 4425258 w 5872039"/>
              <a:gd name="csY1689" fmla="*/ 3249485 h 3967305"/>
              <a:gd name="csX1690" fmla="*/ 4478220 w 5872039"/>
              <a:gd name="csY1690" fmla="*/ 3220910 h 3967305"/>
              <a:gd name="csX1691" fmla="*/ 4472603 w 5872039"/>
              <a:gd name="csY1691" fmla="*/ 3217316 h 3967305"/>
              <a:gd name="csX1692" fmla="*/ 2269586 w 5872039"/>
              <a:gd name="csY1692" fmla="*/ 3196062 h 3967305"/>
              <a:gd name="csX1693" fmla="*/ 2262008 w 5872039"/>
              <a:gd name="csY1693" fmla="*/ 3196990 h 3967305"/>
              <a:gd name="csX1694" fmla="*/ 2266218 w 5872039"/>
              <a:gd name="csY1694" fmla="*/ 3198055 h 3967305"/>
              <a:gd name="csX1695" fmla="*/ 2282783 w 5872039"/>
              <a:gd name="csY1695" fmla="*/ 3203717 h 3967305"/>
              <a:gd name="csX1696" fmla="*/ 2294580 w 5872039"/>
              <a:gd name="csY1696" fmla="*/ 3199203 h 3967305"/>
              <a:gd name="csX1697" fmla="*/ 4046317 w 5872039"/>
              <a:gd name="csY1697" fmla="*/ 3194767 h 3967305"/>
              <a:gd name="csX1698" fmla="*/ 4035568 w 5872039"/>
              <a:gd name="csY1698" fmla="*/ 3203249 h 3967305"/>
              <a:gd name="csX1699" fmla="*/ 4002289 w 5872039"/>
              <a:gd name="csY1699" fmla="*/ 3233360 h 3967305"/>
              <a:gd name="csX1700" fmla="*/ 4040576 w 5872039"/>
              <a:gd name="csY1700" fmla="*/ 3256107 h 3967305"/>
              <a:gd name="csX1701" fmla="*/ 4084904 w 5872039"/>
              <a:gd name="csY1701" fmla="*/ 3218183 h 3967305"/>
              <a:gd name="csX1702" fmla="*/ 4070573 w 5872039"/>
              <a:gd name="csY1702" fmla="*/ 3209401 h 3967305"/>
              <a:gd name="csX1703" fmla="*/ 2063730 w 5872039"/>
              <a:gd name="csY1703" fmla="*/ 3193738 h 3967305"/>
              <a:gd name="csX1704" fmla="*/ 2035647 w 5872039"/>
              <a:gd name="csY1704" fmla="*/ 3196924 h 3967305"/>
              <a:gd name="csX1705" fmla="*/ 2079216 w 5872039"/>
              <a:gd name="csY1705" fmla="*/ 3222920 h 3967305"/>
              <a:gd name="csX1706" fmla="*/ 2106725 w 5872039"/>
              <a:gd name="csY1706" fmla="*/ 3214730 h 3967305"/>
              <a:gd name="csX1707" fmla="*/ 2383970 w 5872039"/>
              <a:gd name="csY1707" fmla="*/ 3193170 h 3967305"/>
              <a:gd name="csX1708" fmla="*/ 2371449 w 5872039"/>
              <a:gd name="csY1708" fmla="*/ 3193189 h 3967305"/>
              <a:gd name="csX1709" fmla="*/ 2359268 w 5872039"/>
              <a:gd name="csY1709" fmla="*/ 3196367 h 3967305"/>
              <a:gd name="csX1710" fmla="*/ 2380325 w 5872039"/>
              <a:gd name="csY1710" fmla="*/ 3201458 h 3967305"/>
              <a:gd name="csX1711" fmla="*/ 2384317 w 5872039"/>
              <a:gd name="csY1711" fmla="*/ 3198983 h 3967305"/>
              <a:gd name="csX1712" fmla="*/ 2394516 w 5872039"/>
              <a:gd name="csY1712" fmla="*/ 3194678 h 3967305"/>
              <a:gd name="csX1713" fmla="*/ 2567455 w 5872039"/>
              <a:gd name="csY1713" fmla="*/ 3189102 h 3967305"/>
              <a:gd name="csX1714" fmla="*/ 2545713 w 5872039"/>
              <a:gd name="csY1714" fmla="*/ 3206909 h 3967305"/>
              <a:gd name="csX1715" fmla="*/ 2582803 w 5872039"/>
              <a:gd name="csY1715" fmla="*/ 3217803 h 3967305"/>
              <a:gd name="csX1716" fmla="*/ 2585712 w 5872039"/>
              <a:gd name="csY1716" fmla="*/ 3213311 h 3967305"/>
              <a:gd name="csX1717" fmla="*/ 2601415 w 5872039"/>
              <a:gd name="csY1717" fmla="*/ 3196741 h 3967305"/>
              <a:gd name="csX1718" fmla="*/ 2154592 w 5872039"/>
              <a:gd name="csY1718" fmla="*/ 3188307 h 3967305"/>
              <a:gd name="csX1719" fmla="*/ 2176630 w 5872039"/>
              <a:gd name="csY1719" fmla="*/ 3196635 h 3967305"/>
              <a:gd name="csX1720" fmla="*/ 2188686 w 5872039"/>
              <a:gd name="csY1720" fmla="*/ 3193769 h 3967305"/>
              <a:gd name="csX1721" fmla="*/ 2167630 w 5872039"/>
              <a:gd name="csY1721" fmla="*/ 3188442 h 3967305"/>
              <a:gd name="csX1722" fmla="*/ 2112291 w 5872039"/>
              <a:gd name="csY1722" fmla="*/ 3188229 h 3967305"/>
              <a:gd name="csX1723" fmla="*/ 2091208 w 5872039"/>
              <a:gd name="csY1723" fmla="*/ 3190621 h 3967305"/>
              <a:gd name="csX1724" fmla="*/ 2127762 w 5872039"/>
              <a:gd name="csY1724" fmla="*/ 3208465 h 3967305"/>
              <a:gd name="csX1725" fmla="*/ 2131265 w 5872039"/>
              <a:gd name="csY1725" fmla="*/ 3207423 h 3967305"/>
              <a:gd name="csX1726" fmla="*/ 2150792 w 5872039"/>
              <a:gd name="csY1726" fmla="*/ 3202779 h 3967305"/>
              <a:gd name="csX1727" fmla="*/ 2753750 w 5872039"/>
              <a:gd name="csY1727" fmla="*/ 3187143 h 3967305"/>
              <a:gd name="csX1728" fmla="*/ 2736616 w 5872039"/>
              <a:gd name="csY1728" fmla="*/ 3215084 h 3967305"/>
              <a:gd name="csX1729" fmla="*/ 2777233 w 5872039"/>
              <a:gd name="csY1729" fmla="*/ 3229801 h 3967305"/>
              <a:gd name="csX1730" fmla="*/ 2793985 w 5872039"/>
              <a:gd name="csY1730" fmla="*/ 3196827 h 3967305"/>
              <a:gd name="csX1731" fmla="*/ 2773052 w 5872039"/>
              <a:gd name="csY1731" fmla="*/ 3190206 h 3967305"/>
              <a:gd name="csX1732" fmla="*/ 2511300 w 5872039"/>
              <a:gd name="csY1732" fmla="*/ 3186521 h 3967305"/>
              <a:gd name="csX1733" fmla="*/ 2509260 w 5872039"/>
              <a:gd name="csY1733" fmla="*/ 3187358 h 3967305"/>
              <a:gd name="csX1734" fmla="*/ 2497562 w 5872039"/>
              <a:gd name="csY1734" fmla="*/ 3194501 h 3967305"/>
              <a:gd name="csX1735" fmla="*/ 2509041 w 5872039"/>
              <a:gd name="csY1735" fmla="*/ 3196137 h 3967305"/>
              <a:gd name="csX1736" fmla="*/ 2528620 w 5872039"/>
              <a:gd name="csY1736" fmla="*/ 3201888 h 3967305"/>
              <a:gd name="csX1737" fmla="*/ 2545483 w 5872039"/>
              <a:gd name="csY1737" fmla="*/ 3188045 h 3967305"/>
              <a:gd name="csX1738" fmla="*/ 3125099 w 5872039"/>
              <a:gd name="csY1738" fmla="*/ 3186368 h 3967305"/>
              <a:gd name="csX1739" fmla="*/ 3115610 w 5872039"/>
              <a:gd name="csY1739" fmla="*/ 3233883 h 3967305"/>
              <a:gd name="csX1740" fmla="*/ 3189071 w 5872039"/>
              <a:gd name="csY1740" fmla="*/ 3265701 h 3967305"/>
              <a:gd name="csX1741" fmla="*/ 3390166 w 5872039"/>
              <a:gd name="csY1741" fmla="*/ 3371761 h 3967305"/>
              <a:gd name="csX1742" fmla="*/ 3622221 w 5872039"/>
              <a:gd name="csY1742" fmla="*/ 3492380 h 3967305"/>
              <a:gd name="csX1743" fmla="*/ 3687149 w 5872039"/>
              <a:gd name="csY1743" fmla="*/ 3519125 h 3967305"/>
              <a:gd name="csX1744" fmla="*/ 3722459 w 5872039"/>
              <a:gd name="csY1744" fmla="*/ 3483914 h 3967305"/>
              <a:gd name="csX1745" fmla="*/ 3703541 w 5872039"/>
              <a:gd name="csY1745" fmla="*/ 3475802 h 3967305"/>
              <a:gd name="csX1746" fmla="*/ 3483706 w 5872039"/>
              <a:gd name="csY1746" fmla="*/ 3359882 h 3967305"/>
              <a:gd name="csX1747" fmla="*/ 3253006 w 5872039"/>
              <a:gd name="csY1747" fmla="*/ 3238685 h 3967305"/>
              <a:gd name="csX1748" fmla="*/ 2939714 w 5872039"/>
              <a:gd name="csY1748" fmla="*/ 3185458 h 3967305"/>
              <a:gd name="csX1749" fmla="*/ 2926505 w 5872039"/>
              <a:gd name="csY1749" fmla="*/ 3223192 h 3967305"/>
              <a:gd name="csX1750" fmla="*/ 2942284 w 5872039"/>
              <a:gd name="csY1750" fmla="*/ 3228180 h 3967305"/>
              <a:gd name="csX1751" fmla="*/ 2969993 w 5872039"/>
              <a:gd name="csY1751" fmla="*/ 3240427 h 3967305"/>
              <a:gd name="csX1752" fmla="*/ 2981990 w 5872039"/>
              <a:gd name="csY1752" fmla="*/ 3199340 h 3967305"/>
              <a:gd name="csX1753" fmla="*/ 2465180 w 5872039"/>
              <a:gd name="csY1753" fmla="*/ 3184464 h 3967305"/>
              <a:gd name="csX1754" fmla="*/ 2451910 w 5872039"/>
              <a:gd name="csY1754" fmla="*/ 3187994 h 3967305"/>
              <a:gd name="csX1755" fmla="*/ 2474359 w 5872039"/>
              <a:gd name="csY1755" fmla="*/ 3191194 h 3967305"/>
              <a:gd name="csX1756" fmla="*/ 2484031 w 5872039"/>
              <a:gd name="csY1756" fmla="*/ 3185305 h 3967305"/>
              <a:gd name="csX1757" fmla="*/ 4158501 w 5872039"/>
              <a:gd name="csY1757" fmla="*/ 3180383 h 3967305"/>
              <a:gd name="csX1758" fmla="*/ 4110418 w 5872039"/>
              <a:gd name="csY1758" fmla="*/ 3216396 h 3967305"/>
              <a:gd name="csX1759" fmla="*/ 4148526 w 5872039"/>
              <a:gd name="csY1759" fmla="*/ 3239747 h 3967305"/>
              <a:gd name="csX1760" fmla="*/ 4168360 w 5872039"/>
              <a:gd name="csY1760" fmla="*/ 3223751 h 3967305"/>
              <a:gd name="csX1761" fmla="*/ 4196163 w 5872039"/>
              <a:gd name="csY1761" fmla="*/ 3204085 h 3967305"/>
              <a:gd name="csX1762" fmla="*/ 4168251 w 5872039"/>
              <a:gd name="csY1762" fmla="*/ 3186415 h 3967305"/>
              <a:gd name="csX1763" fmla="*/ 2698818 w 5872039"/>
              <a:gd name="csY1763" fmla="*/ 3178424 h 3967305"/>
              <a:gd name="csX1764" fmla="*/ 2682719 w 5872039"/>
              <a:gd name="csY1764" fmla="*/ 3199788 h 3967305"/>
              <a:gd name="csX1765" fmla="*/ 2713416 w 5872039"/>
              <a:gd name="csY1765" fmla="*/ 3206677 h 3967305"/>
              <a:gd name="csX1766" fmla="*/ 2722342 w 5872039"/>
              <a:gd name="csY1766" fmla="*/ 3209911 h 3967305"/>
              <a:gd name="csX1767" fmla="*/ 2737929 w 5872039"/>
              <a:gd name="csY1767" fmla="*/ 3184631 h 3967305"/>
              <a:gd name="csX1768" fmla="*/ 1848778 w 5872039"/>
              <a:gd name="csY1768" fmla="*/ 3170838 h 3967305"/>
              <a:gd name="csX1769" fmla="*/ 1813618 w 5872039"/>
              <a:gd name="csY1769" fmla="*/ 3174730 h 3967305"/>
              <a:gd name="csX1770" fmla="*/ 1860157 w 5872039"/>
              <a:gd name="csY1770" fmla="*/ 3214198 h 3967305"/>
              <a:gd name="csX1771" fmla="*/ 1882984 w 5872039"/>
              <a:gd name="csY1771" fmla="*/ 3209240 h 3967305"/>
              <a:gd name="csX1772" fmla="*/ 1893814 w 5872039"/>
              <a:gd name="csY1772" fmla="*/ 3207049 h 3967305"/>
              <a:gd name="csX1773" fmla="*/ 2650864 w 5872039"/>
              <a:gd name="csY1773" fmla="*/ 3170812 h 3967305"/>
              <a:gd name="csX1774" fmla="*/ 2636748 w 5872039"/>
              <a:gd name="csY1774" fmla="*/ 3181005 h 3967305"/>
              <a:gd name="csX1775" fmla="*/ 2630157 w 5872039"/>
              <a:gd name="csY1775" fmla="*/ 3187991 h 3967305"/>
              <a:gd name="csX1776" fmla="*/ 2666780 w 5872039"/>
              <a:gd name="csY1776" fmla="*/ 3196211 h 3967305"/>
              <a:gd name="csX1777" fmla="*/ 2682244 w 5872039"/>
              <a:gd name="csY1777" fmla="*/ 3175793 h 3967305"/>
              <a:gd name="csX1778" fmla="*/ 2884214 w 5872039"/>
              <a:gd name="csY1778" fmla="*/ 3170524 h 3967305"/>
              <a:gd name="csX1779" fmla="*/ 2869657 w 5872039"/>
              <a:gd name="csY1779" fmla="*/ 3205223 h 3967305"/>
              <a:gd name="csX1780" fmla="*/ 2912576 w 5872039"/>
              <a:gd name="csY1780" fmla="*/ 3218790 h 3967305"/>
              <a:gd name="csX1781" fmla="*/ 2925807 w 5872039"/>
              <a:gd name="csY1781" fmla="*/ 3180892 h 3967305"/>
              <a:gd name="csX1782" fmla="*/ 2918948 w 5872039"/>
              <a:gd name="csY1782" fmla="*/ 3178640 h 3967305"/>
              <a:gd name="csX1783" fmla="*/ 2567907 w 5872039"/>
              <a:gd name="csY1783" fmla="*/ 3170348 h 3967305"/>
              <a:gd name="csX1784" fmla="*/ 2548161 w 5872039"/>
              <a:gd name="csY1784" fmla="*/ 3171393 h 3967305"/>
              <a:gd name="csX1785" fmla="*/ 2543983 w 5872039"/>
              <a:gd name="csY1785" fmla="*/ 3173108 h 3967305"/>
              <a:gd name="csX1786" fmla="*/ 2562673 w 5872039"/>
              <a:gd name="csY1786" fmla="*/ 3173933 h 3967305"/>
              <a:gd name="csX1787" fmla="*/ 2565154 w 5872039"/>
              <a:gd name="csY1787" fmla="*/ 3171897 h 3967305"/>
              <a:gd name="csX1788" fmla="*/ 4273501 w 5872039"/>
              <a:gd name="csY1788" fmla="*/ 3169298 h 3967305"/>
              <a:gd name="csX1789" fmla="*/ 4261503 w 5872039"/>
              <a:gd name="csY1789" fmla="*/ 3176136 h 3967305"/>
              <a:gd name="csX1790" fmla="*/ 4222980 w 5872039"/>
              <a:gd name="csY1790" fmla="*/ 3203421 h 3967305"/>
              <a:gd name="csX1791" fmla="*/ 4259376 w 5872039"/>
              <a:gd name="csY1791" fmla="*/ 3226468 h 3967305"/>
              <a:gd name="csX1792" fmla="*/ 4309638 w 5872039"/>
              <a:gd name="csY1792" fmla="*/ 3193002 h 3967305"/>
              <a:gd name="csX1793" fmla="*/ 3067433 w 5872039"/>
              <a:gd name="csY1793" fmla="*/ 3168677 h 3967305"/>
              <a:gd name="csX1794" fmla="*/ 3057751 w 5872039"/>
              <a:gd name="csY1794" fmla="*/ 3208822 h 3967305"/>
              <a:gd name="csX1795" fmla="*/ 3101625 w 5872039"/>
              <a:gd name="csY1795" fmla="*/ 3227825 h 3967305"/>
              <a:gd name="csX1796" fmla="*/ 3110980 w 5872039"/>
              <a:gd name="csY1796" fmla="*/ 3181405 h 3967305"/>
              <a:gd name="csX1797" fmla="*/ 2627931 w 5872039"/>
              <a:gd name="csY1797" fmla="*/ 3167172 h 3967305"/>
              <a:gd name="csX1798" fmla="*/ 2601172 w 5872039"/>
              <a:gd name="csY1798" fmla="*/ 3168588 h 3967305"/>
              <a:gd name="csX1799" fmla="*/ 2584734 w 5872039"/>
              <a:gd name="csY1799" fmla="*/ 3177797 h 3967305"/>
              <a:gd name="csX1800" fmla="*/ 2613293 w 5872039"/>
              <a:gd name="csY1800" fmla="*/ 3184206 h 3967305"/>
              <a:gd name="csX1801" fmla="*/ 2627117 w 5872039"/>
              <a:gd name="csY1801" fmla="*/ 3169619 h 3967305"/>
              <a:gd name="csX1802" fmla="*/ 2630048 w 5872039"/>
              <a:gd name="csY1802" fmla="*/ 3167508 h 3967305"/>
              <a:gd name="csX1803" fmla="*/ 2042970 w 5872039"/>
              <a:gd name="csY1803" fmla="*/ 3167074 h 3967305"/>
              <a:gd name="csX1804" fmla="*/ 2066447 w 5872039"/>
              <a:gd name="csY1804" fmla="*/ 3178534 h 3967305"/>
              <a:gd name="csX1805" fmla="*/ 2081106 w 5872039"/>
              <a:gd name="csY1805" fmla="*/ 3176874 h 3967305"/>
              <a:gd name="csX1806" fmla="*/ 2052081 w 5872039"/>
              <a:gd name="csY1806" fmla="*/ 3168473 h 3967305"/>
              <a:gd name="csX1807" fmla="*/ 5157876 w 5872039"/>
              <a:gd name="csY1807" fmla="*/ 3166922 h 3967305"/>
              <a:gd name="csX1808" fmla="*/ 4859844 w 5872039"/>
              <a:gd name="csY1808" fmla="*/ 3194478 h 3967305"/>
              <a:gd name="csX1809" fmla="*/ 4691943 w 5872039"/>
              <a:gd name="csY1809" fmla="*/ 3245945 h 3967305"/>
              <a:gd name="csX1810" fmla="*/ 4607866 w 5872039"/>
              <a:gd name="csY1810" fmla="*/ 3284851 h 3967305"/>
              <a:gd name="csX1811" fmla="*/ 4644132 w 5872039"/>
              <a:gd name="csY1811" fmla="*/ 3305239 h 3967305"/>
              <a:gd name="csX1812" fmla="*/ 4704490 w 5872039"/>
              <a:gd name="csY1812" fmla="*/ 3276647 h 3967305"/>
              <a:gd name="csX1813" fmla="*/ 4920656 w 5872039"/>
              <a:gd name="csY1813" fmla="*/ 3209961 h 3967305"/>
              <a:gd name="csX1814" fmla="*/ 5477977 w 5872039"/>
              <a:gd name="csY1814" fmla="*/ 3197190 h 3967305"/>
              <a:gd name="csX1815" fmla="*/ 5521174 w 5872039"/>
              <a:gd name="csY1815" fmla="*/ 3202132 h 3967305"/>
              <a:gd name="csX1816" fmla="*/ 5519446 w 5872039"/>
              <a:gd name="csY1816" fmla="*/ 3201429 h 3967305"/>
              <a:gd name="csX1817" fmla="*/ 5449284 w 5872039"/>
              <a:gd name="csY1817" fmla="*/ 3190796 h 3967305"/>
              <a:gd name="csX1818" fmla="*/ 5157876 w 5872039"/>
              <a:gd name="csY1818" fmla="*/ 3166922 h 3967305"/>
              <a:gd name="csX1819" fmla="*/ 1900307 w 5872039"/>
              <a:gd name="csY1819" fmla="*/ 3166440 h 3967305"/>
              <a:gd name="csX1820" fmla="*/ 1871038 w 5872039"/>
              <a:gd name="csY1820" fmla="*/ 3168375 h 3967305"/>
              <a:gd name="csX1821" fmla="*/ 1866609 w 5872039"/>
              <a:gd name="csY1821" fmla="*/ 3168865 h 3967305"/>
              <a:gd name="csX1822" fmla="*/ 1911206 w 5872039"/>
              <a:gd name="csY1822" fmla="*/ 3203529 h 3967305"/>
              <a:gd name="csX1823" fmla="*/ 1943782 w 5872039"/>
              <a:gd name="csY1823" fmla="*/ 3196937 h 3967305"/>
              <a:gd name="csX1824" fmla="*/ 1982902 w 5872039"/>
              <a:gd name="csY1824" fmla="*/ 3165454 h 3967305"/>
              <a:gd name="csX1825" fmla="*/ 2014653 w 5872039"/>
              <a:gd name="csY1825" fmla="*/ 3184398 h 3967305"/>
              <a:gd name="csX1826" fmla="*/ 2038963 w 5872039"/>
              <a:gd name="csY1826" fmla="*/ 3181646 h 3967305"/>
              <a:gd name="csX1827" fmla="*/ 2015153 w 5872039"/>
              <a:gd name="csY1827" fmla="*/ 3170020 h 3967305"/>
              <a:gd name="csX1828" fmla="*/ 2004848 w 5872039"/>
              <a:gd name="csY1828" fmla="*/ 3165929 h 3967305"/>
              <a:gd name="csX1829" fmla="*/ 1931922 w 5872039"/>
              <a:gd name="csY1829" fmla="*/ 3164350 h 3967305"/>
              <a:gd name="csX1830" fmla="*/ 1924749 w 5872039"/>
              <a:gd name="csY1830" fmla="*/ 3164824 h 3967305"/>
              <a:gd name="csX1831" fmla="*/ 1929202 w 5872039"/>
              <a:gd name="csY1831" fmla="*/ 3167701 h 3967305"/>
              <a:gd name="csX1832" fmla="*/ 1964843 w 5872039"/>
              <a:gd name="csY1832" fmla="*/ 3193013 h 3967305"/>
              <a:gd name="csX1833" fmla="*/ 1992027 w 5872039"/>
              <a:gd name="csY1833" fmla="*/ 3188176 h 3967305"/>
              <a:gd name="csX1834" fmla="*/ 1952864 w 5872039"/>
              <a:gd name="csY1834" fmla="*/ 3164803 h 3967305"/>
              <a:gd name="csX1835" fmla="*/ 4393168 w 5872039"/>
              <a:gd name="csY1835" fmla="*/ 3163245 h 3967305"/>
              <a:gd name="csX1836" fmla="*/ 4337242 w 5872039"/>
              <a:gd name="csY1836" fmla="*/ 3193358 h 3967305"/>
              <a:gd name="csX1837" fmla="*/ 4375696 w 5872039"/>
              <a:gd name="csY1837" fmla="*/ 3218579 h 3967305"/>
              <a:gd name="csX1838" fmla="*/ 4429126 w 5872039"/>
              <a:gd name="csY1838" fmla="*/ 3187721 h 3967305"/>
              <a:gd name="csX1839" fmla="*/ 2833626 w 5872039"/>
              <a:gd name="csY1839" fmla="*/ 3159011 h 3967305"/>
              <a:gd name="csX1840" fmla="*/ 2823097 w 5872039"/>
              <a:gd name="csY1840" fmla="*/ 3172174 h 3967305"/>
              <a:gd name="csX1841" fmla="*/ 2815115 w 5872039"/>
              <a:gd name="csY1841" fmla="*/ 3187982 h 3967305"/>
              <a:gd name="csX1842" fmla="*/ 2855436 w 5872039"/>
              <a:gd name="csY1842" fmla="*/ 3200727 h 3967305"/>
              <a:gd name="csX1843" fmla="*/ 2869631 w 5872039"/>
              <a:gd name="csY1843" fmla="*/ 3167116 h 3967305"/>
              <a:gd name="csX1844" fmla="*/ 2837068 w 5872039"/>
              <a:gd name="csY1844" fmla="*/ 3159507 h 3967305"/>
              <a:gd name="csX1845" fmla="*/ 3013718 w 5872039"/>
              <a:gd name="csY1845" fmla="*/ 3152979 h 3967305"/>
              <a:gd name="csX1846" fmla="*/ 3007150 w 5872039"/>
              <a:gd name="csY1846" fmla="*/ 3165222 h 3967305"/>
              <a:gd name="csX1847" fmla="*/ 3000027 w 5872039"/>
              <a:gd name="csY1847" fmla="*/ 3189522 h 3967305"/>
              <a:gd name="csX1848" fmla="*/ 3043610 w 5872039"/>
              <a:gd name="csY1848" fmla="*/ 3203806 h 3967305"/>
              <a:gd name="csX1849" fmla="*/ 3053168 w 5872039"/>
              <a:gd name="csY1849" fmla="*/ 3164508 h 3967305"/>
              <a:gd name="csX1850" fmla="*/ 2783045 w 5872039"/>
              <a:gd name="csY1850" fmla="*/ 3151715 h 3967305"/>
              <a:gd name="csX1851" fmla="*/ 2763002 w 5872039"/>
              <a:gd name="csY1851" fmla="*/ 3173053 h 3967305"/>
              <a:gd name="csX1852" fmla="*/ 2776550 w 5872039"/>
              <a:gd name="csY1852" fmla="*/ 3175791 h 3967305"/>
              <a:gd name="csX1853" fmla="*/ 2800780 w 5872039"/>
              <a:gd name="csY1853" fmla="*/ 3183451 h 3967305"/>
              <a:gd name="csX1854" fmla="*/ 2810795 w 5872039"/>
              <a:gd name="csY1854" fmla="*/ 3163737 h 3967305"/>
              <a:gd name="csX1855" fmla="*/ 2816564 w 5872039"/>
              <a:gd name="csY1855" fmla="*/ 3156550 h 3967305"/>
              <a:gd name="csX1856" fmla="*/ 2657301 w 5872039"/>
              <a:gd name="csY1856" fmla="*/ 3147886 h 3967305"/>
              <a:gd name="csX1857" fmla="*/ 2641086 w 5872039"/>
              <a:gd name="csY1857" fmla="*/ 3149164 h 3967305"/>
              <a:gd name="csX1858" fmla="*/ 2630909 w 5872039"/>
              <a:gd name="csY1858" fmla="*/ 3152630 h 3967305"/>
              <a:gd name="csX1859" fmla="*/ 2648062 w 5872039"/>
              <a:gd name="csY1859" fmla="*/ 3154538 h 3967305"/>
              <a:gd name="csX1860" fmla="*/ 4105832 w 5872039"/>
              <a:gd name="csY1860" fmla="*/ 3147798 h 3967305"/>
              <a:gd name="csX1861" fmla="*/ 4058772 w 5872039"/>
              <a:gd name="csY1861" fmla="*/ 3184937 h 3967305"/>
              <a:gd name="csX1862" fmla="*/ 4078395 w 5872039"/>
              <a:gd name="csY1862" fmla="*/ 3196774 h 3967305"/>
              <a:gd name="csX1863" fmla="*/ 4096769 w 5872039"/>
              <a:gd name="csY1863" fmla="*/ 3208033 h 3967305"/>
              <a:gd name="csX1864" fmla="*/ 4097504 w 5872039"/>
              <a:gd name="csY1864" fmla="*/ 3207404 h 3967305"/>
              <a:gd name="csX1865" fmla="*/ 4144890 w 5872039"/>
              <a:gd name="csY1865" fmla="*/ 3171962 h 3967305"/>
              <a:gd name="csX1866" fmla="*/ 2733635 w 5872039"/>
              <a:gd name="csY1866" fmla="*/ 3147292 h 3967305"/>
              <a:gd name="csX1867" fmla="*/ 2715466 w 5872039"/>
              <a:gd name="csY1867" fmla="*/ 3163446 h 3967305"/>
              <a:gd name="csX1868" fmla="*/ 2747055 w 5872039"/>
              <a:gd name="csY1868" fmla="*/ 3169830 h 3967305"/>
              <a:gd name="csX1869" fmla="*/ 2749696 w 5872039"/>
              <a:gd name="csY1869" fmla="*/ 3165546 h 3967305"/>
              <a:gd name="csX1870" fmla="*/ 2765161 w 5872039"/>
              <a:gd name="csY1870" fmla="*/ 3149135 h 3967305"/>
              <a:gd name="csX1871" fmla="*/ 2760094 w 5872039"/>
              <a:gd name="csY1871" fmla="*/ 3148405 h 3967305"/>
              <a:gd name="csX1872" fmla="*/ 2688776 w 5872039"/>
              <a:gd name="csY1872" fmla="*/ 3145406 h 3967305"/>
              <a:gd name="csX1873" fmla="*/ 2685717 w 5872039"/>
              <a:gd name="csY1873" fmla="*/ 3145647 h 3967305"/>
              <a:gd name="csX1874" fmla="*/ 2670019 w 5872039"/>
              <a:gd name="csY1874" fmla="*/ 3156982 h 3967305"/>
              <a:gd name="csX1875" fmla="*/ 2696991 w 5872039"/>
              <a:gd name="csY1875" fmla="*/ 3159983 h 3967305"/>
              <a:gd name="csX1876" fmla="*/ 2712323 w 5872039"/>
              <a:gd name="csY1876" fmla="*/ 3146396 h 3967305"/>
              <a:gd name="csX1877" fmla="*/ 1939235 w 5872039"/>
              <a:gd name="csY1877" fmla="*/ 3141052 h 3967305"/>
              <a:gd name="csX1878" fmla="*/ 1956334 w 5872039"/>
              <a:gd name="csY1878" fmla="*/ 3149601 h 3967305"/>
              <a:gd name="csX1879" fmla="*/ 1957009 w 5872039"/>
              <a:gd name="csY1879" fmla="*/ 3150003 h 3967305"/>
              <a:gd name="csX1880" fmla="*/ 1965182 w 5872039"/>
              <a:gd name="csY1880" fmla="*/ 3150179 h 3967305"/>
              <a:gd name="csX1881" fmla="*/ 1943972 w 5872039"/>
              <a:gd name="csY1881" fmla="*/ 3141758 h 3967305"/>
              <a:gd name="csX1882" fmla="*/ 2962420 w 5872039"/>
              <a:gd name="csY1882" fmla="*/ 3140353 h 3967305"/>
              <a:gd name="csX1883" fmla="*/ 2946023 w 5872039"/>
              <a:gd name="csY1883" fmla="*/ 3167434 h 3967305"/>
              <a:gd name="csX1884" fmla="*/ 2944645 w 5872039"/>
              <a:gd name="csY1884" fmla="*/ 3171370 h 3967305"/>
              <a:gd name="csX1885" fmla="*/ 2986182 w 5872039"/>
              <a:gd name="csY1885" fmla="*/ 3184984 h 3967305"/>
              <a:gd name="csX1886" fmla="*/ 2993536 w 5872039"/>
              <a:gd name="csY1886" fmla="*/ 3159796 h 3967305"/>
              <a:gd name="csX1887" fmla="*/ 2999407 w 5872039"/>
              <a:gd name="csY1887" fmla="*/ 3148796 h 3967305"/>
              <a:gd name="csX1888" fmla="*/ 2984917 w 5872039"/>
              <a:gd name="csY1888" fmla="*/ 3144561 h 3967305"/>
              <a:gd name="csX1889" fmla="*/ 5111149 w 5872039"/>
              <a:gd name="csY1889" fmla="*/ 3137097 h 3967305"/>
              <a:gd name="csX1890" fmla="*/ 4796070 w 5872039"/>
              <a:gd name="csY1890" fmla="*/ 3164579 h 3967305"/>
              <a:gd name="csX1891" fmla="*/ 4622916 w 5872039"/>
              <a:gd name="csY1891" fmla="*/ 3221320 h 3967305"/>
              <a:gd name="csX1892" fmla="*/ 4557566 w 5872039"/>
              <a:gd name="csY1892" fmla="*/ 3254111 h 3967305"/>
              <a:gd name="csX1893" fmla="*/ 4589235 w 5872039"/>
              <a:gd name="csY1893" fmla="*/ 3274377 h 3967305"/>
              <a:gd name="csX1894" fmla="*/ 4591981 w 5872039"/>
              <a:gd name="csY1894" fmla="*/ 3275921 h 3967305"/>
              <a:gd name="csX1895" fmla="*/ 4687067 w 5872039"/>
              <a:gd name="csY1895" fmla="*/ 3231969 h 3967305"/>
              <a:gd name="csX1896" fmla="*/ 4856747 w 5872039"/>
              <a:gd name="csY1896" fmla="*/ 3180036 h 3967305"/>
              <a:gd name="csX1897" fmla="*/ 5256532 w 5872039"/>
              <a:gd name="csY1897" fmla="*/ 3155964 h 3967305"/>
              <a:gd name="csX1898" fmla="*/ 5438741 w 5872039"/>
              <a:gd name="csY1898" fmla="*/ 3174802 h 3967305"/>
              <a:gd name="csX1899" fmla="*/ 5419815 w 5872039"/>
              <a:gd name="csY1899" fmla="*/ 3171220 h 3967305"/>
              <a:gd name="csX1900" fmla="*/ 5111149 w 5872039"/>
              <a:gd name="csY1900" fmla="*/ 3137097 h 3967305"/>
              <a:gd name="csX1901" fmla="*/ 4222700 w 5872039"/>
              <a:gd name="csY1901" fmla="*/ 3136859 h 3967305"/>
              <a:gd name="csX1902" fmla="*/ 4192141 w 5872039"/>
              <a:gd name="csY1902" fmla="*/ 3155186 h 3967305"/>
              <a:gd name="csX1903" fmla="*/ 4171321 w 5872039"/>
              <a:gd name="csY1903" fmla="*/ 3170780 h 3967305"/>
              <a:gd name="csX1904" fmla="*/ 4176313 w 5872039"/>
              <a:gd name="csY1904" fmla="*/ 3173868 h 3967305"/>
              <a:gd name="csX1905" fmla="*/ 4209327 w 5872039"/>
              <a:gd name="csY1905" fmla="*/ 3194774 h 3967305"/>
              <a:gd name="csX1906" fmla="*/ 4254163 w 5872039"/>
              <a:gd name="csY1906" fmla="*/ 3163061 h 3967305"/>
              <a:gd name="csX1907" fmla="*/ 4259305 w 5872039"/>
              <a:gd name="csY1907" fmla="*/ 3160137 h 3967305"/>
              <a:gd name="csX1908" fmla="*/ 3141950 w 5872039"/>
              <a:gd name="csY1908" fmla="*/ 3133823 h 3967305"/>
              <a:gd name="csX1909" fmla="*/ 3129873 w 5872039"/>
              <a:gd name="csY1909" fmla="*/ 3162464 h 3967305"/>
              <a:gd name="csX1910" fmla="*/ 3128056 w 5872039"/>
              <a:gd name="csY1910" fmla="*/ 3171563 h 3967305"/>
              <a:gd name="csX1911" fmla="*/ 3259279 w 5872039"/>
              <a:gd name="csY1911" fmla="*/ 3225231 h 3967305"/>
              <a:gd name="csX1912" fmla="*/ 3490860 w 5872039"/>
              <a:gd name="csY1912" fmla="*/ 3346881 h 3967305"/>
              <a:gd name="csX1913" fmla="*/ 3709301 w 5872039"/>
              <a:gd name="csY1913" fmla="*/ 3462118 h 3967305"/>
              <a:gd name="csX1914" fmla="*/ 3733779 w 5872039"/>
              <a:gd name="csY1914" fmla="*/ 3472625 h 3967305"/>
              <a:gd name="csX1915" fmla="*/ 3770759 w 5872039"/>
              <a:gd name="csY1915" fmla="*/ 3435749 h 3967305"/>
              <a:gd name="csX1916" fmla="*/ 3771050 w 5872039"/>
              <a:gd name="csY1916" fmla="*/ 3435460 h 3967305"/>
              <a:gd name="csX1917" fmla="*/ 3583038 w 5872039"/>
              <a:gd name="csY1917" fmla="*/ 3334468 h 3967305"/>
              <a:gd name="csX1918" fmla="*/ 3323374 w 5872039"/>
              <a:gd name="csY1918" fmla="*/ 3198268 h 3967305"/>
              <a:gd name="csX1919" fmla="*/ 3186392 w 5872039"/>
              <a:gd name="csY1919" fmla="*/ 3145276 h 3967305"/>
              <a:gd name="csX1920" fmla="*/ 1872527 w 5872039"/>
              <a:gd name="csY1920" fmla="*/ 3131101 h 3967305"/>
              <a:gd name="csX1921" fmla="*/ 1903815 w 5872039"/>
              <a:gd name="csY1921" fmla="*/ 3151306 h 3967305"/>
              <a:gd name="csX1922" fmla="*/ 1923825 w 5872039"/>
              <a:gd name="csY1922" fmla="*/ 3149982 h 3967305"/>
              <a:gd name="csX1923" fmla="*/ 1891863 w 5872039"/>
              <a:gd name="csY1923" fmla="*/ 3133986 h 3967305"/>
              <a:gd name="csX1924" fmla="*/ 2911457 w 5872039"/>
              <a:gd name="csY1924" fmla="*/ 3130821 h 3967305"/>
              <a:gd name="csX1925" fmla="*/ 2893115 w 5872039"/>
              <a:gd name="csY1925" fmla="*/ 3157329 h 3967305"/>
              <a:gd name="csX1926" fmla="*/ 2923021 w 5872039"/>
              <a:gd name="csY1926" fmla="*/ 3164282 h 3967305"/>
              <a:gd name="csX1927" fmla="*/ 2930724 w 5872039"/>
              <a:gd name="csY1927" fmla="*/ 3166807 h 3967305"/>
              <a:gd name="csX1928" fmla="*/ 2932664 w 5872039"/>
              <a:gd name="csY1928" fmla="*/ 3161249 h 3967305"/>
              <a:gd name="csX1929" fmla="*/ 2946999 w 5872039"/>
              <a:gd name="csY1929" fmla="*/ 3137469 h 3967305"/>
              <a:gd name="csX1930" fmla="*/ 4343456 w 5872039"/>
              <a:gd name="csY1930" fmla="*/ 3129431 h 3967305"/>
              <a:gd name="csX1931" fmla="*/ 4287978 w 5872039"/>
              <a:gd name="csY1931" fmla="*/ 3161048 h 3967305"/>
              <a:gd name="csX1932" fmla="*/ 4323066 w 5872039"/>
              <a:gd name="csY1932" fmla="*/ 3184061 h 3967305"/>
              <a:gd name="csX1933" fmla="*/ 4323620 w 5872039"/>
              <a:gd name="csY1933" fmla="*/ 3183692 h 3967305"/>
              <a:gd name="csX1934" fmla="*/ 4379269 w 5872039"/>
              <a:gd name="csY1934" fmla="*/ 3153784 h 3967305"/>
              <a:gd name="csX1935" fmla="*/ 4366303 w 5872039"/>
              <a:gd name="csY1935" fmla="*/ 3144958 h 3967305"/>
              <a:gd name="csX1936" fmla="*/ 1813001 w 5872039"/>
              <a:gd name="csY1936" fmla="*/ 3127197 h 3967305"/>
              <a:gd name="csX1937" fmla="*/ 1849779 w 5872039"/>
              <a:gd name="csY1937" fmla="*/ 3155783 h 3967305"/>
              <a:gd name="csX1938" fmla="*/ 1870046 w 5872039"/>
              <a:gd name="csY1938" fmla="*/ 3153540 h 3967305"/>
              <a:gd name="csX1939" fmla="*/ 1879587 w 5872039"/>
              <a:gd name="csY1939" fmla="*/ 3152909 h 3967305"/>
              <a:gd name="csX1940" fmla="*/ 1838329 w 5872039"/>
              <a:gd name="csY1940" fmla="*/ 3128250 h 3967305"/>
              <a:gd name="csX1941" fmla="*/ 1787023 w 5872039"/>
              <a:gd name="csY1941" fmla="*/ 3126512 h 3967305"/>
              <a:gd name="csX1942" fmla="*/ 1757539 w 5872039"/>
              <a:gd name="csY1942" fmla="*/ 3127169 h 3967305"/>
              <a:gd name="csX1943" fmla="*/ 1798126 w 5872039"/>
              <a:gd name="csY1943" fmla="*/ 3161592 h 3967305"/>
              <a:gd name="csX1944" fmla="*/ 1801162 w 5872039"/>
              <a:gd name="csY1944" fmla="*/ 3161162 h 3967305"/>
              <a:gd name="csX1945" fmla="*/ 1832215 w 5872039"/>
              <a:gd name="csY1945" fmla="*/ 3157726 h 3967305"/>
              <a:gd name="csX1946" fmla="*/ 2735228 w 5872039"/>
              <a:gd name="csY1946" fmla="*/ 3126098 h 3967305"/>
              <a:gd name="csX1947" fmla="*/ 2722866 w 5872039"/>
              <a:gd name="csY1947" fmla="*/ 3128118 h 3967305"/>
              <a:gd name="csX1948" fmla="*/ 2714869 w 5872039"/>
              <a:gd name="csY1948" fmla="*/ 3131731 h 3967305"/>
              <a:gd name="csX1949" fmla="*/ 2728255 w 5872039"/>
              <a:gd name="csY1949" fmla="*/ 3132277 h 3967305"/>
              <a:gd name="csX1950" fmla="*/ 2860596 w 5872039"/>
              <a:gd name="csY1950" fmla="*/ 3125293 h 3967305"/>
              <a:gd name="csX1951" fmla="*/ 2844089 w 5872039"/>
              <a:gd name="csY1951" fmla="*/ 3145930 h 3967305"/>
              <a:gd name="csX1952" fmla="*/ 2877561 w 5872039"/>
              <a:gd name="csY1952" fmla="*/ 3153713 h 3967305"/>
              <a:gd name="csX1953" fmla="*/ 2895173 w 5872039"/>
              <a:gd name="csY1953" fmla="*/ 3128348 h 3967305"/>
              <a:gd name="csX1954" fmla="*/ 2790062 w 5872039"/>
              <a:gd name="csY1954" fmla="*/ 3122711 h 3967305"/>
              <a:gd name="csX1955" fmla="*/ 2767288 w 5872039"/>
              <a:gd name="csY1955" fmla="*/ 3123300 h 3967305"/>
              <a:gd name="csX1956" fmla="*/ 2749798 w 5872039"/>
              <a:gd name="csY1956" fmla="*/ 3133155 h 3967305"/>
              <a:gd name="csX1957" fmla="*/ 2760964 w 5872039"/>
              <a:gd name="csY1957" fmla="*/ 3133610 h 3967305"/>
              <a:gd name="csX1958" fmla="*/ 2777547 w 5872039"/>
              <a:gd name="csY1958" fmla="*/ 3135992 h 3967305"/>
              <a:gd name="csX1959" fmla="*/ 2822032 w 5872039"/>
              <a:gd name="csY1959" fmla="*/ 3121884 h 3967305"/>
              <a:gd name="csX1960" fmla="*/ 2811488 w 5872039"/>
              <a:gd name="csY1960" fmla="*/ 3122157 h 3967305"/>
              <a:gd name="csX1961" fmla="*/ 2809626 w 5872039"/>
              <a:gd name="csY1961" fmla="*/ 3123414 h 3967305"/>
              <a:gd name="csX1962" fmla="*/ 2795404 w 5872039"/>
              <a:gd name="csY1962" fmla="*/ 3138556 h 3967305"/>
              <a:gd name="csX1963" fmla="*/ 2827326 w 5872039"/>
              <a:gd name="csY1963" fmla="*/ 3143141 h 3967305"/>
              <a:gd name="csX1964" fmla="*/ 2842906 w 5872039"/>
              <a:gd name="csY1964" fmla="*/ 3123729 h 3967305"/>
              <a:gd name="csX1965" fmla="*/ 3089269 w 5872039"/>
              <a:gd name="csY1965" fmla="*/ 3120248 h 3967305"/>
              <a:gd name="csX1966" fmla="*/ 3072941 w 5872039"/>
              <a:gd name="csY1966" fmla="*/ 3154830 h 3967305"/>
              <a:gd name="csX1967" fmla="*/ 3113923 w 5872039"/>
              <a:gd name="csY1967" fmla="*/ 3166804 h 3967305"/>
              <a:gd name="csX1968" fmla="*/ 3115811 w 5872039"/>
              <a:gd name="csY1968" fmla="*/ 3157439 h 3967305"/>
              <a:gd name="csX1969" fmla="*/ 3127392 w 5872039"/>
              <a:gd name="csY1969" fmla="*/ 3130072 h 3967305"/>
              <a:gd name="csX1970" fmla="*/ 3037603 w 5872039"/>
              <a:gd name="csY1970" fmla="*/ 3108458 h 3967305"/>
              <a:gd name="csX1971" fmla="*/ 3020884 w 5872039"/>
              <a:gd name="csY1971" fmla="*/ 3139622 h 3967305"/>
              <a:gd name="csX1972" fmla="*/ 3058404 w 5872039"/>
              <a:gd name="csY1972" fmla="*/ 3150583 h 3967305"/>
              <a:gd name="csX1973" fmla="*/ 3074578 w 5872039"/>
              <a:gd name="csY1973" fmla="*/ 3116462 h 3967305"/>
              <a:gd name="csX1974" fmla="*/ 3050814 w 5872039"/>
              <a:gd name="csY1974" fmla="*/ 3110338 h 3967305"/>
              <a:gd name="csX1975" fmla="*/ 1837160 w 5872039"/>
              <a:gd name="csY1975" fmla="*/ 3108263 h 3967305"/>
              <a:gd name="csX1976" fmla="*/ 1845465 w 5872039"/>
              <a:gd name="csY1976" fmla="*/ 3113626 h 3967305"/>
              <a:gd name="csX1977" fmla="*/ 1851697 w 5872039"/>
              <a:gd name="csY1977" fmla="*/ 3113883 h 3967305"/>
              <a:gd name="csX1978" fmla="*/ 1843775 w 5872039"/>
              <a:gd name="csY1978" fmla="*/ 3109917 h 3967305"/>
              <a:gd name="csX1979" fmla="*/ 5061862 w 5872039"/>
              <a:gd name="csY1979" fmla="*/ 3107363 h 3967305"/>
              <a:gd name="csX1980" fmla="*/ 4732215 w 5872039"/>
              <a:gd name="csY1980" fmla="*/ 3134680 h 3967305"/>
              <a:gd name="csX1981" fmla="*/ 4554187 w 5872039"/>
              <a:gd name="csY1981" fmla="*/ 3196700 h 3967305"/>
              <a:gd name="csX1982" fmla="*/ 4507375 w 5872039"/>
              <a:gd name="csY1982" fmla="*/ 3221992 h 3967305"/>
              <a:gd name="csX1983" fmla="*/ 4543031 w 5872039"/>
              <a:gd name="csY1983" fmla="*/ 3244809 h 3967305"/>
              <a:gd name="csX1984" fmla="*/ 4617677 w 5872039"/>
              <a:gd name="csY1984" fmla="*/ 3207402 h 3967305"/>
              <a:gd name="csX1985" fmla="*/ 4792760 w 5872039"/>
              <a:gd name="csY1985" fmla="*/ 3150110 h 3967305"/>
              <a:gd name="csX1986" fmla="*/ 5215806 w 5872039"/>
              <a:gd name="csY1986" fmla="*/ 3128708 h 3967305"/>
              <a:gd name="csX1987" fmla="*/ 5378397 w 5872039"/>
              <a:gd name="csY1987" fmla="*/ 3150616 h 3967305"/>
              <a:gd name="csX1988" fmla="*/ 5378214 w 5872039"/>
              <a:gd name="csY1988" fmla="*/ 3150574 h 3967305"/>
              <a:gd name="csX1989" fmla="*/ 5061862 w 5872039"/>
              <a:gd name="csY1989" fmla="*/ 3107363 h 3967305"/>
              <a:gd name="csX1990" fmla="*/ 4171069 w 5872039"/>
              <a:gd name="csY1990" fmla="*/ 3104026 h 3967305"/>
              <a:gd name="csX1991" fmla="*/ 4122932 w 5872039"/>
              <a:gd name="csY1991" fmla="*/ 3134303 h 3967305"/>
              <a:gd name="csX1992" fmla="*/ 4118285 w 5872039"/>
              <a:gd name="csY1992" fmla="*/ 3137971 h 3967305"/>
              <a:gd name="csX1993" fmla="*/ 4157720 w 5872039"/>
              <a:gd name="csY1993" fmla="*/ 3162366 h 3967305"/>
              <a:gd name="csX1994" fmla="*/ 4184534 w 5872039"/>
              <a:gd name="csY1994" fmla="*/ 3142311 h 3967305"/>
              <a:gd name="csX1995" fmla="*/ 4208612 w 5872039"/>
              <a:gd name="csY1995" fmla="*/ 3127900 h 3967305"/>
              <a:gd name="csX1996" fmla="*/ 2815680 w 5872039"/>
              <a:gd name="csY1996" fmla="*/ 3101551 h 3967305"/>
              <a:gd name="csX1997" fmla="*/ 2810246 w 5872039"/>
              <a:gd name="csY1997" fmla="*/ 3102049 h 3967305"/>
              <a:gd name="csX1998" fmla="*/ 2800907 w 5872039"/>
              <a:gd name="csY1998" fmla="*/ 3104356 h 3967305"/>
              <a:gd name="csX1999" fmla="*/ 2795208 w 5872039"/>
              <a:gd name="csY1999" fmla="*/ 3107568 h 3967305"/>
              <a:gd name="csX2000" fmla="*/ 2805831 w 5872039"/>
              <a:gd name="csY2000" fmla="*/ 3108214 h 3967305"/>
              <a:gd name="csX2001" fmla="*/ 2986164 w 5872039"/>
              <a:gd name="csY2001" fmla="*/ 3101137 h 3967305"/>
              <a:gd name="csX2002" fmla="*/ 2970643 w 5872039"/>
              <a:gd name="csY2002" fmla="*/ 3126772 h 3967305"/>
              <a:gd name="csX2003" fmla="*/ 2988011 w 5872039"/>
              <a:gd name="csY2003" fmla="*/ 3130018 h 3967305"/>
              <a:gd name="csX2004" fmla="*/ 3006541 w 5872039"/>
              <a:gd name="csY2004" fmla="*/ 3135431 h 3967305"/>
              <a:gd name="csX2005" fmla="*/ 3022116 w 5872039"/>
              <a:gd name="csY2005" fmla="*/ 3106254 h 3967305"/>
              <a:gd name="csX2006" fmla="*/ 2937314 w 5872039"/>
              <a:gd name="csY2006" fmla="*/ 3097147 h 3967305"/>
              <a:gd name="csX2007" fmla="*/ 2930527 w 5872039"/>
              <a:gd name="csY2007" fmla="*/ 3103260 h 3967305"/>
              <a:gd name="csX2008" fmla="*/ 2920716 w 5872039"/>
              <a:gd name="csY2008" fmla="*/ 3117440 h 3967305"/>
              <a:gd name="csX2009" fmla="*/ 2955190 w 5872039"/>
              <a:gd name="csY2009" fmla="*/ 3123883 h 3967305"/>
              <a:gd name="csX2010" fmla="*/ 2970266 w 5872039"/>
              <a:gd name="csY2010" fmla="*/ 3098874 h 3967305"/>
              <a:gd name="csX2011" fmla="*/ 2964884 w 5872039"/>
              <a:gd name="csY2011" fmla="*/ 3098108 h 3967305"/>
              <a:gd name="csX2012" fmla="*/ 2867304 w 5872039"/>
              <a:gd name="csY2012" fmla="*/ 3096814 h 3967305"/>
              <a:gd name="csX2013" fmla="*/ 2846151 w 5872039"/>
              <a:gd name="csY2013" fmla="*/ 3098755 h 3967305"/>
              <a:gd name="csX2014" fmla="*/ 2829965 w 5872039"/>
              <a:gd name="csY2014" fmla="*/ 3109683 h 3967305"/>
              <a:gd name="csX2015" fmla="*/ 2853053 w 5872039"/>
              <a:gd name="csY2015" fmla="*/ 3111087 h 3967305"/>
              <a:gd name="csX2016" fmla="*/ 2859678 w 5872039"/>
              <a:gd name="csY2016" fmla="*/ 3102832 h 3967305"/>
              <a:gd name="csX2017" fmla="*/ 2892680 w 5872039"/>
              <a:gd name="csY2017" fmla="*/ 3095592 h 3967305"/>
              <a:gd name="csX2018" fmla="*/ 2871578 w 5872039"/>
              <a:gd name="csY2018" fmla="*/ 3112215 h 3967305"/>
              <a:gd name="csX2019" fmla="*/ 2902979 w 5872039"/>
              <a:gd name="csY2019" fmla="*/ 3114125 h 3967305"/>
              <a:gd name="csX2020" fmla="*/ 2904812 w 5872039"/>
              <a:gd name="csY2020" fmla="*/ 3114468 h 3967305"/>
              <a:gd name="csX2021" fmla="*/ 2917322 w 5872039"/>
              <a:gd name="csY2021" fmla="*/ 3096451 h 3967305"/>
              <a:gd name="csX2022" fmla="*/ 4292656 w 5872039"/>
              <a:gd name="csY2022" fmla="*/ 3094905 h 3967305"/>
              <a:gd name="csX2023" fmla="*/ 4236925 w 5872039"/>
              <a:gd name="csY2023" fmla="*/ 3128328 h 3967305"/>
              <a:gd name="csX2024" fmla="*/ 4273899 w 5872039"/>
              <a:gd name="csY2024" fmla="*/ 3151836 h 3967305"/>
              <a:gd name="csX2025" fmla="*/ 4329713 w 5872039"/>
              <a:gd name="csY2025" fmla="*/ 3120090 h 3967305"/>
              <a:gd name="csX2026" fmla="*/ 1765888 w 5872039"/>
              <a:gd name="csY2026" fmla="*/ 3092028 h 3967305"/>
              <a:gd name="csX2027" fmla="*/ 1775972 w 5872039"/>
              <a:gd name="csY2027" fmla="*/ 3098415 h 3967305"/>
              <a:gd name="csX2028" fmla="*/ 1792824 w 5872039"/>
              <a:gd name="csY2028" fmla="*/ 3111514 h 3967305"/>
              <a:gd name="csX2029" fmla="*/ 1793640 w 5872039"/>
              <a:gd name="csY2029" fmla="*/ 3111496 h 3967305"/>
              <a:gd name="csX2030" fmla="*/ 1811528 w 5872039"/>
              <a:gd name="csY2030" fmla="*/ 3112231 h 3967305"/>
              <a:gd name="csX2031" fmla="*/ 1781667 w 5872039"/>
              <a:gd name="csY2031" fmla="*/ 3094384 h 3967305"/>
              <a:gd name="csX2032" fmla="*/ 1775999 w 5872039"/>
              <a:gd name="csY2032" fmla="*/ 3092967 h 3967305"/>
              <a:gd name="csX2033" fmla="*/ 1709979 w 5872039"/>
              <a:gd name="csY2033" fmla="*/ 3086835 h 3967305"/>
              <a:gd name="csX2034" fmla="*/ 1740486 w 5872039"/>
              <a:gd name="csY2034" fmla="*/ 3112708 h 3967305"/>
              <a:gd name="csX2035" fmla="*/ 1766189 w 5872039"/>
              <a:gd name="csY2035" fmla="*/ 3112122 h 3967305"/>
              <a:gd name="csX2036" fmla="*/ 1732624 w 5872039"/>
              <a:gd name="csY2036" fmla="*/ 3088938 h 3967305"/>
              <a:gd name="csX2037" fmla="*/ 3161990 w 5872039"/>
              <a:gd name="csY2037" fmla="*/ 3086299 h 3967305"/>
              <a:gd name="csX2038" fmla="*/ 3147769 w 5872039"/>
              <a:gd name="csY2038" fmla="*/ 3120024 h 3967305"/>
              <a:gd name="csX2039" fmla="*/ 3190784 w 5872039"/>
              <a:gd name="csY2039" fmla="*/ 3131100 h 3967305"/>
              <a:gd name="csX2040" fmla="*/ 3329514 w 5872039"/>
              <a:gd name="csY2040" fmla="*/ 3184761 h 3967305"/>
              <a:gd name="csX2041" fmla="*/ 3590299 w 5872039"/>
              <a:gd name="csY2041" fmla="*/ 3321547 h 3967305"/>
              <a:gd name="csX2042" fmla="*/ 3782021 w 5872039"/>
              <a:gd name="csY2042" fmla="*/ 3424544 h 3967305"/>
              <a:gd name="csX2043" fmla="*/ 3821150 w 5872039"/>
              <a:gd name="csY2043" fmla="*/ 3385613 h 3967305"/>
              <a:gd name="csX2044" fmla="*/ 3681223 w 5872039"/>
              <a:gd name="csY2044" fmla="*/ 3308867 h 3967305"/>
              <a:gd name="csX2045" fmla="*/ 3393716 w 5872039"/>
              <a:gd name="csY2045" fmla="*/ 3157879 h 3967305"/>
              <a:gd name="csX2046" fmla="*/ 3254679 w 5872039"/>
              <a:gd name="csY2046" fmla="*/ 3107092 h 3967305"/>
              <a:gd name="csX2047" fmla="*/ 4987655 w 5872039"/>
              <a:gd name="csY2047" fmla="*/ 3077071 h 3967305"/>
              <a:gd name="csX2048" fmla="*/ 4668440 w 5872039"/>
              <a:gd name="csY2048" fmla="*/ 3104755 h 3967305"/>
              <a:gd name="csX2049" fmla="*/ 4485846 w 5872039"/>
              <a:gd name="csY2049" fmla="*/ 3172049 h 3967305"/>
              <a:gd name="csX2050" fmla="*/ 4456958 w 5872039"/>
              <a:gd name="csY2050" fmla="*/ 3188756 h 3967305"/>
              <a:gd name="csX2051" fmla="*/ 4480712 w 5872039"/>
              <a:gd name="csY2051" fmla="*/ 3204929 h 3967305"/>
              <a:gd name="csX2052" fmla="*/ 4493121 w 5872039"/>
              <a:gd name="csY2052" fmla="*/ 3212870 h 3967305"/>
              <a:gd name="csX2053" fmla="*/ 4548699 w 5872039"/>
              <a:gd name="csY2053" fmla="*/ 3182883 h 3967305"/>
              <a:gd name="csX2054" fmla="*/ 4728797 w 5872039"/>
              <a:gd name="csY2054" fmla="*/ 3120238 h 3967305"/>
              <a:gd name="csX2055" fmla="*/ 5175479 w 5872039"/>
              <a:gd name="csY2055" fmla="*/ 3102653 h 3967305"/>
              <a:gd name="csX2056" fmla="*/ 5290175 w 5872039"/>
              <a:gd name="csY2056" fmla="*/ 3121461 h 3967305"/>
              <a:gd name="csX2057" fmla="*/ 5148491 w 5872039"/>
              <a:gd name="csY2057" fmla="*/ 3094175 h 3967305"/>
              <a:gd name="csX2058" fmla="*/ 4987655 w 5872039"/>
              <a:gd name="csY2058" fmla="*/ 3077071 h 3967305"/>
              <a:gd name="csX2059" fmla="*/ 2892347 w 5872039"/>
              <a:gd name="csY2059" fmla="*/ 3077050 h 3967305"/>
              <a:gd name="csX2060" fmla="*/ 2883487 w 5872039"/>
              <a:gd name="csY2060" fmla="*/ 3078428 h 3967305"/>
              <a:gd name="csX2061" fmla="*/ 2872503 w 5872039"/>
              <a:gd name="csY2061" fmla="*/ 3082927 h 3967305"/>
              <a:gd name="csX2062" fmla="*/ 2884836 w 5872039"/>
              <a:gd name="csY2062" fmla="*/ 3082978 h 3967305"/>
              <a:gd name="csX2063" fmla="*/ 3110399 w 5872039"/>
              <a:gd name="csY2063" fmla="*/ 3075496 h 3967305"/>
              <a:gd name="csX2064" fmla="*/ 3095704 w 5872039"/>
              <a:gd name="csY2064" fmla="*/ 3106618 h 3967305"/>
              <a:gd name="csX2065" fmla="*/ 3133229 w 5872039"/>
              <a:gd name="csY2065" fmla="*/ 3116280 h 3967305"/>
              <a:gd name="csX2066" fmla="*/ 3147310 w 5872039"/>
              <a:gd name="csY2066" fmla="*/ 3083006 h 3967305"/>
              <a:gd name="csX2067" fmla="*/ 3116565 w 5872039"/>
              <a:gd name="csY2067" fmla="*/ 3076109 h 3967305"/>
              <a:gd name="csX2068" fmla="*/ 3062174 w 5872039"/>
              <a:gd name="csY2068" fmla="*/ 3070704 h 3967305"/>
              <a:gd name="csX2069" fmla="*/ 3051190 w 5872039"/>
              <a:gd name="csY2069" fmla="*/ 3083131 h 3967305"/>
              <a:gd name="csX2070" fmla="*/ 3045071 w 5872039"/>
              <a:gd name="csY2070" fmla="*/ 3094538 h 3967305"/>
              <a:gd name="csX2071" fmla="*/ 3053376 w 5872039"/>
              <a:gd name="csY2071" fmla="*/ 3095720 h 3967305"/>
              <a:gd name="csX2072" fmla="*/ 3081034 w 5872039"/>
              <a:gd name="csY2072" fmla="*/ 3102841 h 3967305"/>
              <a:gd name="csX2073" fmla="*/ 3094734 w 5872039"/>
              <a:gd name="csY2073" fmla="*/ 3073940 h 3967305"/>
              <a:gd name="csX2074" fmla="*/ 2946809 w 5872039"/>
              <a:gd name="csY2074" fmla="*/ 3068729 h 3967305"/>
              <a:gd name="csX2075" fmla="*/ 2945738 w 5872039"/>
              <a:gd name="csY2075" fmla="*/ 3068747 h 3967305"/>
              <a:gd name="csX2076" fmla="*/ 2922091 w 5872039"/>
              <a:gd name="csY2076" fmla="*/ 3072424 h 3967305"/>
              <a:gd name="csX2077" fmla="*/ 2908567 w 5872039"/>
              <a:gd name="csY2077" fmla="*/ 3083078 h 3967305"/>
              <a:gd name="csX2078" fmla="*/ 2930803 w 5872039"/>
              <a:gd name="csY2078" fmla="*/ 3083171 h 3967305"/>
              <a:gd name="csX2079" fmla="*/ 2995077 w 5872039"/>
              <a:gd name="csY2079" fmla="*/ 3067936 h 3967305"/>
              <a:gd name="csX2080" fmla="*/ 2969275 w 5872039"/>
              <a:gd name="csY2080" fmla="*/ 3068360 h 3967305"/>
              <a:gd name="csX2081" fmla="*/ 2952729 w 5872039"/>
              <a:gd name="csY2081" fmla="*/ 3083263 h 3967305"/>
              <a:gd name="csX2082" fmla="*/ 2966219 w 5872039"/>
              <a:gd name="csY2082" fmla="*/ 3083319 h 3967305"/>
              <a:gd name="csX2083" fmla="*/ 2978583 w 5872039"/>
              <a:gd name="csY2083" fmla="*/ 3085078 h 3967305"/>
              <a:gd name="csX2084" fmla="*/ 2979193 w 5872039"/>
              <a:gd name="csY2084" fmla="*/ 3084066 h 3967305"/>
              <a:gd name="csX2085" fmla="*/ 3028739 w 5872039"/>
              <a:gd name="csY2085" fmla="*/ 3067382 h 3967305"/>
              <a:gd name="csX2086" fmla="*/ 3016251 w 5872039"/>
              <a:gd name="csY2086" fmla="*/ 3067588 h 3967305"/>
              <a:gd name="csX2087" fmla="*/ 2996487 w 5872039"/>
              <a:gd name="csY2087" fmla="*/ 3087626 h 3967305"/>
              <a:gd name="csX2088" fmla="*/ 3029548 w 5872039"/>
              <a:gd name="csY2088" fmla="*/ 3092330 h 3967305"/>
              <a:gd name="csX2089" fmla="*/ 3039017 w 5872039"/>
              <a:gd name="csY2089" fmla="*/ 3074589 h 3967305"/>
              <a:gd name="csX2090" fmla="*/ 3044038 w 5872039"/>
              <a:gd name="csY2090" fmla="*/ 3068902 h 3967305"/>
              <a:gd name="csX2091" fmla="*/ 1725294 w 5872039"/>
              <a:gd name="csY2091" fmla="*/ 3066315 h 3967305"/>
              <a:gd name="csX2092" fmla="*/ 1738268 w 5872039"/>
              <a:gd name="csY2092" fmla="*/ 3074533 h 3967305"/>
              <a:gd name="csX2093" fmla="*/ 1745764 w 5872039"/>
              <a:gd name="csY2093" fmla="*/ 3075227 h 3967305"/>
              <a:gd name="csX2094" fmla="*/ 4240758 w 5872039"/>
              <a:gd name="csY2094" fmla="*/ 3060191 h 3967305"/>
              <a:gd name="csX2095" fmla="*/ 4184959 w 5872039"/>
              <a:gd name="csY2095" fmla="*/ 3095289 h 3967305"/>
              <a:gd name="csX2096" fmla="*/ 4222850 w 5872039"/>
              <a:gd name="csY2096" fmla="*/ 3119380 h 3967305"/>
              <a:gd name="csX2097" fmla="*/ 4279119 w 5872039"/>
              <a:gd name="csY2097" fmla="*/ 3085705 h 3967305"/>
              <a:gd name="csX2098" fmla="*/ 4252409 w 5872039"/>
              <a:gd name="csY2098" fmla="*/ 3067551 h 3967305"/>
              <a:gd name="csX2099" fmla="*/ 2966200 w 5872039"/>
              <a:gd name="csY2099" fmla="*/ 3051232 h 3967305"/>
              <a:gd name="csX2100" fmla="*/ 2961290 w 5872039"/>
              <a:gd name="csY2100" fmla="*/ 3052300 h 3967305"/>
              <a:gd name="csX2101" fmla="*/ 2953122 w 5872039"/>
              <a:gd name="csY2101" fmla="*/ 3056294 h 3967305"/>
              <a:gd name="csX2102" fmla="*/ 2961027 w 5872039"/>
              <a:gd name="csY2102" fmla="*/ 3055899 h 3967305"/>
              <a:gd name="csX2103" fmla="*/ 1660122 w 5872039"/>
              <a:gd name="csY2103" fmla="*/ 3050374 h 3967305"/>
              <a:gd name="csX2104" fmla="*/ 1687408 w 5872039"/>
              <a:gd name="csY2104" fmla="*/ 3069823 h 3967305"/>
              <a:gd name="csX2105" fmla="*/ 1707666 w 5872039"/>
              <a:gd name="csY2105" fmla="*/ 3071699 h 3967305"/>
              <a:gd name="csX2106" fmla="*/ 1699610 w 5872039"/>
              <a:gd name="csY2106" fmla="*/ 3066135 h 3967305"/>
              <a:gd name="csX2107" fmla="*/ 1674069 w 5872039"/>
              <a:gd name="csY2107" fmla="*/ 3052780 h 3967305"/>
              <a:gd name="csX2108" fmla="*/ 4934578 w 5872039"/>
              <a:gd name="csY2108" fmla="*/ 3047601 h 3967305"/>
              <a:gd name="csX2109" fmla="*/ 4604771 w 5872039"/>
              <a:gd name="csY2109" fmla="*/ 3074857 h 3967305"/>
              <a:gd name="csX2110" fmla="*/ 4462907 w 5872039"/>
              <a:gd name="csY2110" fmla="*/ 3125695 h 3967305"/>
              <a:gd name="csX2111" fmla="*/ 4407866 w 5872039"/>
              <a:gd name="csY2111" fmla="*/ 3155331 h 3967305"/>
              <a:gd name="csX2112" fmla="*/ 4443362 w 5872039"/>
              <a:gd name="csY2112" fmla="*/ 3179499 h 3967305"/>
              <a:gd name="csX2113" fmla="*/ 4480028 w 5872039"/>
              <a:gd name="csY2113" fmla="*/ 3158322 h 3967305"/>
              <a:gd name="csX2114" fmla="*/ 4664809 w 5872039"/>
              <a:gd name="csY2114" fmla="*/ 3090313 h 3967305"/>
              <a:gd name="csX2115" fmla="*/ 5095687 w 5872039"/>
              <a:gd name="csY2115" fmla="*/ 3071801 h 3967305"/>
              <a:gd name="csX2116" fmla="*/ 5202085 w 5872039"/>
              <a:gd name="csY2116" fmla="*/ 3090827 h 3967305"/>
              <a:gd name="csX2117" fmla="*/ 5099307 w 5872039"/>
              <a:gd name="csY2117" fmla="*/ 3068319 h 3967305"/>
              <a:gd name="csX2118" fmla="*/ 4934578 w 5872039"/>
              <a:gd name="csY2118" fmla="*/ 3047601 h 3967305"/>
              <a:gd name="csX2119" fmla="*/ 3187162 w 5872039"/>
              <a:gd name="csY2119" fmla="*/ 3042677 h 3967305"/>
              <a:gd name="csX2120" fmla="*/ 3171745 w 5872039"/>
              <a:gd name="csY2120" fmla="*/ 3063164 h 3967305"/>
              <a:gd name="csX2121" fmla="*/ 3167864 w 5872039"/>
              <a:gd name="csY2121" fmla="*/ 3072368 h 3967305"/>
              <a:gd name="csX2122" fmla="*/ 3258775 w 5872039"/>
              <a:gd name="csY2122" fmla="*/ 3092739 h 3967305"/>
              <a:gd name="csX2123" fmla="*/ 3399749 w 5872039"/>
              <a:gd name="csY2123" fmla="*/ 3144211 h 3967305"/>
              <a:gd name="csX2124" fmla="*/ 3688644 w 5872039"/>
              <a:gd name="csY2124" fmla="*/ 3295893 h 3967305"/>
              <a:gd name="csX2125" fmla="*/ 3832154 w 5872039"/>
              <a:gd name="csY2125" fmla="*/ 3374664 h 3967305"/>
              <a:gd name="csX2126" fmla="*/ 3871586 w 5872039"/>
              <a:gd name="csY2126" fmla="*/ 3335431 h 3967305"/>
              <a:gd name="csX2127" fmla="*/ 3778768 w 5872039"/>
              <a:gd name="csY2127" fmla="*/ 3283265 h 3967305"/>
              <a:gd name="csX2128" fmla="*/ 3464085 w 5872039"/>
              <a:gd name="csY2128" fmla="*/ 3117435 h 3967305"/>
              <a:gd name="csX2129" fmla="*/ 3323318 w 5872039"/>
              <a:gd name="csY2129" fmla="*/ 3068927 h 3967305"/>
              <a:gd name="csX2130" fmla="*/ 3021286 w 5872039"/>
              <a:gd name="csY2130" fmla="*/ 3041320 h 3967305"/>
              <a:gd name="csX2131" fmla="*/ 3007601 w 5872039"/>
              <a:gd name="csY2131" fmla="*/ 3042230 h 3967305"/>
              <a:gd name="csX2132" fmla="*/ 3004847 w 5872039"/>
              <a:gd name="csY2132" fmla="*/ 3042829 h 3967305"/>
              <a:gd name="csX2133" fmla="*/ 2985342 w 5872039"/>
              <a:gd name="csY2133" fmla="*/ 3053888 h 3967305"/>
              <a:gd name="csX2134" fmla="*/ 2984403 w 5872039"/>
              <a:gd name="csY2134" fmla="*/ 3054734 h 3967305"/>
              <a:gd name="csX2135" fmla="*/ 3009300 w 5872039"/>
              <a:gd name="csY2135" fmla="*/ 3053492 h 3967305"/>
              <a:gd name="csX2136" fmla="*/ 3138740 w 5872039"/>
              <a:gd name="csY2136" fmla="*/ 3039254 h 3967305"/>
              <a:gd name="csX2137" fmla="*/ 3120642 w 5872039"/>
              <a:gd name="csY2137" fmla="*/ 3061786 h 3967305"/>
              <a:gd name="csX2138" fmla="*/ 3153203 w 5872039"/>
              <a:gd name="csY2138" fmla="*/ 3069082 h 3967305"/>
              <a:gd name="csX2139" fmla="*/ 3158825 w 5872039"/>
              <a:gd name="csY2139" fmla="*/ 3055796 h 3967305"/>
              <a:gd name="csX2140" fmla="*/ 3169868 w 5872039"/>
              <a:gd name="csY2140" fmla="*/ 3041097 h 3967305"/>
              <a:gd name="csX2141" fmla="*/ 3071324 w 5872039"/>
              <a:gd name="csY2141" fmla="*/ 3037992 h 3967305"/>
              <a:gd name="csX2142" fmla="*/ 3043624 w 5872039"/>
              <a:gd name="csY2142" fmla="*/ 3039834 h 3967305"/>
              <a:gd name="csX2143" fmla="*/ 3030995 w 5872039"/>
              <a:gd name="csY2143" fmla="*/ 3052639 h 3967305"/>
              <a:gd name="csX2144" fmla="*/ 3056187 w 5872039"/>
              <a:gd name="csY2144" fmla="*/ 3055139 h 3967305"/>
              <a:gd name="csX2145" fmla="*/ 3092622 w 5872039"/>
              <a:gd name="csY2145" fmla="*/ 3036575 h 3967305"/>
              <a:gd name="csX2146" fmla="*/ 3092324 w 5872039"/>
              <a:gd name="csY2146" fmla="*/ 3036595 h 3967305"/>
              <a:gd name="csX2147" fmla="*/ 3074340 w 5872039"/>
              <a:gd name="csY2147" fmla="*/ 3056941 h 3967305"/>
              <a:gd name="csX2148" fmla="*/ 3103211 w 5872039"/>
              <a:gd name="csY2148" fmla="*/ 3059806 h 3967305"/>
              <a:gd name="csX2149" fmla="*/ 3120565 w 5872039"/>
              <a:gd name="csY2149" fmla="*/ 3038179 h 3967305"/>
              <a:gd name="csX2150" fmla="*/ 3093476 w 5872039"/>
              <a:gd name="csY2150" fmla="*/ 3036575 h 3967305"/>
              <a:gd name="csX2151" fmla="*/ 3039987 w 5872039"/>
              <a:gd name="csY2151" fmla="*/ 3023947 h 3967305"/>
              <a:gd name="csX2152" fmla="*/ 3036389 w 5872039"/>
              <a:gd name="csY2152" fmla="*/ 3024945 h 3967305"/>
              <a:gd name="csX2153" fmla="*/ 3035243 w 5872039"/>
              <a:gd name="csY2153" fmla="*/ 3025595 h 3967305"/>
              <a:gd name="csX2154" fmla="*/ 3037688 w 5872039"/>
              <a:gd name="csY2154" fmla="*/ 3025431 h 3967305"/>
              <a:gd name="csX2155" fmla="*/ 4702341 w 5872039"/>
              <a:gd name="csY2155" fmla="*/ 3017181 h 3967305"/>
              <a:gd name="csX2156" fmla="*/ 4540916 w 5872039"/>
              <a:gd name="csY2156" fmla="*/ 3044851 h 3967305"/>
              <a:gd name="csX2157" fmla="*/ 4395992 w 5872039"/>
              <a:gd name="csY2157" fmla="*/ 3099490 h 3967305"/>
              <a:gd name="csX2158" fmla="*/ 4357793 w 5872039"/>
              <a:gd name="csY2158" fmla="*/ 3121260 h 3967305"/>
              <a:gd name="csX2159" fmla="*/ 4374712 w 5872039"/>
              <a:gd name="csY2159" fmla="*/ 3132758 h 3967305"/>
              <a:gd name="csX2160" fmla="*/ 4393981 w 5872039"/>
              <a:gd name="csY2160" fmla="*/ 3145878 h 3967305"/>
              <a:gd name="csX2161" fmla="*/ 4457248 w 5872039"/>
              <a:gd name="csY2161" fmla="*/ 3111876 h 3967305"/>
              <a:gd name="csX2162" fmla="*/ 4600927 w 5872039"/>
              <a:gd name="csY2162" fmla="*/ 3060468 h 3967305"/>
              <a:gd name="csX2163" fmla="*/ 5045560 w 5872039"/>
              <a:gd name="csY2163" fmla="*/ 3044571 h 3967305"/>
              <a:gd name="csX2164" fmla="*/ 5100324 w 5872039"/>
              <a:gd name="csY2164" fmla="*/ 3055742 h 3967305"/>
              <a:gd name="csX2165" fmla="*/ 5032028 w 5872039"/>
              <a:gd name="csY2165" fmla="*/ 3039608 h 3967305"/>
              <a:gd name="csX2166" fmla="*/ 4702341 w 5872039"/>
              <a:gd name="csY2166" fmla="*/ 3017181 h 3967305"/>
              <a:gd name="csX2167" fmla="*/ 3093365 w 5872039"/>
              <a:gd name="csY2167" fmla="*/ 3013023 h 3967305"/>
              <a:gd name="csX2168" fmla="*/ 3082343 w 5872039"/>
              <a:gd name="csY2168" fmla="*/ 3014284 h 3967305"/>
              <a:gd name="csX2169" fmla="*/ 3068211 w 5872039"/>
              <a:gd name="csY2169" fmla="*/ 3023377 h 3967305"/>
              <a:gd name="csX2170" fmla="*/ 3085237 w 5872039"/>
              <a:gd name="csY2170" fmla="*/ 3022231 h 3967305"/>
              <a:gd name="csX2171" fmla="*/ 3145537 w 5872039"/>
              <a:gd name="csY2171" fmla="*/ 3007056 h 3967305"/>
              <a:gd name="csX2172" fmla="*/ 3122330 w 5872039"/>
              <a:gd name="csY2172" fmla="*/ 3009710 h 3967305"/>
              <a:gd name="csX2173" fmla="*/ 3105179 w 5872039"/>
              <a:gd name="csY2173" fmla="*/ 3022052 h 3967305"/>
              <a:gd name="csX2174" fmla="*/ 3104868 w 5872039"/>
              <a:gd name="csY2174" fmla="*/ 3022404 h 3967305"/>
              <a:gd name="csX2175" fmla="*/ 3131938 w 5872039"/>
              <a:gd name="csY2175" fmla="*/ 3024003 h 3967305"/>
              <a:gd name="csX2176" fmla="*/ 3214092 w 5872039"/>
              <a:gd name="csY2176" fmla="*/ 3006887 h 3967305"/>
              <a:gd name="csX2177" fmla="*/ 3197056 w 5872039"/>
              <a:gd name="csY2177" fmla="*/ 3029527 h 3967305"/>
              <a:gd name="csX2178" fmla="*/ 3327039 w 5872039"/>
              <a:gd name="csY2178" fmla="*/ 3054559 h 3967305"/>
              <a:gd name="csX2179" fmla="*/ 3469932 w 5872039"/>
              <a:gd name="csY2179" fmla="*/ 3103767 h 3967305"/>
              <a:gd name="csX2180" fmla="*/ 3786270 w 5872039"/>
              <a:gd name="csY2180" fmla="*/ 3270425 h 3967305"/>
              <a:gd name="csX2181" fmla="*/ 3882527 w 5872039"/>
              <a:gd name="csY2181" fmla="*/ 3324545 h 3967305"/>
              <a:gd name="csX2182" fmla="*/ 3914590 w 5872039"/>
              <a:gd name="csY2182" fmla="*/ 3292644 h 3967305"/>
              <a:gd name="csX2183" fmla="*/ 3922950 w 5872039"/>
              <a:gd name="csY2183" fmla="*/ 3285086 h 3967305"/>
              <a:gd name="csX2184" fmla="*/ 3876045 w 5872039"/>
              <a:gd name="csY2184" fmla="*/ 3258012 h 3967305"/>
              <a:gd name="csX2185" fmla="*/ 3534506 w 5872039"/>
              <a:gd name="csY2185" fmla="*/ 3077045 h 3967305"/>
              <a:gd name="csX2186" fmla="*/ 3248102 w 5872039"/>
              <a:gd name="csY2186" fmla="*/ 3007532 h 3967305"/>
              <a:gd name="csX2187" fmla="*/ 3165551 w 5872039"/>
              <a:gd name="csY2187" fmla="*/ 3005966 h 3967305"/>
              <a:gd name="csX2188" fmla="*/ 3165352 w 5872039"/>
              <a:gd name="csY2188" fmla="*/ 3006124 h 3967305"/>
              <a:gd name="csX2189" fmla="*/ 3150127 w 5872039"/>
              <a:gd name="csY2189" fmla="*/ 3025078 h 3967305"/>
              <a:gd name="csX2190" fmla="*/ 3180551 w 5872039"/>
              <a:gd name="csY2190" fmla="*/ 3026876 h 3967305"/>
              <a:gd name="csX2191" fmla="*/ 3195829 w 5872039"/>
              <a:gd name="csY2191" fmla="*/ 3006540 h 3967305"/>
              <a:gd name="csX2192" fmla="*/ 3120117 w 5872039"/>
              <a:gd name="csY2192" fmla="*/ 2993065 h 3967305"/>
              <a:gd name="csX2193" fmla="*/ 3110829 w 5872039"/>
              <a:gd name="csY2193" fmla="*/ 2996186 h 3967305"/>
              <a:gd name="csX2194" fmla="*/ 3116732 w 5872039"/>
              <a:gd name="csY2194" fmla="*/ 2995508 h 3967305"/>
              <a:gd name="csX2195" fmla="*/ 3170647 w 5872039"/>
              <a:gd name="csY2195" fmla="*/ 2982996 h 3967305"/>
              <a:gd name="csX2196" fmla="*/ 3156244 w 5872039"/>
              <a:gd name="csY2196" fmla="*/ 2985307 h 3967305"/>
              <a:gd name="csX2197" fmla="*/ 3146885 w 5872039"/>
              <a:gd name="csY2197" fmla="*/ 2992041 h 3967305"/>
              <a:gd name="csX2198" fmla="*/ 3155888 w 5872039"/>
              <a:gd name="csY2198" fmla="*/ 2991006 h 3967305"/>
              <a:gd name="csX2199" fmla="*/ 3160477 w 5872039"/>
              <a:gd name="csY2199" fmla="*/ 2991088 h 3967305"/>
              <a:gd name="csX2200" fmla="*/ 4725568 w 5872039"/>
              <a:gd name="csY2200" fmla="*/ 2982754 h 3967305"/>
              <a:gd name="csX2201" fmla="*/ 4477089 w 5872039"/>
              <a:gd name="csY2201" fmla="*/ 3014873 h 3967305"/>
              <a:gd name="csX2202" fmla="*/ 4328977 w 5872039"/>
              <a:gd name="csY2202" fmla="*/ 3073122 h 3967305"/>
              <a:gd name="csX2203" fmla="*/ 4306654 w 5872039"/>
              <a:gd name="csY2203" fmla="*/ 3086509 h 3967305"/>
              <a:gd name="csX2204" fmla="*/ 4344061 w 5872039"/>
              <a:gd name="csY2204" fmla="*/ 3111929 h 3967305"/>
              <a:gd name="csX2205" fmla="*/ 4390112 w 5872039"/>
              <a:gd name="csY2205" fmla="*/ 3085737 h 3967305"/>
              <a:gd name="csX2206" fmla="*/ 4536939 w 5872039"/>
              <a:gd name="csY2206" fmla="*/ 3030463 h 3967305"/>
              <a:gd name="csX2207" fmla="*/ 4977864 w 5872039"/>
              <a:gd name="csY2207" fmla="*/ 3015103 h 3967305"/>
              <a:gd name="csX2208" fmla="*/ 5017715 w 5872039"/>
              <a:gd name="csY2208" fmla="*/ 3022659 h 3967305"/>
              <a:gd name="csX2209" fmla="*/ 4976850 w 5872039"/>
              <a:gd name="csY2209" fmla="*/ 3011999 h 3967305"/>
              <a:gd name="csX2210" fmla="*/ 4725568 w 5872039"/>
              <a:gd name="csY2210" fmla="*/ 2982754 h 3967305"/>
              <a:gd name="csX2211" fmla="*/ 3219391 w 5872039"/>
              <a:gd name="csY2211" fmla="*/ 2975176 h 3967305"/>
              <a:gd name="csX2212" fmla="*/ 3200528 w 5872039"/>
              <a:gd name="csY2212" fmla="*/ 2978202 h 3967305"/>
              <a:gd name="csX2213" fmla="*/ 3183773 w 5872039"/>
              <a:gd name="csY2213" fmla="*/ 2991502 h 3967305"/>
              <a:gd name="csX2214" fmla="*/ 3206818 w 5872039"/>
              <a:gd name="csY2214" fmla="*/ 2991911 h 3967305"/>
              <a:gd name="csX2215" fmla="*/ 3313744 w 5872039"/>
              <a:gd name="csY2215" fmla="*/ 2973190 h 3967305"/>
              <a:gd name="csX2216" fmla="*/ 3242841 w 5872039"/>
              <a:gd name="csY2216" fmla="*/ 2974577 h 3967305"/>
              <a:gd name="csX2217" fmla="*/ 3231221 w 5872039"/>
              <a:gd name="csY2217" fmla="*/ 2984122 h 3967305"/>
              <a:gd name="csX2218" fmla="*/ 3225116 w 5872039"/>
              <a:gd name="csY2218" fmla="*/ 2992236 h 3967305"/>
              <a:gd name="csX2219" fmla="*/ 3249046 w 5872039"/>
              <a:gd name="csY2219" fmla="*/ 2992662 h 3967305"/>
              <a:gd name="csX2220" fmla="*/ 3540139 w 5872039"/>
              <a:gd name="csY2220" fmla="*/ 3063324 h 3967305"/>
              <a:gd name="csX2221" fmla="*/ 3883626 w 5872039"/>
              <a:gd name="csY2221" fmla="*/ 3245278 h 3967305"/>
              <a:gd name="csX2222" fmla="*/ 3934500 w 5872039"/>
              <a:gd name="csY2222" fmla="*/ 3274644 h 3967305"/>
              <a:gd name="csX2223" fmla="*/ 3977423 w 5872039"/>
              <a:gd name="csY2223" fmla="*/ 3235839 h 3967305"/>
              <a:gd name="csX2224" fmla="*/ 3973136 w 5872039"/>
              <a:gd name="csY2224" fmla="*/ 3233292 h 3967305"/>
              <a:gd name="csX2225" fmla="*/ 3604849 w 5872039"/>
              <a:gd name="csY2225" fmla="*/ 3036629 h 3967305"/>
              <a:gd name="csX2226" fmla="*/ 3313744 w 5872039"/>
              <a:gd name="csY2226" fmla="*/ 2973190 h 3967305"/>
              <a:gd name="csX2227" fmla="*/ 3195920 w 5872039"/>
              <a:gd name="csY2227" fmla="*/ 2962887 h 3967305"/>
              <a:gd name="csX2228" fmla="*/ 3192157 w 5872039"/>
              <a:gd name="csY2228" fmla="*/ 2964572 h 3967305"/>
              <a:gd name="csX2229" fmla="*/ 3194219 w 5872039"/>
              <a:gd name="csY2229" fmla="*/ 2964240 h 3967305"/>
              <a:gd name="csX2230" fmla="*/ 4639610 w 5872039"/>
              <a:gd name="csY2230" fmla="*/ 2952534 h 3967305"/>
              <a:gd name="csX2231" fmla="*/ 4413233 w 5872039"/>
              <a:gd name="csY2231" fmla="*/ 2984947 h 3967305"/>
              <a:gd name="csX2232" fmla="*/ 4262020 w 5872039"/>
              <a:gd name="csY2232" fmla="*/ 3046817 h 3967305"/>
              <a:gd name="csX2233" fmla="*/ 4254664 w 5872039"/>
              <a:gd name="csY2233" fmla="*/ 3051444 h 3967305"/>
              <a:gd name="csX2234" fmla="*/ 4260176 w 5872039"/>
              <a:gd name="csY2234" fmla="*/ 3054925 h 3967305"/>
              <a:gd name="csX2235" fmla="*/ 4293131 w 5872039"/>
              <a:gd name="csY2235" fmla="*/ 3077319 h 3967305"/>
              <a:gd name="csX2236" fmla="*/ 4322881 w 5872039"/>
              <a:gd name="csY2236" fmla="*/ 3059515 h 3967305"/>
              <a:gd name="csX2237" fmla="*/ 4472978 w 5872039"/>
              <a:gd name="csY2237" fmla="*/ 3000591 h 3967305"/>
              <a:gd name="csX2238" fmla="*/ 4809282 w 5872039"/>
              <a:gd name="csY2238" fmla="*/ 2971772 h 3967305"/>
              <a:gd name="csX2239" fmla="*/ 4913546 w 5872039"/>
              <a:gd name="csY2239" fmla="*/ 2985245 h 3967305"/>
              <a:gd name="csX2240" fmla="*/ 4869154 w 5872039"/>
              <a:gd name="csY2240" fmla="*/ 2974944 h 3967305"/>
              <a:gd name="csX2241" fmla="*/ 4639610 w 5872039"/>
              <a:gd name="csY2241" fmla="*/ 2952534 h 3967305"/>
              <a:gd name="csX2242" fmla="*/ 3247254 w 5872039"/>
              <a:gd name="csY2242" fmla="*/ 2951899 h 3967305"/>
              <a:gd name="csX2243" fmla="*/ 3228898 w 5872039"/>
              <a:gd name="csY2243" fmla="*/ 2955683 h 3967305"/>
              <a:gd name="csX2244" fmla="*/ 3223275 w 5872039"/>
              <a:gd name="csY2244" fmla="*/ 2960146 h 3967305"/>
              <a:gd name="csX2245" fmla="*/ 3237594 w 5872039"/>
              <a:gd name="csY2245" fmla="*/ 2959867 h 3967305"/>
              <a:gd name="csX2246" fmla="*/ 3379740 w 5872039"/>
              <a:gd name="csY2246" fmla="*/ 2939036 h 3967305"/>
              <a:gd name="csX2247" fmla="*/ 3284292 w 5872039"/>
              <a:gd name="csY2247" fmla="*/ 2944264 h 3967305"/>
              <a:gd name="csX2248" fmla="*/ 3278217 w 5872039"/>
              <a:gd name="csY2248" fmla="*/ 2945517 h 3967305"/>
              <a:gd name="csX2249" fmla="*/ 3261312 w 5872039"/>
              <a:gd name="csY2249" fmla="*/ 2959404 h 3967305"/>
              <a:gd name="csX2250" fmla="*/ 3314216 w 5872039"/>
              <a:gd name="csY2250" fmla="*/ 2958371 h 3967305"/>
              <a:gd name="csX2251" fmla="*/ 3610348 w 5872039"/>
              <a:gd name="csY2251" fmla="*/ 3022827 h 3967305"/>
              <a:gd name="csX2252" fmla="*/ 3980877 w 5872039"/>
              <a:gd name="csY2252" fmla="*/ 3220639 h 3967305"/>
              <a:gd name="csX2253" fmla="*/ 3988939 w 5872039"/>
              <a:gd name="csY2253" fmla="*/ 3225429 h 3967305"/>
              <a:gd name="csX2254" fmla="*/ 4026967 w 5872039"/>
              <a:gd name="csY2254" fmla="*/ 3191049 h 3967305"/>
              <a:gd name="csX2255" fmla="*/ 4032686 w 5872039"/>
              <a:gd name="csY2255" fmla="*/ 3186543 h 3967305"/>
              <a:gd name="csX2256" fmla="*/ 3878501 w 5872039"/>
              <a:gd name="csY2256" fmla="*/ 3093520 h 3967305"/>
              <a:gd name="csX2257" fmla="*/ 3675297 w 5872039"/>
              <a:gd name="csY2257" fmla="*/ 2996239 h 3967305"/>
              <a:gd name="csX2258" fmla="*/ 3379740 w 5872039"/>
              <a:gd name="csY2258" fmla="*/ 2939036 h 3967305"/>
              <a:gd name="csX2259" fmla="*/ 3444710 w 5872039"/>
              <a:gd name="csY2259" fmla="*/ 2904797 h 3967305"/>
              <a:gd name="csX2260" fmla="*/ 3348067 w 5872039"/>
              <a:gd name="csY2260" fmla="*/ 2913377 h 3967305"/>
              <a:gd name="csX2261" fmla="*/ 3304029 w 5872039"/>
              <a:gd name="csY2261" fmla="*/ 2924313 h 3967305"/>
              <a:gd name="csX2262" fmla="*/ 3298841 w 5872039"/>
              <a:gd name="csY2262" fmla="*/ 2928575 h 3967305"/>
              <a:gd name="csX2263" fmla="*/ 3379661 w 5872039"/>
              <a:gd name="csY2263" fmla="*/ 2924148 h 3967305"/>
              <a:gd name="csX2264" fmla="*/ 3680556 w 5872039"/>
              <a:gd name="csY2264" fmla="*/ 2982331 h 3967305"/>
              <a:gd name="csX2265" fmla="*/ 3885322 w 5872039"/>
              <a:gd name="csY2265" fmla="*/ 3080303 h 3967305"/>
              <a:gd name="csX2266" fmla="*/ 4045152 w 5872039"/>
              <a:gd name="csY2266" fmla="*/ 3176720 h 3967305"/>
              <a:gd name="csX2267" fmla="*/ 4092401 w 5872039"/>
              <a:gd name="csY2267" fmla="*/ 3139489 h 3967305"/>
              <a:gd name="csX2268" fmla="*/ 3963509 w 5872039"/>
              <a:gd name="csY2268" fmla="*/ 3059747 h 3967305"/>
              <a:gd name="csX2269" fmla="*/ 3745613 w 5872039"/>
              <a:gd name="csY2269" fmla="*/ 2955742 h 3967305"/>
              <a:gd name="csX2270" fmla="*/ 3444710 w 5872039"/>
              <a:gd name="csY2270" fmla="*/ 2904797 h 3967305"/>
              <a:gd name="csX2271" fmla="*/ 3586973 w 5872039"/>
              <a:gd name="csY2271" fmla="*/ 2870454 h 3967305"/>
              <a:gd name="csX2272" fmla="*/ 3510300 w 5872039"/>
              <a:gd name="csY2272" fmla="*/ 2870508 h 3967305"/>
              <a:gd name="csX2273" fmla="*/ 3411949 w 5872039"/>
              <a:gd name="csY2273" fmla="*/ 2882598 h 3967305"/>
              <a:gd name="csX2274" fmla="*/ 3361167 w 5872039"/>
              <a:gd name="csY2274" fmla="*/ 2897289 h 3967305"/>
              <a:gd name="csX2275" fmla="*/ 3444205 w 5872039"/>
              <a:gd name="csY2275" fmla="*/ 2889900 h 3967305"/>
              <a:gd name="csX2276" fmla="*/ 3750765 w 5872039"/>
              <a:gd name="csY2276" fmla="*/ 2941754 h 3967305"/>
              <a:gd name="csX2277" fmla="*/ 3970437 w 5872039"/>
              <a:gd name="csY2277" fmla="*/ 3046509 h 3967305"/>
              <a:gd name="csX2278" fmla="*/ 4104864 w 5872039"/>
              <a:gd name="csY2278" fmla="*/ 3129668 h 3967305"/>
              <a:gd name="csX2279" fmla="*/ 4115163 w 5872039"/>
              <a:gd name="csY2279" fmla="*/ 3121553 h 3967305"/>
              <a:gd name="csX2280" fmla="*/ 4157171 w 5872039"/>
              <a:gd name="csY2280" fmla="*/ 3095188 h 3967305"/>
              <a:gd name="csX2281" fmla="*/ 4049124 w 5872039"/>
              <a:gd name="csY2281" fmla="*/ 3026478 h 3967305"/>
              <a:gd name="csX2282" fmla="*/ 3816034 w 5872039"/>
              <a:gd name="csY2282" fmla="*/ 2915379 h 3967305"/>
              <a:gd name="csX2283" fmla="*/ 3586973 w 5872039"/>
              <a:gd name="csY2283" fmla="*/ 2870454 h 3967305"/>
              <a:gd name="csX2284" fmla="*/ 3664698 w 5872039"/>
              <a:gd name="csY2284" fmla="*/ 2834429 h 3967305"/>
              <a:gd name="csX2285" fmla="*/ 3588084 w 5872039"/>
              <a:gd name="csY2285" fmla="*/ 2835502 h 3967305"/>
              <a:gd name="csX2286" fmla="*/ 3487753 w 5872039"/>
              <a:gd name="csY2286" fmla="*/ 2849312 h 3967305"/>
              <a:gd name="csX2287" fmla="*/ 3437514 w 5872039"/>
              <a:gd name="csY2287" fmla="*/ 2864505 h 3967305"/>
              <a:gd name="csX2288" fmla="*/ 3509281 w 5872039"/>
              <a:gd name="csY2288" fmla="*/ 2855664 h 3967305"/>
              <a:gd name="csX2289" fmla="*/ 3820946 w 5872039"/>
              <a:gd name="csY2289" fmla="*/ 2901391 h 3967305"/>
              <a:gd name="csX2290" fmla="*/ 4056035 w 5872039"/>
              <a:gd name="csY2290" fmla="*/ 3013321 h 3967305"/>
              <a:gd name="csX2291" fmla="*/ 4171075 w 5872039"/>
              <a:gd name="csY2291" fmla="*/ 3086461 h 3967305"/>
              <a:gd name="csX2292" fmla="*/ 4226890 w 5872039"/>
              <a:gd name="csY2292" fmla="*/ 3051430 h 3967305"/>
              <a:gd name="csX2293" fmla="*/ 4135316 w 5872039"/>
              <a:gd name="csY2293" fmla="*/ 2993580 h 3967305"/>
              <a:gd name="csX2294" fmla="*/ 3886430 w 5872039"/>
              <a:gd name="csY2294" fmla="*/ 2874936 h 3967305"/>
              <a:gd name="csX2295" fmla="*/ 3664698 w 5872039"/>
              <a:gd name="csY2295" fmla="*/ 2834429 h 3967305"/>
              <a:gd name="csX2296" fmla="*/ 3638122 w 5872039"/>
              <a:gd name="csY2296" fmla="*/ 2819177 h 3967305"/>
              <a:gd name="csX2297" fmla="*/ 3891235 w 5872039"/>
              <a:gd name="csY2297" fmla="*/ 2860921 h 3967305"/>
              <a:gd name="csX2298" fmla="*/ 4142333 w 5872039"/>
              <a:gd name="csY2298" fmla="*/ 2980512 h 3967305"/>
              <a:gd name="csX2299" fmla="*/ 4240808 w 5872039"/>
              <a:gd name="csY2299" fmla="*/ 3042695 h 3967305"/>
              <a:gd name="csX2300" fmla="*/ 4255810 w 5872039"/>
              <a:gd name="csY2300" fmla="*/ 3033280 h 3967305"/>
              <a:gd name="csX2301" fmla="*/ 4409068 w 5872039"/>
              <a:gd name="csY2301" fmla="*/ 2970692 h 3967305"/>
              <a:gd name="csX2302" fmla="*/ 5098782 w 5872039"/>
              <a:gd name="csY2302" fmla="*/ 3020632 h 3967305"/>
              <a:gd name="csX2303" fmla="*/ 5230135 w 5872039"/>
              <a:gd name="csY2303" fmla="*/ 3069813 h 3967305"/>
              <a:gd name="csX2304" fmla="*/ 5343953 w 5872039"/>
              <a:gd name="csY2304" fmla="*/ 3109260 h 3967305"/>
              <a:gd name="csX2305" fmla="*/ 5419429 w 5872039"/>
              <a:gd name="csY2305" fmla="*/ 3133026 h 3967305"/>
              <a:gd name="csX2306" fmla="*/ 5432674 w 5872039"/>
              <a:gd name="csY2306" fmla="*/ 3137605 h 3967305"/>
              <a:gd name="csX2307" fmla="*/ 5471111 w 5872039"/>
              <a:gd name="csY2307" fmla="*/ 3148642 h 3967305"/>
              <a:gd name="csX2308" fmla="*/ 5484673 w 5872039"/>
              <a:gd name="csY2308" fmla="*/ 3152860 h 3967305"/>
              <a:gd name="csX2309" fmla="*/ 5518975 w 5872039"/>
              <a:gd name="csY2309" fmla="*/ 3163188 h 3967305"/>
              <a:gd name="csX2310" fmla="*/ 5522660 w 5872039"/>
              <a:gd name="csY2310" fmla="*/ 3164125 h 3967305"/>
              <a:gd name="csX2311" fmla="*/ 5618163 w 5872039"/>
              <a:gd name="csY2311" fmla="*/ 3189362 h 3967305"/>
              <a:gd name="csX2312" fmla="*/ 5725813 w 5872039"/>
              <a:gd name="csY2312" fmla="*/ 3213099 h 3967305"/>
              <a:gd name="csX2313" fmla="*/ 5806353 w 5872039"/>
              <a:gd name="csY2313" fmla="*/ 3227548 h 3967305"/>
              <a:gd name="csX2314" fmla="*/ 5872039 w 5872039"/>
              <a:gd name="csY2314" fmla="*/ 3235409 h 3967305"/>
              <a:gd name="csX2315" fmla="*/ 5872039 w 5872039"/>
              <a:gd name="csY2315" fmla="*/ 3305703 h 3967305"/>
              <a:gd name="csX2316" fmla="*/ 5870254 w 5872039"/>
              <a:gd name="csY2316" fmla="*/ 3305763 h 3967305"/>
              <a:gd name="csX2317" fmla="*/ 5872039 w 5872039"/>
              <a:gd name="csY2317" fmla="*/ 3306239 h 3967305"/>
              <a:gd name="csX2318" fmla="*/ 5872039 w 5872039"/>
              <a:gd name="csY2318" fmla="*/ 3329320 h 3967305"/>
              <a:gd name="csX2319" fmla="*/ 5836762 w 5872039"/>
              <a:gd name="csY2319" fmla="*/ 3332422 h 3967305"/>
              <a:gd name="csX2320" fmla="*/ 5673834 w 5872039"/>
              <a:gd name="csY2320" fmla="*/ 3340768 h 3967305"/>
              <a:gd name="csX2321" fmla="*/ 5242600 w 5872039"/>
              <a:gd name="csY2321" fmla="*/ 3374243 h 3967305"/>
              <a:gd name="csX2322" fmla="*/ 5031167 w 5872039"/>
              <a:gd name="csY2322" fmla="*/ 3414824 h 3967305"/>
              <a:gd name="csX2323" fmla="*/ 4928866 w 5872039"/>
              <a:gd name="csY2323" fmla="*/ 3441218 h 3967305"/>
              <a:gd name="csX2324" fmla="*/ 4957890 w 5872039"/>
              <a:gd name="csY2324" fmla="*/ 3452993 h 3967305"/>
              <a:gd name="csX2325" fmla="*/ 5116132 w 5872039"/>
              <a:gd name="csY2325" fmla="*/ 3419999 h 3967305"/>
              <a:gd name="csX2326" fmla="*/ 5304506 w 5872039"/>
              <a:gd name="csY2326" fmla="*/ 3389406 h 3967305"/>
              <a:gd name="csX2327" fmla="*/ 5654133 w 5872039"/>
              <a:gd name="csY2327" fmla="*/ 3358680 h 3967305"/>
              <a:gd name="csX2328" fmla="*/ 5854481 w 5872039"/>
              <a:gd name="csY2328" fmla="*/ 3343391 h 3967305"/>
              <a:gd name="csX2329" fmla="*/ 5872039 w 5872039"/>
              <a:gd name="csY2329" fmla="*/ 3341151 h 3967305"/>
              <a:gd name="csX2330" fmla="*/ 5872039 w 5872039"/>
              <a:gd name="csY2330" fmla="*/ 3356154 h 3967305"/>
              <a:gd name="csX2331" fmla="*/ 5856076 w 5872039"/>
              <a:gd name="csY2331" fmla="*/ 3358193 h 3967305"/>
              <a:gd name="csX2332" fmla="*/ 5655094 w 5872039"/>
              <a:gd name="csY2332" fmla="*/ 3373549 h 3967305"/>
              <a:gd name="csX2333" fmla="*/ 5306295 w 5872039"/>
              <a:gd name="csY2333" fmla="*/ 3404195 h 3967305"/>
              <a:gd name="csX2334" fmla="*/ 5118704 w 5872039"/>
              <a:gd name="csY2334" fmla="*/ 3434658 h 3967305"/>
              <a:gd name="csX2335" fmla="*/ 4983860 w 5872039"/>
              <a:gd name="csY2335" fmla="*/ 3462773 h 3967305"/>
              <a:gd name="csX2336" fmla="*/ 5012068 w 5872039"/>
              <a:gd name="csY2336" fmla="*/ 3472259 h 3967305"/>
              <a:gd name="csX2337" fmla="*/ 5057549 w 5872039"/>
              <a:gd name="csY2337" fmla="*/ 3465193 h 3967305"/>
              <a:gd name="csX2338" fmla="*/ 5368442 w 5872039"/>
              <a:gd name="csY2338" fmla="*/ 3419358 h 3967305"/>
              <a:gd name="csX2339" fmla="*/ 5618389 w 5872039"/>
              <a:gd name="csY2339" fmla="*/ 3396026 h 3967305"/>
              <a:gd name="csX2340" fmla="*/ 5806108 w 5872039"/>
              <a:gd name="csY2340" fmla="*/ 3379067 h 3967305"/>
              <a:gd name="csX2341" fmla="*/ 5872039 w 5872039"/>
              <a:gd name="csY2341" fmla="*/ 3370648 h 3967305"/>
              <a:gd name="csX2342" fmla="*/ 5872039 w 5872039"/>
              <a:gd name="csY2342" fmla="*/ 3385643 h 3967305"/>
              <a:gd name="csX2343" fmla="*/ 5807963 w 5872039"/>
              <a:gd name="csY2343" fmla="*/ 3393834 h 3967305"/>
              <a:gd name="csX2344" fmla="*/ 5619617 w 5872039"/>
              <a:gd name="csY2344" fmla="*/ 3410842 h 3967305"/>
              <a:gd name="csX2345" fmla="*/ 5370070 w 5872039"/>
              <a:gd name="csY2345" fmla="*/ 3434147 h 3967305"/>
              <a:gd name="csX2346" fmla="*/ 5059979 w 5872039"/>
              <a:gd name="csY2346" fmla="*/ 3479876 h 3967305"/>
              <a:gd name="csX2347" fmla="*/ 5042700 w 5872039"/>
              <a:gd name="csY2347" fmla="*/ 3482559 h 3967305"/>
              <a:gd name="csX2348" fmla="*/ 5065820 w 5872039"/>
              <a:gd name="csY2348" fmla="*/ 3490334 h 3967305"/>
              <a:gd name="csX2349" fmla="*/ 5204052 w 5872039"/>
              <a:gd name="csY2349" fmla="*/ 3475044 h 3967305"/>
              <a:gd name="csX2350" fmla="*/ 5432403 w 5872039"/>
              <a:gd name="csY2350" fmla="*/ 3449310 h 3967305"/>
              <a:gd name="csX2351" fmla="*/ 5556002 w 5872039"/>
              <a:gd name="csY2351" fmla="*/ 3437937 h 3967305"/>
              <a:gd name="csX2352" fmla="*/ 5791467 w 5872039"/>
              <a:gd name="csY2352" fmla="*/ 3414920 h 3967305"/>
              <a:gd name="csX2353" fmla="*/ 5872039 w 5872039"/>
              <a:gd name="csY2353" fmla="*/ 3403041 h 3967305"/>
              <a:gd name="csX2354" fmla="*/ 5872039 w 5872039"/>
              <a:gd name="csY2354" fmla="*/ 3419848 h 3967305"/>
              <a:gd name="csX2355" fmla="*/ 5868939 w 5872039"/>
              <a:gd name="csY2355" fmla="*/ 3420346 h 3967305"/>
              <a:gd name="csX2356" fmla="*/ 5557363 w 5872039"/>
              <a:gd name="csY2356" fmla="*/ 3452700 h 3967305"/>
              <a:gd name="csX2357" fmla="*/ 5433844 w 5872039"/>
              <a:gd name="csY2357" fmla="*/ 3464072 h 3967305"/>
              <a:gd name="csX2358" fmla="*/ 5205867 w 5872039"/>
              <a:gd name="csY2358" fmla="*/ 3489753 h 3967305"/>
              <a:gd name="csX2359" fmla="*/ 5100282 w 5872039"/>
              <a:gd name="csY2359" fmla="*/ 3501922 h 3967305"/>
              <a:gd name="csX2360" fmla="*/ 5105784 w 5872039"/>
              <a:gd name="csY2360" fmla="*/ 3503773 h 3967305"/>
              <a:gd name="csX2361" fmla="*/ 5121870 w 5872039"/>
              <a:gd name="csY2361" fmla="*/ 3508121 h 3967305"/>
              <a:gd name="csX2362" fmla="*/ 5390224 w 5872039"/>
              <a:gd name="csY2362" fmla="*/ 3488098 h 3967305"/>
              <a:gd name="csX2363" fmla="*/ 5496418 w 5872039"/>
              <a:gd name="csY2363" fmla="*/ 3479235 h 3967305"/>
              <a:gd name="csX2364" fmla="*/ 5692132 w 5872039"/>
              <a:gd name="csY2364" fmla="*/ 3462017 h 3967305"/>
              <a:gd name="csX2365" fmla="*/ 5872039 w 5872039"/>
              <a:gd name="csY2365" fmla="*/ 3440514 h 3967305"/>
              <a:gd name="csX2366" fmla="*/ 5872039 w 5872039"/>
              <a:gd name="csY2366" fmla="*/ 3455441 h 3967305"/>
              <a:gd name="csX2367" fmla="*/ 5694097 w 5872039"/>
              <a:gd name="csY2367" fmla="*/ 3476734 h 3967305"/>
              <a:gd name="csX2368" fmla="*/ 5497592 w 5872039"/>
              <a:gd name="csY2368" fmla="*/ 3494024 h 3967305"/>
              <a:gd name="csX2369" fmla="*/ 5391479 w 5872039"/>
              <a:gd name="csY2369" fmla="*/ 3502887 h 3967305"/>
              <a:gd name="csX2370" fmla="*/ 5165011 w 5872039"/>
              <a:gd name="csY2370" fmla="*/ 3519782 h 3967305"/>
              <a:gd name="csX2371" fmla="*/ 5176730 w 5872039"/>
              <a:gd name="csY2371" fmla="*/ 3522950 h 3967305"/>
              <a:gd name="csX2372" fmla="*/ 5253408 w 5872039"/>
              <a:gd name="csY2372" fmla="*/ 3523203 h 3967305"/>
              <a:gd name="csX2373" fmla="*/ 5560406 w 5872039"/>
              <a:gd name="csY2373" fmla="*/ 3509161 h 3967305"/>
              <a:gd name="csX2374" fmla="*/ 5727600 w 5872039"/>
              <a:gd name="csY2374" fmla="*/ 3495743 h 3967305"/>
              <a:gd name="csX2375" fmla="*/ 5872039 w 5872039"/>
              <a:gd name="csY2375" fmla="*/ 3477303 h 3967305"/>
              <a:gd name="csX2376" fmla="*/ 5872039 w 5872039"/>
              <a:gd name="csY2376" fmla="*/ 3492270 h 3967305"/>
              <a:gd name="csX2377" fmla="*/ 5729535 w 5872039"/>
              <a:gd name="csY2377" fmla="*/ 3510497 h 3967305"/>
              <a:gd name="csX2378" fmla="*/ 5561394 w 5872039"/>
              <a:gd name="csY2378" fmla="*/ 3524004 h 3967305"/>
              <a:gd name="csX2379" fmla="*/ 5252839 w 5872039"/>
              <a:gd name="csY2379" fmla="*/ 3538095 h 3967305"/>
              <a:gd name="csX2380" fmla="*/ 5236922 w 5872039"/>
              <a:gd name="csY2380" fmla="*/ 3538039 h 3967305"/>
              <a:gd name="csX2381" fmla="*/ 5367363 w 5872039"/>
              <a:gd name="csY2381" fmla="*/ 3543548 h 3967305"/>
              <a:gd name="csX2382" fmla="*/ 5624368 w 5872039"/>
              <a:gd name="csY2382" fmla="*/ 3538979 h 3967305"/>
              <a:gd name="csX2383" fmla="*/ 5827417 w 5872039"/>
              <a:gd name="csY2383" fmla="*/ 3522460 h 3967305"/>
              <a:gd name="csX2384" fmla="*/ 5872039 w 5872039"/>
              <a:gd name="csY2384" fmla="*/ 3515284 h 3967305"/>
              <a:gd name="csX2385" fmla="*/ 5872039 w 5872039"/>
              <a:gd name="csY2385" fmla="*/ 3530365 h 3967305"/>
              <a:gd name="csX2386" fmla="*/ 5829682 w 5872039"/>
              <a:gd name="csY2386" fmla="*/ 3537190 h 3967305"/>
              <a:gd name="csX2387" fmla="*/ 5625116 w 5872039"/>
              <a:gd name="csY2387" fmla="*/ 3553848 h 3967305"/>
              <a:gd name="csX2388" fmla="*/ 5366641 w 5872039"/>
              <a:gd name="csY2388" fmla="*/ 3558455 h 3967305"/>
              <a:gd name="csX2389" fmla="*/ 5360919 w 5872039"/>
              <a:gd name="csY2389" fmla="*/ 3558212 h 3967305"/>
              <a:gd name="csX2390" fmla="*/ 5436870 w 5872039"/>
              <a:gd name="csY2390" fmla="*/ 3565226 h 3967305"/>
              <a:gd name="csX2391" fmla="*/ 5688356 w 5872039"/>
              <a:gd name="csY2391" fmla="*/ 3569012 h 3967305"/>
              <a:gd name="csX2392" fmla="*/ 5872039 w 5872039"/>
              <a:gd name="csY2392" fmla="*/ 3555344 h 3967305"/>
              <a:gd name="csX2393" fmla="*/ 5872039 w 5872039"/>
              <a:gd name="csY2393" fmla="*/ 3570220 h 3967305"/>
              <a:gd name="csX2394" fmla="*/ 5688864 w 5872039"/>
              <a:gd name="csY2394" fmla="*/ 3583881 h 3967305"/>
              <a:gd name="csX2395" fmla="*/ 5503364 w 5872039"/>
              <a:gd name="csY2395" fmla="*/ 3583485 h 3967305"/>
              <a:gd name="csX2396" fmla="*/ 5462690 w 5872039"/>
              <a:gd name="csY2396" fmla="*/ 3580272 h 3967305"/>
              <a:gd name="csX2397" fmla="*/ 5505421 w 5872039"/>
              <a:gd name="csY2397" fmla="*/ 3586378 h 3967305"/>
              <a:gd name="csX2398" fmla="*/ 5723795 w 5872039"/>
              <a:gd name="csY2398" fmla="*/ 3598649 h 3967305"/>
              <a:gd name="csX2399" fmla="*/ 5872039 w 5872039"/>
              <a:gd name="csY2399" fmla="*/ 3589654 h 3967305"/>
              <a:gd name="csX2400" fmla="*/ 5872039 w 5872039"/>
              <a:gd name="csY2400" fmla="*/ 3606269 h 3967305"/>
              <a:gd name="csX2401" fmla="*/ 5859572 w 5872039"/>
              <a:gd name="csY2401" fmla="*/ 3607844 h 3967305"/>
              <a:gd name="csX2402" fmla="*/ 5371878 w 5872039"/>
              <a:gd name="csY2402" fmla="*/ 3582022 h 3967305"/>
              <a:gd name="csX2403" fmla="*/ 5301202 w 5872039"/>
              <a:gd name="csY2403" fmla="*/ 3567513 h 3967305"/>
              <a:gd name="csX2404" fmla="*/ 5293665 w 5872039"/>
              <a:gd name="csY2404" fmla="*/ 3566917 h 3967305"/>
              <a:gd name="csX2405" fmla="*/ 5158474 w 5872039"/>
              <a:gd name="csY2405" fmla="*/ 3546153 h 3967305"/>
              <a:gd name="csX2406" fmla="*/ 5070049 w 5872039"/>
              <a:gd name="csY2406" fmla="*/ 3537564 h 3967305"/>
              <a:gd name="csX2407" fmla="*/ 5054539 w 5872039"/>
              <a:gd name="csY2407" fmla="*/ 3535031 h 3967305"/>
              <a:gd name="csX2408" fmla="*/ 4949540 w 5872039"/>
              <a:gd name="csY2408" fmla="*/ 3529256 h 3967305"/>
              <a:gd name="csX2409" fmla="*/ 4941936 w 5872039"/>
              <a:gd name="csY2409" fmla="*/ 3528335 h 3967305"/>
              <a:gd name="csX2410" fmla="*/ 4833105 w 5872039"/>
              <a:gd name="csY2410" fmla="*/ 3526806 h 3967305"/>
              <a:gd name="csX2411" fmla="*/ 4826192 w 5872039"/>
              <a:gd name="csY2411" fmla="*/ 3526257 h 3967305"/>
              <a:gd name="csX2412" fmla="*/ 4715692 w 5872039"/>
              <a:gd name="csY2412" fmla="*/ 3528524 h 3967305"/>
              <a:gd name="csX2413" fmla="*/ 4715633 w 5872039"/>
              <a:gd name="csY2413" fmla="*/ 3528531 h 3967305"/>
              <a:gd name="csX2414" fmla="*/ 4602249 w 5872039"/>
              <a:gd name="csY2414" fmla="*/ 3535569 h 3967305"/>
              <a:gd name="csX2415" fmla="*/ 4581809 w 5872039"/>
              <a:gd name="csY2415" fmla="*/ 3535454 h 3967305"/>
              <a:gd name="csX2416" fmla="*/ 4507156 w 5872039"/>
              <a:gd name="csY2416" fmla="*/ 3545460 h 3967305"/>
              <a:gd name="csX2417" fmla="*/ 4477802 w 5872039"/>
              <a:gd name="csY2417" fmla="*/ 3546554 h 3967305"/>
              <a:gd name="csX2418" fmla="*/ 4418902 w 5872039"/>
              <a:gd name="csY2418" fmla="*/ 3557319 h 3967305"/>
              <a:gd name="csX2419" fmla="*/ 4376711 w 5872039"/>
              <a:gd name="csY2419" fmla="*/ 3560767 h 3967305"/>
              <a:gd name="csX2420" fmla="*/ 4335120 w 5872039"/>
              <a:gd name="csY2420" fmla="*/ 3570453 h 3967305"/>
              <a:gd name="csX2421" fmla="*/ 4278657 w 5872039"/>
              <a:gd name="csY2421" fmla="*/ 3577629 h 3967305"/>
              <a:gd name="csX2422" fmla="*/ 4254588 w 5872039"/>
              <a:gd name="csY2422" fmla="*/ 3584465 h 3967305"/>
              <a:gd name="csX2423" fmla="*/ 4175608 w 5872039"/>
              <a:gd name="csY2423" fmla="*/ 3598126 h 3967305"/>
              <a:gd name="csX2424" fmla="*/ 4081557 w 5872039"/>
              <a:gd name="csY2424" fmla="*/ 3619749 h 3967305"/>
              <a:gd name="csX2425" fmla="*/ 4070712 w 5872039"/>
              <a:gd name="csY2425" fmla="*/ 3621033 h 3967305"/>
              <a:gd name="csX2426" fmla="*/ 4006479 w 5872039"/>
              <a:gd name="csY2426" fmla="*/ 3638787 h 3967305"/>
              <a:gd name="csX2427" fmla="*/ 3976796 w 5872039"/>
              <a:gd name="csY2427" fmla="*/ 3643541 h 3967305"/>
              <a:gd name="csX2428" fmla="*/ 3932443 w 5872039"/>
              <a:gd name="csY2428" fmla="*/ 3657852 h 3967305"/>
              <a:gd name="csX2429" fmla="*/ 3886132 w 5872039"/>
              <a:gd name="csY2429" fmla="*/ 3667189 h 3967305"/>
              <a:gd name="csX2430" fmla="*/ 3859121 w 5872039"/>
              <a:gd name="csY2430" fmla="*/ 3677152 h 3967305"/>
              <a:gd name="csX2431" fmla="*/ 3772396 w 5872039"/>
              <a:gd name="csY2431" fmla="*/ 3698205 h 3967305"/>
              <a:gd name="csX2432" fmla="*/ 3692431 w 5872039"/>
              <a:gd name="csY2432" fmla="*/ 3723246 h 3967305"/>
              <a:gd name="csX2433" fmla="*/ 3680307 w 5872039"/>
              <a:gd name="csY2433" fmla="*/ 3725106 h 3967305"/>
              <a:gd name="csX2434" fmla="*/ 3620391 w 5872039"/>
              <a:gd name="csY2434" fmla="*/ 3746351 h 3967305"/>
              <a:gd name="csX2435" fmla="*/ 3594939 w 5872039"/>
              <a:gd name="csY2435" fmla="*/ 3751180 h 3967305"/>
              <a:gd name="csX2436" fmla="*/ 3548414 w 5872039"/>
              <a:gd name="csY2436" fmla="*/ 3769588 h 3967305"/>
              <a:gd name="csX2437" fmla="*/ 3510505 w 5872039"/>
              <a:gd name="csY2437" fmla="*/ 3778133 h 3967305"/>
              <a:gd name="csX2438" fmla="*/ 3476835 w 5872039"/>
              <a:gd name="csY2438" fmla="*/ 3792825 h 3967305"/>
              <a:gd name="csX2439" fmla="*/ 3422747 w 5872039"/>
              <a:gd name="csY2439" fmla="*/ 3806928 h 3967305"/>
              <a:gd name="csX2440" fmla="*/ 3406748 w 5872039"/>
              <a:gd name="csY2440" fmla="*/ 3814636 h 3967305"/>
              <a:gd name="csX2441" fmla="*/ 3341689 w 5872039"/>
              <a:gd name="csY2441" fmla="*/ 3834252 h 3967305"/>
              <a:gd name="csX2442" fmla="*/ 3335141 w 5872039"/>
              <a:gd name="csY2442" fmla="*/ 3837670 h 3967305"/>
              <a:gd name="csX2443" fmla="*/ 3234692 w 5872039"/>
              <a:gd name="csY2443" fmla="*/ 3871448 h 3967305"/>
              <a:gd name="csX2444" fmla="*/ 3162402 w 5872039"/>
              <a:gd name="csY2444" fmla="*/ 3898245 h 3967305"/>
              <a:gd name="csX2445" fmla="*/ 3054767 w 5872039"/>
              <a:gd name="csY2445" fmla="*/ 3920748 h 3967305"/>
              <a:gd name="csX2446" fmla="*/ 3026944 w 5872039"/>
              <a:gd name="csY2446" fmla="*/ 3921452 h 3967305"/>
              <a:gd name="csX2447" fmla="*/ 3018809 w 5872039"/>
              <a:gd name="csY2447" fmla="*/ 3939034 h 3967305"/>
              <a:gd name="csX2448" fmla="*/ 2994890 w 5872039"/>
              <a:gd name="csY2448" fmla="*/ 3967305 h 3967305"/>
              <a:gd name="csX2449" fmla="*/ 2975506 w 5872039"/>
              <a:gd name="csY2449" fmla="*/ 3967305 h 3967305"/>
              <a:gd name="csX2450" fmla="*/ 3006209 w 5872039"/>
              <a:gd name="csY2450" fmla="*/ 3931106 h 3967305"/>
              <a:gd name="csX2451" fmla="*/ 3010466 w 5872039"/>
              <a:gd name="csY2451" fmla="*/ 3921869 h 3967305"/>
              <a:gd name="csX2452" fmla="*/ 2913796 w 5872039"/>
              <a:gd name="csY2452" fmla="*/ 3924315 h 3967305"/>
              <a:gd name="csX2453" fmla="*/ 2904653 w 5872039"/>
              <a:gd name="csY2453" fmla="*/ 3922722 h 3967305"/>
              <a:gd name="csX2454" fmla="*/ 2864587 w 5872039"/>
              <a:gd name="csY2454" fmla="*/ 3967305 h 3967305"/>
              <a:gd name="csX2455" fmla="*/ 2839894 w 5872039"/>
              <a:gd name="csY2455" fmla="*/ 3967305 h 3967305"/>
              <a:gd name="csX2456" fmla="*/ 2852164 w 5872039"/>
              <a:gd name="csY2456" fmla="*/ 3958771 h 3967305"/>
              <a:gd name="csX2457" fmla="*/ 2887358 w 5872039"/>
              <a:gd name="csY2457" fmla="*/ 3919709 h 3967305"/>
              <a:gd name="csX2458" fmla="*/ 2789031 w 5872039"/>
              <a:gd name="csY2458" fmla="*/ 3902579 h 3967305"/>
              <a:gd name="csX2459" fmla="*/ 2778428 w 5872039"/>
              <a:gd name="csY2459" fmla="*/ 3913479 h 3967305"/>
              <a:gd name="csX2460" fmla="*/ 2702897 w 5872039"/>
              <a:gd name="csY2460" fmla="*/ 3963068 h 3967305"/>
              <a:gd name="csX2461" fmla="*/ 2693223 w 5872039"/>
              <a:gd name="csY2461" fmla="*/ 3967305 h 3967305"/>
              <a:gd name="csX2462" fmla="*/ 2656457 w 5872039"/>
              <a:gd name="csY2462" fmla="*/ 3967305 h 3967305"/>
              <a:gd name="csX2463" fmla="*/ 2694484 w 5872039"/>
              <a:gd name="csY2463" fmla="*/ 3950778 h 3967305"/>
              <a:gd name="csX2464" fmla="*/ 2768367 w 5872039"/>
              <a:gd name="csY2464" fmla="*/ 3902533 h 3967305"/>
              <a:gd name="csX2465" fmla="*/ 2771329 w 5872039"/>
              <a:gd name="csY2465" fmla="*/ 3899495 h 3967305"/>
              <a:gd name="csX2466" fmla="*/ 2769184 w 5872039"/>
              <a:gd name="csY2466" fmla="*/ 3899121 h 3967305"/>
              <a:gd name="csX2467" fmla="*/ 2677056 w 5872039"/>
              <a:gd name="csY2467" fmla="*/ 3868420 h 3967305"/>
              <a:gd name="csX2468" fmla="*/ 2615076 w 5872039"/>
              <a:gd name="csY2468" fmla="*/ 3906928 h 3967305"/>
              <a:gd name="csX2469" fmla="*/ 2476896 w 5872039"/>
              <a:gd name="csY2469" fmla="*/ 3957388 h 3967305"/>
              <a:gd name="csX2470" fmla="*/ 2419478 w 5872039"/>
              <a:gd name="csY2470" fmla="*/ 3967305 h 3967305"/>
              <a:gd name="csX2471" fmla="*/ 2318945 w 5872039"/>
              <a:gd name="csY2471" fmla="*/ 3967305 h 3967305"/>
              <a:gd name="csX2472" fmla="*/ 2457350 w 5872039"/>
              <a:gd name="csY2472" fmla="*/ 3945610 h 3967305"/>
              <a:gd name="csX2473" fmla="*/ 2599362 w 5872039"/>
              <a:gd name="csY2473" fmla="*/ 3897086 h 3967305"/>
              <a:gd name="csX2474" fmla="*/ 2659795 w 5872039"/>
              <a:gd name="csY2474" fmla="*/ 3861145 h 3967305"/>
              <a:gd name="csX2475" fmla="*/ 2576216 w 5872039"/>
              <a:gd name="csY2475" fmla="*/ 3821428 h 3967305"/>
              <a:gd name="csX2476" fmla="*/ 2530962 w 5872039"/>
              <a:gd name="csY2476" fmla="*/ 3847619 h 3967305"/>
              <a:gd name="csX2477" fmla="*/ 1997130 w 5872039"/>
              <a:gd name="csY2477" fmla="*/ 3926727 h 3967305"/>
              <a:gd name="csX2478" fmla="*/ 1860958 w 5872039"/>
              <a:gd name="csY2478" fmla="*/ 3917224 h 3967305"/>
              <a:gd name="csX2479" fmla="*/ 1463840 w 5872039"/>
              <a:gd name="csY2479" fmla="*/ 3913620 h 3967305"/>
              <a:gd name="csX2480" fmla="*/ 1296408 w 5872039"/>
              <a:gd name="csY2480" fmla="*/ 3954196 h 3967305"/>
              <a:gd name="csX2481" fmla="*/ 1270015 w 5872039"/>
              <a:gd name="csY2481" fmla="*/ 3967305 h 3967305"/>
              <a:gd name="csX2482" fmla="*/ 1236871 w 5872039"/>
              <a:gd name="csY2482" fmla="*/ 3967305 h 3967305"/>
              <a:gd name="csX2483" fmla="*/ 1291282 w 5872039"/>
              <a:gd name="csY2483" fmla="*/ 3940288 h 3967305"/>
              <a:gd name="csX2484" fmla="*/ 1461917 w 5872039"/>
              <a:gd name="csY2484" fmla="*/ 3898911 h 3967305"/>
              <a:gd name="csX2485" fmla="*/ 1862133 w 5872039"/>
              <a:gd name="csY2485" fmla="*/ 3902435 h 3967305"/>
              <a:gd name="csX2486" fmla="*/ 1997985 w 5872039"/>
              <a:gd name="csY2486" fmla="*/ 3911912 h 3967305"/>
              <a:gd name="csX2487" fmla="*/ 2523197 w 5872039"/>
              <a:gd name="csY2487" fmla="*/ 3834951 h 3967305"/>
              <a:gd name="csX2488" fmla="*/ 2560034 w 5872039"/>
              <a:gd name="csY2488" fmla="*/ 3813739 h 3967305"/>
              <a:gd name="csX2489" fmla="*/ 2535893 w 5872039"/>
              <a:gd name="csY2489" fmla="*/ 3802267 h 3967305"/>
              <a:gd name="csX2490" fmla="*/ 2482440 w 5872039"/>
              <a:gd name="csY2490" fmla="*/ 3770353 h 3967305"/>
              <a:gd name="csX2491" fmla="*/ 2456441 w 5872039"/>
              <a:gd name="csY2491" fmla="*/ 3784890 h 3967305"/>
              <a:gd name="csX2492" fmla="*/ 1917151 w 5872039"/>
              <a:gd name="csY2492" fmla="*/ 3869866 h 3967305"/>
              <a:gd name="csX2493" fmla="*/ 1799185 w 5872039"/>
              <a:gd name="csY2493" fmla="*/ 3865195 h 3967305"/>
              <a:gd name="csX2494" fmla="*/ 1393204 w 5872039"/>
              <a:gd name="csY2494" fmla="*/ 3875445 h 3967305"/>
              <a:gd name="csX2495" fmla="*/ 1230470 w 5872039"/>
              <a:gd name="csY2495" fmla="*/ 3921415 h 3967305"/>
              <a:gd name="csX2496" fmla="*/ 1145142 w 5872039"/>
              <a:gd name="csY2496" fmla="*/ 3967305 h 3967305"/>
              <a:gd name="csX2497" fmla="*/ 1113949 w 5872039"/>
              <a:gd name="csY2497" fmla="*/ 3967305 h 3967305"/>
              <a:gd name="csX2498" fmla="*/ 1224838 w 5872039"/>
              <a:gd name="csY2498" fmla="*/ 3907693 h 3967305"/>
              <a:gd name="csX2499" fmla="*/ 1390642 w 5872039"/>
              <a:gd name="csY2499" fmla="*/ 3860843 h 3967305"/>
              <a:gd name="csX2500" fmla="*/ 1799825 w 5872039"/>
              <a:gd name="csY2500" fmla="*/ 3850405 h 3967305"/>
              <a:gd name="csX2501" fmla="*/ 1917552 w 5872039"/>
              <a:gd name="csY2501" fmla="*/ 3855077 h 3967305"/>
              <a:gd name="csX2502" fmla="*/ 2448826 w 5872039"/>
              <a:gd name="csY2502" fmla="*/ 3772200 h 3967305"/>
              <a:gd name="csX2503" fmla="*/ 2467820 w 5872039"/>
              <a:gd name="csY2503" fmla="*/ 3761624 h 3967305"/>
              <a:gd name="csX2504" fmla="*/ 2457268 w 5872039"/>
              <a:gd name="csY2504" fmla="*/ 3755324 h 3967305"/>
              <a:gd name="csX2505" fmla="*/ 2396654 w 5872039"/>
              <a:gd name="csY2505" fmla="*/ 3713613 h 3967305"/>
              <a:gd name="csX2506" fmla="*/ 2372864 w 5872039"/>
              <a:gd name="csY2506" fmla="*/ 3725883 h 3967305"/>
              <a:gd name="csX2507" fmla="*/ 1837013 w 5872039"/>
              <a:gd name="csY2507" fmla="*/ 3813032 h 3967305"/>
              <a:gd name="csX2508" fmla="*/ 1740003 w 5872039"/>
              <a:gd name="csY2508" fmla="*/ 3812124 h 3967305"/>
              <a:gd name="csX2509" fmla="*/ 1322436 w 5872039"/>
              <a:gd name="csY2509" fmla="*/ 3837272 h 3967305"/>
              <a:gd name="csX2510" fmla="*/ 1164401 w 5872039"/>
              <a:gd name="csY2510" fmla="*/ 3888633 h 3967305"/>
              <a:gd name="csX2511" fmla="*/ 1086158 w 5872039"/>
              <a:gd name="csY2511" fmla="*/ 3930343 h 3967305"/>
              <a:gd name="csX2512" fmla="*/ 1034769 w 5872039"/>
              <a:gd name="csY2512" fmla="*/ 3967305 h 3967305"/>
              <a:gd name="csX2513" fmla="*/ 1011684 w 5872039"/>
              <a:gd name="csY2513" fmla="*/ 3967305 h 3967305"/>
              <a:gd name="csX2514" fmla="*/ 1023467 w 5872039"/>
              <a:gd name="csY2514" fmla="*/ 3955912 h 3967305"/>
              <a:gd name="csX2515" fmla="*/ 1158367 w 5872039"/>
              <a:gd name="csY2515" fmla="*/ 3875125 h 3967305"/>
              <a:gd name="csX2516" fmla="*/ 1319365 w 5872039"/>
              <a:gd name="csY2516" fmla="*/ 3822802 h 3967305"/>
              <a:gd name="csX2517" fmla="*/ 1740243 w 5872039"/>
              <a:gd name="csY2517" fmla="*/ 3797308 h 3967305"/>
              <a:gd name="csX2518" fmla="*/ 1837094 w 5872039"/>
              <a:gd name="csY2518" fmla="*/ 3798216 h 3967305"/>
              <a:gd name="csX2519" fmla="*/ 1841952 w 5872039"/>
              <a:gd name="csY2519" fmla="*/ 3798216 h 3967305"/>
              <a:gd name="csX2520" fmla="*/ 2366766 w 5872039"/>
              <a:gd name="csY2520" fmla="*/ 3712422 h 3967305"/>
              <a:gd name="csX2521" fmla="*/ 2382871 w 5872039"/>
              <a:gd name="csY2521" fmla="*/ 3704127 h 3967305"/>
              <a:gd name="csX2522" fmla="*/ 2365805 w 5872039"/>
              <a:gd name="csY2522" fmla="*/ 3692384 h 3967305"/>
              <a:gd name="csX2523" fmla="*/ 2318369 w 5872039"/>
              <a:gd name="csY2523" fmla="*/ 3655001 h 3967305"/>
              <a:gd name="csX2524" fmla="*/ 2317188 w 5872039"/>
              <a:gd name="csY2524" fmla="*/ 3655615 h 3967305"/>
              <a:gd name="csX2525" fmla="*/ 1757007 w 5872039"/>
              <a:gd name="csY2525" fmla="*/ 3756252 h 3967305"/>
              <a:gd name="csX2526" fmla="*/ 1684288 w 5872039"/>
              <a:gd name="csY2526" fmla="*/ 3757800 h 3967305"/>
              <a:gd name="csX2527" fmla="*/ 1251800 w 5872039"/>
              <a:gd name="csY2527" fmla="*/ 3799178 h 3967305"/>
              <a:gd name="csX2528" fmla="*/ 1098463 w 5872039"/>
              <a:gd name="csY2528" fmla="*/ 3855905 h 3967305"/>
              <a:gd name="csX2529" fmla="*/ 953866 w 5872039"/>
              <a:gd name="csY2529" fmla="*/ 3952406 h 3967305"/>
              <a:gd name="csX2530" fmla="*/ 938795 w 5872039"/>
              <a:gd name="csY2530" fmla="*/ 3967305 h 3967305"/>
              <a:gd name="csX2531" fmla="*/ 917731 w 5872039"/>
              <a:gd name="csY2531" fmla="*/ 3967305 h 3967305"/>
              <a:gd name="csX2532" fmla="*/ 944338 w 5872039"/>
              <a:gd name="csY2532" fmla="*/ 3941013 h 3967305"/>
              <a:gd name="csX2533" fmla="*/ 1091923 w 5872039"/>
              <a:gd name="csY2533" fmla="*/ 3842531 h 3967305"/>
              <a:gd name="csX2534" fmla="*/ 1248089 w 5872039"/>
              <a:gd name="csY2534" fmla="*/ 3784735 h 3967305"/>
              <a:gd name="csX2535" fmla="*/ 1684049 w 5872039"/>
              <a:gd name="csY2535" fmla="*/ 3742878 h 3967305"/>
              <a:gd name="csX2536" fmla="*/ 1756686 w 5872039"/>
              <a:gd name="csY2536" fmla="*/ 3741329 h 3967305"/>
              <a:gd name="csX2537" fmla="*/ 2239297 w 5872039"/>
              <a:gd name="csY2537" fmla="*/ 3670206 h 3967305"/>
              <a:gd name="csX2538" fmla="*/ 2305053 w 5872039"/>
              <a:gd name="csY2538" fmla="*/ 3644507 h 3967305"/>
              <a:gd name="csX2539" fmla="*/ 2259065 w 5872039"/>
              <a:gd name="csY2539" fmla="*/ 3608265 h 3967305"/>
              <a:gd name="csX2540" fmla="*/ 2242540 w 5872039"/>
              <a:gd name="csY2540" fmla="*/ 3593446 h 3967305"/>
              <a:gd name="csX2541" fmla="*/ 2199717 w 5872039"/>
              <a:gd name="csY2541" fmla="*/ 3611863 h 3967305"/>
              <a:gd name="csX2542" fmla="*/ 1677001 w 5872039"/>
              <a:gd name="csY2542" fmla="*/ 3699391 h 3967305"/>
              <a:gd name="csX2543" fmla="*/ 1632339 w 5872039"/>
              <a:gd name="csY2543" fmla="*/ 3701687 h 3967305"/>
              <a:gd name="csX2544" fmla="*/ 1181163 w 5872039"/>
              <a:gd name="csY2544" fmla="*/ 3760977 h 3967305"/>
              <a:gd name="csX2545" fmla="*/ 1032552 w 5872039"/>
              <a:gd name="csY2545" fmla="*/ 3823097 h 3967305"/>
              <a:gd name="csX2546" fmla="*/ 894591 w 5872039"/>
              <a:gd name="csY2546" fmla="*/ 3922778 h 3967305"/>
              <a:gd name="csX2547" fmla="*/ 857190 w 5872039"/>
              <a:gd name="csY2547" fmla="*/ 3967305 h 3967305"/>
              <a:gd name="csX2548" fmla="*/ 832023 w 5872039"/>
              <a:gd name="csY2548" fmla="*/ 3967305 h 3967305"/>
              <a:gd name="csX2549" fmla="*/ 884695 w 5872039"/>
              <a:gd name="csY2549" fmla="*/ 3911668 h 3967305"/>
              <a:gd name="csX2550" fmla="*/ 1025451 w 5872039"/>
              <a:gd name="csY2550" fmla="*/ 3809989 h 3967305"/>
              <a:gd name="csX2551" fmla="*/ 1176786 w 5872039"/>
              <a:gd name="csY2551" fmla="*/ 3746722 h 3967305"/>
              <a:gd name="csX2552" fmla="*/ 1631567 w 5872039"/>
              <a:gd name="csY2552" fmla="*/ 3686818 h 3967305"/>
              <a:gd name="csX2553" fmla="*/ 1676200 w 5872039"/>
              <a:gd name="csY2553" fmla="*/ 3684522 h 3967305"/>
              <a:gd name="csX2554" fmla="*/ 2193420 w 5872039"/>
              <a:gd name="csY2554" fmla="*/ 3598360 h 3967305"/>
              <a:gd name="csX2555" fmla="*/ 2230365 w 5872039"/>
              <a:gd name="csY2555" fmla="*/ 3582528 h 3967305"/>
              <a:gd name="csX2556" fmla="*/ 2172909 w 5872039"/>
              <a:gd name="csY2556" fmla="*/ 3531006 h 3967305"/>
              <a:gd name="csX2557" fmla="*/ 2121408 w 5872039"/>
              <a:gd name="csY2557" fmla="*/ 3551290 h 3967305"/>
              <a:gd name="csX2558" fmla="*/ 1596970 w 5872039"/>
              <a:gd name="csY2558" fmla="*/ 3642530 h 3967305"/>
              <a:gd name="csX2559" fmla="*/ 1585144 w 5872039"/>
              <a:gd name="csY2559" fmla="*/ 3643491 h 3967305"/>
              <a:gd name="csX2560" fmla="*/ 1110529 w 5872039"/>
              <a:gd name="csY2560" fmla="*/ 3722723 h 3967305"/>
              <a:gd name="csX2561" fmla="*/ 966616 w 5872039"/>
              <a:gd name="csY2561" fmla="*/ 3790208 h 3967305"/>
              <a:gd name="csX2562" fmla="*/ 833308 w 5872039"/>
              <a:gd name="csY2562" fmla="*/ 3893654 h 3967305"/>
              <a:gd name="csX2563" fmla="*/ 774600 w 5872039"/>
              <a:gd name="csY2563" fmla="*/ 3967305 h 3967305"/>
              <a:gd name="csX2564" fmla="*/ 755721 w 5872039"/>
              <a:gd name="csY2564" fmla="*/ 3967305 h 3967305"/>
              <a:gd name="csX2565" fmla="*/ 823034 w 5872039"/>
              <a:gd name="csY2565" fmla="*/ 3882911 h 3967305"/>
              <a:gd name="csX2566" fmla="*/ 958981 w 5872039"/>
              <a:gd name="csY2566" fmla="*/ 3777448 h 3967305"/>
              <a:gd name="csX2567" fmla="*/ 1105485 w 5872039"/>
              <a:gd name="csY2567" fmla="*/ 3708734 h 3967305"/>
              <a:gd name="csX2568" fmla="*/ 1583916 w 5872039"/>
              <a:gd name="csY2568" fmla="*/ 3628676 h 3967305"/>
              <a:gd name="csX2569" fmla="*/ 1595742 w 5872039"/>
              <a:gd name="csY2569" fmla="*/ 3627715 h 3967305"/>
              <a:gd name="csX2570" fmla="*/ 2115522 w 5872039"/>
              <a:gd name="csY2570" fmla="*/ 3537618 h 3967305"/>
              <a:gd name="csX2571" fmla="*/ 2160558 w 5872039"/>
              <a:gd name="csY2571" fmla="*/ 3519930 h 3967305"/>
              <a:gd name="csX2572" fmla="*/ 2134022 w 5872039"/>
              <a:gd name="csY2572" fmla="*/ 3496134 h 3967305"/>
              <a:gd name="csX2573" fmla="*/ 2105948 w 5872039"/>
              <a:gd name="csY2573" fmla="*/ 3468974 h 3967305"/>
              <a:gd name="csX2574" fmla="*/ 2040089 w 5872039"/>
              <a:gd name="csY2574" fmla="*/ 3492393 h 3967305"/>
              <a:gd name="csX2575" fmla="*/ 1516964 w 5872039"/>
              <a:gd name="csY2575" fmla="*/ 3585643 h 3967305"/>
              <a:gd name="csX2576" fmla="*/ 1039894 w 5872039"/>
              <a:gd name="csY2576" fmla="*/ 3684469 h 3967305"/>
              <a:gd name="csX2577" fmla="*/ 900678 w 5872039"/>
              <a:gd name="csY2577" fmla="*/ 3757346 h 3967305"/>
              <a:gd name="csX2578" fmla="*/ 772125 w 5872039"/>
              <a:gd name="csY2578" fmla="*/ 3864534 h 3967305"/>
              <a:gd name="csX2579" fmla="*/ 694523 w 5872039"/>
              <a:gd name="csY2579" fmla="*/ 3967305 h 3967305"/>
              <a:gd name="csX2580" fmla="*/ 675995 w 5872039"/>
              <a:gd name="csY2580" fmla="*/ 3967305 h 3967305"/>
              <a:gd name="csX2581" fmla="*/ 761481 w 5872039"/>
              <a:gd name="csY2581" fmla="*/ 3854164 h 3967305"/>
              <a:gd name="csX2582" fmla="*/ 892511 w 5872039"/>
              <a:gd name="csY2582" fmla="*/ 3744933 h 3967305"/>
              <a:gd name="csX2583" fmla="*/ 1034181 w 5872039"/>
              <a:gd name="csY2583" fmla="*/ 3670747 h 3967305"/>
              <a:gd name="csX2584" fmla="*/ 1515254 w 5872039"/>
              <a:gd name="csY2584" fmla="*/ 3570880 h 3967305"/>
              <a:gd name="csX2585" fmla="*/ 2034660 w 5872039"/>
              <a:gd name="csY2585" fmla="*/ 3478536 h 3967305"/>
              <a:gd name="csX2586" fmla="*/ 2094050 w 5872039"/>
              <a:gd name="csY2586" fmla="*/ 3457463 h 3967305"/>
              <a:gd name="csX2587" fmla="*/ 2039800 w 5872039"/>
              <a:gd name="csY2587" fmla="*/ 3404980 h 3967305"/>
              <a:gd name="csX2588" fmla="*/ 1959964 w 5872039"/>
              <a:gd name="csY2588" fmla="*/ 3433383 h 3967305"/>
              <a:gd name="csX2589" fmla="*/ 1466778 w 5872039"/>
              <a:gd name="csY2589" fmla="*/ 3524564 h 3967305"/>
              <a:gd name="csX2590" fmla="*/ 1436826 w 5872039"/>
              <a:gd name="csY2590" fmla="*/ 3528782 h 3967305"/>
              <a:gd name="csX2591" fmla="*/ 969098 w 5872039"/>
              <a:gd name="csY2591" fmla="*/ 3646241 h 3967305"/>
              <a:gd name="csX2592" fmla="*/ 834581 w 5872039"/>
              <a:gd name="csY2592" fmla="*/ 3724512 h 3967305"/>
              <a:gd name="csX2593" fmla="*/ 634318 w 5872039"/>
              <a:gd name="csY2593" fmla="*/ 3940775 h 3967305"/>
              <a:gd name="csX2594" fmla="*/ 620183 w 5872039"/>
              <a:gd name="csY2594" fmla="*/ 3967305 h 3967305"/>
              <a:gd name="csX2595" fmla="*/ 603459 w 5872039"/>
              <a:gd name="csY2595" fmla="*/ 3967305 h 3967305"/>
              <a:gd name="csX2596" fmla="*/ 618703 w 5872039"/>
              <a:gd name="csY2596" fmla="*/ 3938094 h 3967305"/>
              <a:gd name="csX2597" fmla="*/ 826012 w 5872039"/>
              <a:gd name="csY2597" fmla="*/ 3712445 h 3967305"/>
              <a:gd name="csX2598" fmla="*/ 962851 w 5872039"/>
              <a:gd name="csY2598" fmla="*/ 3632813 h 3967305"/>
              <a:gd name="csX2599" fmla="*/ 1434769 w 5872039"/>
              <a:gd name="csY2599" fmla="*/ 3514100 h 3967305"/>
              <a:gd name="csX2600" fmla="*/ 1464721 w 5872039"/>
              <a:gd name="csY2600" fmla="*/ 3509882 h 3967305"/>
              <a:gd name="csX2601" fmla="*/ 1955191 w 5872039"/>
              <a:gd name="csY2601" fmla="*/ 3419327 h 3967305"/>
              <a:gd name="csX2602" fmla="*/ 2027896 w 5872039"/>
              <a:gd name="csY2602" fmla="*/ 3393489 h 3967305"/>
              <a:gd name="csX2603" fmla="*/ 1977475 w 5872039"/>
              <a:gd name="csY2603" fmla="*/ 3345153 h 3967305"/>
              <a:gd name="csX2604" fmla="*/ 1896103 w 5872039"/>
              <a:gd name="csY2604" fmla="*/ 3370449 h 3967305"/>
              <a:gd name="csX2605" fmla="*/ 1477188 w 5872039"/>
              <a:gd name="csY2605" fmla="*/ 3451926 h 3967305"/>
              <a:gd name="csX2606" fmla="*/ 1356766 w 5872039"/>
              <a:gd name="csY2606" fmla="*/ 3471974 h 3967305"/>
              <a:gd name="csX2607" fmla="*/ 898409 w 5872039"/>
              <a:gd name="csY2607" fmla="*/ 3608039 h 3967305"/>
              <a:gd name="csX2608" fmla="*/ 768618 w 5872039"/>
              <a:gd name="csY2608" fmla="*/ 3691702 h 3967305"/>
              <a:gd name="csX2609" fmla="*/ 576739 w 5872039"/>
              <a:gd name="csY2609" fmla="*/ 3913004 h 3967305"/>
              <a:gd name="csX2610" fmla="*/ 549349 w 5872039"/>
              <a:gd name="csY2610" fmla="*/ 3967305 h 3967305"/>
              <a:gd name="csX2611" fmla="*/ 532860 w 5872039"/>
              <a:gd name="csY2611" fmla="*/ 3967305 h 3967305"/>
              <a:gd name="csX2612" fmla="*/ 564217 w 5872039"/>
              <a:gd name="csY2612" fmla="*/ 3905187 h 3967305"/>
              <a:gd name="csX2613" fmla="*/ 759595 w 5872039"/>
              <a:gd name="csY2613" fmla="*/ 3679929 h 3967305"/>
              <a:gd name="csX2614" fmla="*/ 891576 w 5872039"/>
              <a:gd name="csY2614" fmla="*/ 3594879 h 3967305"/>
              <a:gd name="csX2615" fmla="*/ 1354337 w 5872039"/>
              <a:gd name="csY2615" fmla="*/ 3457292 h 3967305"/>
              <a:gd name="csX2616" fmla="*/ 1474866 w 5872039"/>
              <a:gd name="csY2616" fmla="*/ 3437243 h 3967305"/>
              <a:gd name="csX2617" fmla="*/ 1891927 w 5872039"/>
              <a:gd name="csY2617" fmla="*/ 3356176 h 3967305"/>
              <a:gd name="csX2618" fmla="*/ 1965226 w 5872039"/>
              <a:gd name="csY2618" fmla="*/ 3333409 h 3967305"/>
              <a:gd name="csX2619" fmla="*/ 1916441 w 5872039"/>
              <a:gd name="csY2619" fmla="*/ 3286641 h 3967305"/>
              <a:gd name="csX2620" fmla="*/ 1835314 w 5872039"/>
              <a:gd name="csY2620" fmla="*/ 3307866 h 3967305"/>
              <a:gd name="csX2621" fmla="*/ 1506045 w 5872039"/>
              <a:gd name="csY2621" fmla="*/ 3372348 h 3967305"/>
              <a:gd name="csX2622" fmla="*/ 1276788 w 5872039"/>
              <a:gd name="csY2622" fmla="*/ 3414981 h 3967305"/>
              <a:gd name="csX2623" fmla="*/ 827800 w 5872039"/>
              <a:gd name="csY2623" fmla="*/ 3569652 h 3967305"/>
              <a:gd name="csX2624" fmla="*/ 702706 w 5872039"/>
              <a:gd name="csY2624" fmla="*/ 3658708 h 3967305"/>
              <a:gd name="csX2625" fmla="*/ 571179 w 5872039"/>
              <a:gd name="csY2625" fmla="*/ 3802219 h 3967305"/>
              <a:gd name="csX2626" fmla="*/ 480579 w 5872039"/>
              <a:gd name="csY2626" fmla="*/ 3967305 h 3967305"/>
              <a:gd name="csX2627" fmla="*/ 463789 w 5872039"/>
              <a:gd name="csY2627" fmla="*/ 3967305 h 3967305"/>
              <a:gd name="csX2628" fmla="*/ 559264 w 5872039"/>
              <a:gd name="csY2628" fmla="*/ 3793443 h 3967305"/>
              <a:gd name="csX2629" fmla="*/ 693097 w 5872039"/>
              <a:gd name="csY2629" fmla="*/ 3647442 h 3967305"/>
              <a:gd name="csX2630" fmla="*/ 820245 w 5872039"/>
              <a:gd name="csY2630" fmla="*/ 3556946 h 3967305"/>
              <a:gd name="csX2631" fmla="*/ 1273825 w 5872039"/>
              <a:gd name="csY2631" fmla="*/ 3400512 h 3967305"/>
              <a:gd name="csX2632" fmla="*/ 1503430 w 5872039"/>
              <a:gd name="csY2632" fmla="*/ 3357799 h 3967305"/>
              <a:gd name="csX2633" fmla="*/ 1831651 w 5872039"/>
              <a:gd name="csY2633" fmla="*/ 3293561 h 3967305"/>
              <a:gd name="csX2634" fmla="*/ 1903944 w 5872039"/>
              <a:gd name="csY2634" fmla="*/ 3274662 h 3967305"/>
              <a:gd name="csX2635" fmla="*/ 1877378 w 5872039"/>
              <a:gd name="csY2635" fmla="*/ 3249193 h 3967305"/>
              <a:gd name="csX2636" fmla="*/ 1855548 w 5872039"/>
              <a:gd name="csY2636" fmla="*/ 3230344 h 3967305"/>
              <a:gd name="csX2637" fmla="*/ 1848251 w 5872039"/>
              <a:gd name="csY2637" fmla="*/ 3231958 h 3967305"/>
              <a:gd name="csX2638" fmla="*/ 1570809 w 5872039"/>
              <a:gd name="csY2638" fmla="*/ 3284734 h 3967305"/>
              <a:gd name="csX2639" fmla="*/ 1196781 w 5872039"/>
              <a:gd name="csY2639" fmla="*/ 3358066 h 3967305"/>
              <a:gd name="csX2640" fmla="*/ 757139 w 5872039"/>
              <a:gd name="csY2640" fmla="*/ 3531345 h 3967305"/>
              <a:gd name="csX2641" fmla="*/ 636743 w 5872039"/>
              <a:gd name="csY2641" fmla="*/ 3625819 h 3967305"/>
              <a:gd name="csX2642" fmla="*/ 424419 w 5872039"/>
              <a:gd name="csY2642" fmla="*/ 3945626 h 3967305"/>
              <a:gd name="csX2643" fmla="*/ 418635 w 5872039"/>
              <a:gd name="csY2643" fmla="*/ 3967305 h 3967305"/>
              <a:gd name="csX2644" fmla="*/ 403450 w 5872039"/>
              <a:gd name="csY2644" fmla="*/ 3967305 h 3967305"/>
              <a:gd name="csX2645" fmla="*/ 410726 w 5872039"/>
              <a:gd name="csY2645" fmla="*/ 3940072 h 3967305"/>
              <a:gd name="csX2646" fmla="*/ 626654 w 5872039"/>
              <a:gd name="csY2646" fmla="*/ 3614981 h 3967305"/>
              <a:gd name="csX2647" fmla="*/ 748969 w 5872039"/>
              <a:gd name="csY2647" fmla="*/ 3519012 h 3967305"/>
              <a:gd name="csX2648" fmla="*/ 1193364 w 5872039"/>
              <a:gd name="csY2648" fmla="*/ 3343704 h 3967305"/>
              <a:gd name="csX2649" fmla="*/ 1568219 w 5872039"/>
              <a:gd name="csY2649" fmla="*/ 3270186 h 3967305"/>
              <a:gd name="csX2650" fmla="*/ 1713153 w 5872039"/>
              <a:gd name="csY2650" fmla="*/ 3244021 h 3967305"/>
              <a:gd name="csX2651" fmla="*/ 1841519 w 5872039"/>
              <a:gd name="csY2651" fmla="*/ 3218231 h 3967305"/>
              <a:gd name="csX2652" fmla="*/ 1793977 w 5872039"/>
              <a:gd name="csY2652" fmla="*/ 3177181 h 3967305"/>
              <a:gd name="csX2653" fmla="*/ 1764510 w 5872039"/>
              <a:gd name="csY2653" fmla="*/ 3181344 h 3967305"/>
              <a:gd name="csX2654" fmla="*/ 1736160 w 5872039"/>
              <a:gd name="csY2654" fmla="*/ 3185535 h 3967305"/>
              <a:gd name="csX2655" fmla="*/ 1116751 w 5872039"/>
              <a:gd name="csY2655" fmla="*/ 3301232 h 3967305"/>
              <a:gd name="csX2656" fmla="*/ 686450 w 5872039"/>
              <a:gd name="csY2656" fmla="*/ 3493090 h 3967305"/>
              <a:gd name="csX2657" fmla="*/ 570752 w 5872039"/>
              <a:gd name="csY2657" fmla="*/ 3592930 h 3967305"/>
              <a:gd name="csX2658" fmla="*/ 386956 w 5872039"/>
              <a:gd name="csY2658" fmla="*/ 3872329 h 3967305"/>
              <a:gd name="csX2659" fmla="*/ 353850 w 5872039"/>
              <a:gd name="csY2659" fmla="*/ 3967305 h 3967305"/>
              <a:gd name="csX2660" fmla="*/ 338197 w 5872039"/>
              <a:gd name="csY2660" fmla="*/ 3967305 h 3967305"/>
              <a:gd name="csX2661" fmla="*/ 373416 w 5872039"/>
              <a:gd name="csY2661" fmla="*/ 3866340 h 3967305"/>
              <a:gd name="csX2662" fmla="*/ 560181 w 5872039"/>
              <a:gd name="csY2662" fmla="*/ 3582519 h 3967305"/>
              <a:gd name="csX2663" fmla="*/ 677667 w 5872039"/>
              <a:gd name="csY2663" fmla="*/ 3481104 h 3967305"/>
              <a:gd name="csX2664" fmla="*/ 1112879 w 5872039"/>
              <a:gd name="csY2664" fmla="*/ 3286897 h 3967305"/>
              <a:gd name="csX2665" fmla="*/ 1733971 w 5872039"/>
              <a:gd name="csY2665" fmla="*/ 3170852 h 3967305"/>
              <a:gd name="csX2666" fmla="*/ 1762294 w 5872039"/>
              <a:gd name="csY2666" fmla="*/ 3166661 h 3967305"/>
              <a:gd name="csX2667" fmla="*/ 1779048 w 5872039"/>
              <a:gd name="csY2667" fmla="*/ 3164291 h 3967305"/>
              <a:gd name="csX2668" fmla="*/ 1736597 w 5872039"/>
              <a:gd name="csY2668" fmla="*/ 3127636 h 3967305"/>
              <a:gd name="csX2669" fmla="*/ 1719981 w 5872039"/>
              <a:gd name="csY2669" fmla="*/ 3128006 h 3967305"/>
              <a:gd name="csX2670" fmla="*/ 1680633 w 5872039"/>
              <a:gd name="csY2670" fmla="*/ 3130729 h 3967305"/>
              <a:gd name="csX2671" fmla="*/ 1036638 w 5872039"/>
              <a:gd name="csY2671" fmla="*/ 3244397 h 3967305"/>
              <a:gd name="csX2672" fmla="*/ 615655 w 5872039"/>
              <a:gd name="csY2672" fmla="*/ 3454836 h 3967305"/>
              <a:gd name="csX2673" fmla="*/ 504684 w 5872039"/>
              <a:gd name="csY2673" fmla="*/ 3560095 h 3967305"/>
              <a:gd name="csX2674" fmla="*/ 297890 w 5872039"/>
              <a:gd name="csY2674" fmla="*/ 3951668 h 3967305"/>
              <a:gd name="csX2675" fmla="*/ 295530 w 5872039"/>
              <a:gd name="csY2675" fmla="*/ 3967305 h 3967305"/>
              <a:gd name="csX2676" fmla="*/ 278728 w 5872039"/>
              <a:gd name="csY2676" fmla="*/ 3967305 h 3967305"/>
              <a:gd name="csX2677" fmla="*/ 281707 w 5872039"/>
              <a:gd name="csY2677" fmla="*/ 3947462 h 3967305"/>
              <a:gd name="csX2678" fmla="*/ 493737 w 5872039"/>
              <a:gd name="csY2678" fmla="*/ 3550111 h 3967305"/>
              <a:gd name="csX2679" fmla="*/ 606392 w 5872039"/>
              <a:gd name="csY2679" fmla="*/ 3443250 h 3967305"/>
              <a:gd name="csX2680" fmla="*/ 1032419 w 5872039"/>
              <a:gd name="csY2680" fmla="*/ 3230169 h 3967305"/>
              <a:gd name="csX2681" fmla="*/ 1679512 w 5872039"/>
              <a:gd name="csY2681" fmla="*/ 3115940 h 3967305"/>
              <a:gd name="csX2682" fmla="*/ 1719316 w 5872039"/>
              <a:gd name="csY2682" fmla="*/ 3113190 h 3967305"/>
              <a:gd name="csX2683" fmla="*/ 1719852 w 5872039"/>
              <a:gd name="csY2683" fmla="*/ 3113178 h 3967305"/>
              <a:gd name="csX2684" fmla="*/ 1717148 w 5872039"/>
              <a:gd name="csY2684" fmla="*/ 3110842 h 3967305"/>
              <a:gd name="csX2685" fmla="*/ 1680297 w 5872039"/>
              <a:gd name="csY2685" fmla="*/ 3084078 h 3967305"/>
              <a:gd name="csX2686" fmla="*/ 1637066 w 5872039"/>
              <a:gd name="csY2686" fmla="*/ 3080062 h 3967305"/>
              <a:gd name="csX2687" fmla="*/ 1596918 w 5872039"/>
              <a:gd name="csY2687" fmla="*/ 3080009 h 3967305"/>
              <a:gd name="csX2688" fmla="*/ 956633 w 5872039"/>
              <a:gd name="csY2688" fmla="*/ 3187457 h 3967305"/>
              <a:gd name="csX2689" fmla="*/ 544966 w 5872039"/>
              <a:gd name="csY2689" fmla="*/ 3416475 h 3967305"/>
              <a:gd name="csX2690" fmla="*/ 438692 w 5872039"/>
              <a:gd name="csY2690" fmla="*/ 3527127 h 3967305"/>
              <a:gd name="csX2691" fmla="*/ 244324 w 5872039"/>
              <a:gd name="csY2691" fmla="*/ 3923110 h 3967305"/>
              <a:gd name="csX2692" fmla="*/ 238259 w 5872039"/>
              <a:gd name="csY2692" fmla="*/ 3967305 h 3967305"/>
              <a:gd name="csX2693" fmla="*/ 223456 w 5872039"/>
              <a:gd name="csY2693" fmla="*/ 3967305 h 3967305"/>
              <a:gd name="csX2694" fmla="*/ 230054 w 5872039"/>
              <a:gd name="csY2694" fmla="*/ 3919310 h 3967305"/>
              <a:gd name="csX2695" fmla="*/ 427292 w 5872039"/>
              <a:gd name="csY2695" fmla="*/ 3517650 h 3967305"/>
              <a:gd name="csX2696" fmla="*/ 535115 w 5872039"/>
              <a:gd name="csY2696" fmla="*/ 3405370 h 3967305"/>
              <a:gd name="csX2697" fmla="*/ 951908 w 5872039"/>
              <a:gd name="csY2697" fmla="*/ 3173362 h 3967305"/>
              <a:gd name="csX2698" fmla="*/ 1596703 w 5872039"/>
              <a:gd name="csY2698" fmla="*/ 3065140 h 3967305"/>
              <a:gd name="csX2699" fmla="*/ 1637414 w 5872039"/>
              <a:gd name="csY2699" fmla="*/ 3065193 h 3967305"/>
              <a:gd name="csX2700" fmla="*/ 1656764 w 5872039"/>
              <a:gd name="csY2700" fmla="*/ 3066985 h 3967305"/>
              <a:gd name="csX2701" fmla="*/ 1625726 w 5872039"/>
              <a:gd name="csY2701" fmla="*/ 3044441 h 3967305"/>
              <a:gd name="csX2702" fmla="*/ 1554284 w 5872039"/>
              <a:gd name="csY2702" fmla="*/ 3032118 h 3967305"/>
              <a:gd name="csX2703" fmla="*/ 1513308 w 5872039"/>
              <a:gd name="csY2703" fmla="*/ 3029341 h 3967305"/>
              <a:gd name="csX2704" fmla="*/ 876734 w 5872039"/>
              <a:gd name="csY2704" fmla="*/ 3130623 h 3967305"/>
              <a:gd name="csX2705" fmla="*/ 474384 w 5872039"/>
              <a:gd name="csY2705" fmla="*/ 3378195 h 3967305"/>
              <a:gd name="csX2706" fmla="*/ 372834 w 5872039"/>
              <a:gd name="csY2706" fmla="*/ 3494265 h 3967305"/>
              <a:gd name="csX2707" fmla="*/ 190995 w 5872039"/>
              <a:gd name="csY2707" fmla="*/ 3894335 h 3967305"/>
              <a:gd name="csX2708" fmla="*/ 181972 w 5872039"/>
              <a:gd name="csY2708" fmla="*/ 3967305 h 3967305"/>
              <a:gd name="csX2709" fmla="*/ 166995 w 5872039"/>
              <a:gd name="csY2709" fmla="*/ 3967305 h 3967305"/>
              <a:gd name="csX2710" fmla="*/ 176476 w 5872039"/>
              <a:gd name="csY2710" fmla="*/ 3890740 h 3967305"/>
              <a:gd name="csX2711" fmla="*/ 360849 w 5872039"/>
              <a:gd name="csY2711" fmla="*/ 3485242 h 3967305"/>
              <a:gd name="csX2712" fmla="*/ 463866 w 5872039"/>
              <a:gd name="csY2712" fmla="*/ 3367517 h 3967305"/>
              <a:gd name="csX2713" fmla="*/ 871449 w 5872039"/>
              <a:gd name="csY2713" fmla="*/ 3116635 h 3967305"/>
              <a:gd name="csX2714" fmla="*/ 1513922 w 5872039"/>
              <a:gd name="csY2714" fmla="*/ 3014446 h 3967305"/>
              <a:gd name="csX2715" fmla="*/ 1555566 w 5872039"/>
              <a:gd name="csY2715" fmla="*/ 3017275 h 3967305"/>
              <a:gd name="csX2716" fmla="*/ 1596797 w 5872039"/>
              <a:gd name="csY2716" fmla="*/ 3024373 h 3967305"/>
              <a:gd name="csX2717" fmla="*/ 1571103 w 5872039"/>
              <a:gd name="csY2717" fmla="*/ 3008911 h 3967305"/>
              <a:gd name="csX2718" fmla="*/ 1471343 w 5872039"/>
              <a:gd name="csY2718" fmla="*/ 2984040 h 3967305"/>
              <a:gd name="csX2719" fmla="*/ 1429510 w 5872039"/>
              <a:gd name="csY2719" fmla="*/ 2978514 h 3967305"/>
              <a:gd name="csX2720" fmla="*/ 796650 w 5872039"/>
              <a:gd name="csY2720" fmla="*/ 3073629 h 3967305"/>
              <a:gd name="csX2721" fmla="*/ 403589 w 5872039"/>
              <a:gd name="csY2721" fmla="*/ 3339780 h 3967305"/>
              <a:gd name="csX2722" fmla="*/ 306737 w 5872039"/>
              <a:gd name="csY2722" fmla="*/ 3461270 h 3967305"/>
              <a:gd name="csX2723" fmla="*/ 153630 w 5872039"/>
              <a:gd name="csY2723" fmla="*/ 3802606 h 3967305"/>
              <a:gd name="csX2724" fmla="*/ 124431 w 5872039"/>
              <a:gd name="csY2724" fmla="*/ 3967305 h 3967305"/>
              <a:gd name="csX2725" fmla="*/ 109388 w 5872039"/>
              <a:gd name="csY2725" fmla="*/ 3967305 h 3967305"/>
              <a:gd name="csX2726" fmla="*/ 139341 w 5872039"/>
              <a:gd name="csY2726" fmla="*/ 3798547 h 3967305"/>
              <a:gd name="csX2727" fmla="*/ 294459 w 5872039"/>
              <a:gd name="csY2727" fmla="*/ 3452834 h 3967305"/>
              <a:gd name="csX2728" fmla="*/ 392643 w 5872039"/>
              <a:gd name="csY2728" fmla="*/ 3329662 h 3967305"/>
              <a:gd name="csX2729" fmla="*/ 790963 w 5872039"/>
              <a:gd name="csY2729" fmla="*/ 3059854 h 3967305"/>
              <a:gd name="csX2730" fmla="*/ 1431061 w 5872039"/>
              <a:gd name="csY2730" fmla="*/ 2963725 h 3967305"/>
              <a:gd name="csX2731" fmla="*/ 1473612 w 5872039"/>
              <a:gd name="csY2731" fmla="*/ 2969330 h 3967305"/>
              <a:gd name="csX2732" fmla="*/ 1527711 w 5872039"/>
              <a:gd name="csY2732" fmla="*/ 2982797 h 3967305"/>
              <a:gd name="csX2733" fmla="*/ 1514450 w 5872039"/>
              <a:gd name="csY2733" fmla="*/ 2974816 h 3967305"/>
              <a:gd name="csX2734" fmla="*/ 1472647 w 5872039"/>
              <a:gd name="csY2734" fmla="*/ 2959035 h 3967305"/>
              <a:gd name="csX2735" fmla="*/ 1388454 w 5872039"/>
              <a:gd name="csY2735" fmla="*/ 2935962 h 3967305"/>
              <a:gd name="csX2736" fmla="*/ 1345796 w 5872039"/>
              <a:gd name="csY2736" fmla="*/ 2927686 h 3967305"/>
              <a:gd name="csX2737" fmla="*/ 716589 w 5872039"/>
              <a:gd name="csY2737" fmla="*/ 3016661 h 3967305"/>
              <a:gd name="csX2738" fmla="*/ 332793 w 5872039"/>
              <a:gd name="csY2738" fmla="*/ 3301366 h 3967305"/>
              <a:gd name="csX2739" fmla="*/ 240667 w 5872039"/>
              <a:gd name="csY2739" fmla="*/ 3428221 h 3967305"/>
              <a:gd name="csX2740" fmla="*/ 75491 w 5872039"/>
              <a:gd name="csY2740" fmla="*/ 3898001 h 3967305"/>
              <a:gd name="csX2741" fmla="*/ 72991 w 5872039"/>
              <a:gd name="csY2741" fmla="*/ 3967305 h 3967305"/>
              <a:gd name="csX2742" fmla="*/ 58236 w 5872039"/>
              <a:gd name="csY2742" fmla="*/ 3967305 h 3967305"/>
              <a:gd name="csX2743" fmla="*/ 60825 w 5872039"/>
              <a:gd name="csY2743" fmla="*/ 3895845 h 3967305"/>
              <a:gd name="csX2744" fmla="*/ 228042 w 5872039"/>
              <a:gd name="csY2744" fmla="*/ 3420426 h 3967305"/>
              <a:gd name="csX2745" fmla="*/ 321419 w 5872039"/>
              <a:gd name="csY2745" fmla="*/ 3291836 h 3967305"/>
              <a:gd name="csX2746" fmla="*/ 710477 w 5872039"/>
              <a:gd name="csY2746" fmla="*/ 3003154 h 3967305"/>
              <a:gd name="csX2747" fmla="*/ 1348225 w 5872039"/>
              <a:gd name="csY2747" fmla="*/ 2913084 h 3967305"/>
              <a:gd name="csX2748" fmla="*/ 1391658 w 5872039"/>
              <a:gd name="csY2748" fmla="*/ 2921493 h 3967305"/>
              <a:gd name="csX2749" fmla="*/ 1421107 w 5872039"/>
              <a:gd name="csY2749" fmla="*/ 2929556 h 3967305"/>
              <a:gd name="csX2750" fmla="*/ 1410318 w 5872039"/>
              <a:gd name="csY2750" fmla="*/ 2924392 h 3967305"/>
              <a:gd name="csX2751" fmla="*/ 1305593 w 5872039"/>
              <a:gd name="csY2751" fmla="*/ 2887937 h 3967305"/>
              <a:gd name="csX2752" fmla="*/ 261969 w 5872039"/>
              <a:gd name="csY2752" fmla="*/ 3263058 h 3967305"/>
              <a:gd name="csX2753" fmla="*/ 16994 w 5872039"/>
              <a:gd name="csY2753" fmla="*/ 3930661 h 3967305"/>
              <a:gd name="csX2754" fmla="*/ 16298 w 5872039"/>
              <a:gd name="csY2754" fmla="*/ 3967305 h 3967305"/>
              <a:gd name="csX2755" fmla="*/ 17 w 5872039"/>
              <a:gd name="csY2755" fmla="*/ 3967305 h 3967305"/>
              <a:gd name="csX2756" fmla="*/ 0 w 5872039"/>
              <a:gd name="csY2756" fmla="*/ 3966945 h 3967305"/>
              <a:gd name="csX2757" fmla="*/ 250224 w 5872039"/>
              <a:gd name="csY2757" fmla="*/ 3253982 h 3967305"/>
              <a:gd name="csX2758" fmla="*/ 1309677 w 5872039"/>
              <a:gd name="csY2758" fmla="*/ 2873602 h 3967305"/>
              <a:gd name="csX2759" fmla="*/ 1516109 w 5872039"/>
              <a:gd name="csY2759" fmla="*/ 2958443 h 3967305"/>
              <a:gd name="csX2760" fmla="*/ 1521279 w 5872039"/>
              <a:gd name="csY2760" fmla="*/ 2961548 h 3967305"/>
              <a:gd name="csX2761" fmla="*/ 1557640 w 5872039"/>
              <a:gd name="csY2761" fmla="*/ 2975253 h 3967305"/>
              <a:gd name="csX2762" fmla="*/ 1617443 w 5872039"/>
              <a:gd name="csY2762" fmla="*/ 3005135 h 3967305"/>
              <a:gd name="csX2763" fmla="*/ 1627803 w 5872039"/>
              <a:gd name="csY2763" fmla="*/ 3007714 h 3967305"/>
              <a:gd name="csX2764" fmla="*/ 1732513 w 5872039"/>
              <a:gd name="csY2764" fmla="*/ 3050944 h 3967305"/>
              <a:gd name="csX2765" fmla="*/ 1743245 w 5872039"/>
              <a:gd name="csY2765" fmla="*/ 3056765 h 3967305"/>
              <a:gd name="csX2766" fmla="*/ 1831345 w 5872039"/>
              <a:gd name="csY2766" fmla="*/ 3087107 h 3967305"/>
              <a:gd name="csX2767" fmla="*/ 1848706 w 5872039"/>
              <a:gd name="csY2767" fmla="*/ 3095788 h 3967305"/>
              <a:gd name="csX2768" fmla="*/ 1901847 w 5872039"/>
              <a:gd name="csY2768" fmla="*/ 3109047 h 3967305"/>
              <a:gd name="csX2769" fmla="*/ 1947600 w 5872039"/>
              <a:gd name="csY2769" fmla="*/ 3127195 h 3967305"/>
              <a:gd name="csX2770" fmla="*/ 1979533 w 5872039"/>
              <a:gd name="csY2770" fmla="*/ 3131947 h 3967305"/>
              <a:gd name="csX2771" fmla="*/ 2055522 w 5872039"/>
              <a:gd name="csY2771" fmla="*/ 3153938 h 3967305"/>
              <a:gd name="csX2772" fmla="*/ 2147766 w 5872039"/>
              <a:gd name="csY2772" fmla="*/ 3168088 h 3967305"/>
              <a:gd name="csX2773" fmla="*/ 2169716 w 5872039"/>
              <a:gd name="csY2773" fmla="*/ 3173642 h 3967305"/>
              <a:gd name="csX2774" fmla="*/ 2213567 w 5872039"/>
              <a:gd name="csY2774" fmla="*/ 3174110 h 3967305"/>
              <a:gd name="csX2775" fmla="*/ 2270114 w 5872039"/>
              <a:gd name="csY2775" fmla="*/ 3181230 h 3967305"/>
              <a:gd name="csX2776" fmla="*/ 2290534 w 5872039"/>
              <a:gd name="csY2776" fmla="*/ 3178693 h 3967305"/>
              <a:gd name="csX2777" fmla="*/ 2369014 w 5872039"/>
              <a:gd name="csY2777" fmla="*/ 3178456 h 3967305"/>
              <a:gd name="csX2778" fmla="*/ 2443874 w 5872039"/>
              <a:gd name="csY2778" fmla="*/ 3168690 h 3967305"/>
              <a:gd name="csX2779" fmla="*/ 2463531 w 5872039"/>
              <a:gd name="csY2779" fmla="*/ 3169558 h 3967305"/>
              <a:gd name="csX2780" fmla="*/ 2503004 w 5872039"/>
              <a:gd name="csY2780" fmla="*/ 3159080 h 3967305"/>
              <a:gd name="csX2781" fmla="*/ 2554227 w 5872039"/>
              <a:gd name="csY2781" fmla="*/ 3152869 h 3967305"/>
              <a:gd name="csX2782" fmla="*/ 2562267 w 5872039"/>
              <a:gd name="csY2782" fmla="*/ 3149576 h 3967305"/>
              <a:gd name="csX2783" fmla="*/ 2621229 w 5872039"/>
              <a:gd name="csY2783" fmla="*/ 3135956 h 3967305"/>
              <a:gd name="csX2784" fmla="*/ 2637790 w 5872039"/>
              <a:gd name="csY2784" fmla="*/ 3134630 h 3967305"/>
              <a:gd name="csX2785" fmla="*/ 2680242 w 5872039"/>
              <a:gd name="csY2785" fmla="*/ 3120113 h 3967305"/>
              <a:gd name="csX2786" fmla="*/ 2714256 w 5872039"/>
              <a:gd name="csY2786" fmla="*/ 3115763 h 3967305"/>
              <a:gd name="csX2787" fmla="*/ 2739322 w 5872039"/>
              <a:gd name="csY2787" fmla="*/ 3104409 h 3967305"/>
              <a:gd name="csX2788" fmla="*/ 2788724 w 5872039"/>
              <a:gd name="csY2788" fmla="*/ 3094212 h 3967305"/>
              <a:gd name="csX2789" fmla="*/ 2798475 w 5872039"/>
              <a:gd name="csY2789" fmla="*/ 3088708 h 3967305"/>
              <a:gd name="csX2790" fmla="*/ 2867133 w 5872039"/>
              <a:gd name="csY2790" fmla="*/ 3069249 h 3967305"/>
              <a:gd name="csX2791" fmla="*/ 2926311 w 5872039"/>
              <a:gd name="csY2791" fmla="*/ 3044878 h 3967305"/>
              <a:gd name="csX2792" fmla="*/ 2956307 w 5872039"/>
              <a:gd name="csY2792" fmla="*/ 3038302 h 3967305"/>
              <a:gd name="csX2793" fmla="*/ 2986110 w 5872039"/>
              <a:gd name="csY2793" fmla="*/ 3023665 h 3967305"/>
              <a:gd name="csX2794" fmla="*/ 3030488 w 5872039"/>
              <a:gd name="csY2794" fmla="*/ 3011273 h 3967305"/>
              <a:gd name="csX2795" fmla="*/ 3045918 w 5872039"/>
              <a:gd name="csY2795" fmla="*/ 3002489 h 3967305"/>
              <a:gd name="csX2796" fmla="*/ 3103159 w 5872039"/>
              <a:gd name="csY2796" fmla="*/ 2983158 h 3967305"/>
              <a:gd name="csX2797" fmla="*/ 3105658 w 5872039"/>
              <a:gd name="csY2797" fmla="*/ 2981544 h 3967305"/>
              <a:gd name="csX2798" fmla="*/ 3188273 w 5872039"/>
              <a:gd name="csY2798" fmla="*/ 2948930 h 3967305"/>
              <a:gd name="csX2799" fmla="*/ 3193090 w 5872039"/>
              <a:gd name="csY2799" fmla="*/ 2947934 h 3967305"/>
              <a:gd name="csX2800" fmla="*/ 3249351 w 5872039"/>
              <a:gd name="csY2800" fmla="*/ 2922646 h 3967305"/>
              <a:gd name="csX2801" fmla="*/ 3267828 w 5872039"/>
              <a:gd name="csY2801" fmla="*/ 2918046 h 3967305"/>
              <a:gd name="csX2802" fmla="*/ 3310725 w 5872039"/>
              <a:gd name="csY2802" fmla="*/ 2896477 h 3967305"/>
              <a:gd name="csX2803" fmla="*/ 3342915 w 5872039"/>
              <a:gd name="csY2803" fmla="*/ 2887153 h 3967305"/>
              <a:gd name="csX2804" fmla="*/ 3385534 w 5872039"/>
              <a:gd name="csY2804" fmla="*/ 2865052 h 3967305"/>
              <a:gd name="csX2805" fmla="*/ 3638122 w 5872039"/>
              <a:gd name="csY2805" fmla="*/ 2819177 h 3967305"/>
              <a:gd name="csX2806" fmla="*/ 5872039 w 5872039"/>
              <a:gd name="csY2806" fmla="*/ 732937 h 3967305"/>
              <a:gd name="csX2807" fmla="*/ 5872039 w 5872039"/>
              <a:gd name="csY2807" fmla="*/ 855750 h 3967305"/>
              <a:gd name="csX2808" fmla="*/ 5866754 w 5872039"/>
              <a:gd name="csY2808" fmla="*/ 792713 h 3967305"/>
              <a:gd name="csX2809" fmla="*/ 5872039 w 5872039"/>
              <a:gd name="csY2809" fmla="*/ 270417 h 3967305"/>
              <a:gd name="csX2810" fmla="*/ 5872039 w 5872039"/>
              <a:gd name="csY2810" fmla="*/ 349080 h 3967305"/>
              <a:gd name="csX2811" fmla="*/ 5835737 w 5872039"/>
              <a:gd name="csY2811" fmla="*/ 523618 h 3967305"/>
              <a:gd name="csX2812" fmla="*/ 5860022 w 5872039"/>
              <a:gd name="csY2812" fmla="*/ 1079834 h 3967305"/>
              <a:gd name="csX2813" fmla="*/ 5872039 w 5872039"/>
              <a:gd name="csY2813" fmla="*/ 1118216 h 3967305"/>
              <a:gd name="csX2814" fmla="*/ 5872039 w 5872039"/>
              <a:gd name="csY2814" fmla="*/ 1184889 h 3967305"/>
              <a:gd name="csX2815" fmla="*/ 5837501 w 5872039"/>
              <a:gd name="csY2815" fmla="*/ 1044168 h 3967305"/>
              <a:gd name="csX2816" fmla="*/ 5840545 w 5872039"/>
              <a:gd name="csY2816" fmla="*/ 399375 h 3967305"/>
              <a:gd name="csX2817" fmla="*/ 5809261 w 5872039"/>
              <a:gd name="csY2817" fmla="*/ 194035 h 3967305"/>
              <a:gd name="csX2818" fmla="*/ 5823566 w 5872039"/>
              <a:gd name="csY2818" fmla="*/ 197976 h 3967305"/>
              <a:gd name="csX2819" fmla="*/ 5811795 w 5872039"/>
              <a:gd name="csY2819" fmla="*/ 238065 h 3967305"/>
              <a:gd name="csX2820" fmla="*/ 5850777 w 5872039"/>
              <a:gd name="csY2820" fmla="*/ 1214047 h 3967305"/>
              <a:gd name="csX2821" fmla="*/ 5872039 w 5872039"/>
              <a:gd name="csY2821" fmla="*/ 1267155 h 3967305"/>
              <a:gd name="csX2822" fmla="*/ 5872039 w 5872039"/>
              <a:gd name="csY2822" fmla="*/ 1307173 h 3967305"/>
              <a:gd name="csX2823" fmla="*/ 5836722 w 5872039"/>
              <a:gd name="csY2823" fmla="*/ 1218975 h 3967305"/>
              <a:gd name="csX2824" fmla="*/ 5797353 w 5872039"/>
              <a:gd name="csY2824" fmla="*/ 234595 h 3967305"/>
              <a:gd name="csX2825" fmla="*/ 5729502 w 5872039"/>
              <a:gd name="csY2825" fmla="*/ 172060 h 3967305"/>
              <a:gd name="csX2826" fmla="*/ 5743833 w 5872039"/>
              <a:gd name="csY2826" fmla="*/ 176008 h 3967305"/>
              <a:gd name="csX2827" fmla="*/ 5729094 w 5872039"/>
              <a:gd name="csY2827" fmla="*/ 235795 h 3967305"/>
              <a:gd name="csX2828" fmla="*/ 5811968 w 5872039"/>
              <a:gd name="csY2828" fmla="*/ 1233848 h 3967305"/>
              <a:gd name="csX2829" fmla="*/ 5872039 w 5872039"/>
              <a:gd name="csY2829" fmla="*/ 1368905 h 3967305"/>
              <a:gd name="csX2830" fmla="*/ 5872039 w 5872039"/>
              <a:gd name="csY2830" fmla="*/ 1402735 h 3967305"/>
              <a:gd name="csX2831" fmla="*/ 5866501 w 5872039"/>
              <a:gd name="csY2831" fmla="*/ 1392980 h 3967305"/>
              <a:gd name="csX2832" fmla="*/ 5714492 w 5872039"/>
              <a:gd name="csY2832" fmla="*/ 232938 h 3967305"/>
              <a:gd name="csX2833" fmla="*/ 5648108 w 5872039"/>
              <a:gd name="csY2833" fmla="*/ 149634 h 3967305"/>
              <a:gd name="csX2834" fmla="*/ 5662452 w 5872039"/>
              <a:gd name="csY2834" fmla="*/ 153586 h 3967305"/>
              <a:gd name="csX2835" fmla="*/ 5646258 w 5872039"/>
              <a:gd name="csY2835" fmla="*/ 233474 h 3967305"/>
              <a:gd name="csX2836" fmla="*/ 5848337 w 5872039"/>
              <a:gd name="csY2836" fmla="*/ 1408017 h 3967305"/>
              <a:gd name="csX2837" fmla="*/ 5872039 w 5872039"/>
              <a:gd name="csY2837" fmla="*/ 1446650 h 3967305"/>
              <a:gd name="csX2838" fmla="*/ 5872039 w 5872039"/>
              <a:gd name="csY2838" fmla="*/ 1475048 h 3967305"/>
              <a:gd name="csX2839" fmla="*/ 5835326 w 5872039"/>
              <a:gd name="csY2839" fmla="*/ 1415208 h 3967305"/>
              <a:gd name="csX2840" fmla="*/ 5631576 w 5872039"/>
              <a:gd name="csY2840" fmla="*/ 231231 h 3967305"/>
              <a:gd name="csX2841" fmla="*/ 5565152 w 5872039"/>
              <a:gd name="csY2841" fmla="*/ 128203 h 3967305"/>
              <a:gd name="csX2842" fmla="*/ 5579599 w 5872039"/>
              <a:gd name="csY2842" fmla="*/ 131759 h 3967305"/>
              <a:gd name="csX2843" fmla="*/ 5563503 w 5872039"/>
              <a:gd name="csY2843" fmla="*/ 231124 h 3967305"/>
              <a:gd name="csX2844" fmla="*/ 5816930 w 5872039"/>
              <a:gd name="csY2844" fmla="*/ 1429767 h 3967305"/>
              <a:gd name="csX2845" fmla="*/ 5872039 w 5872039"/>
              <a:gd name="csY2845" fmla="*/ 1513397 h 3967305"/>
              <a:gd name="csX2846" fmla="*/ 5872039 w 5872039"/>
              <a:gd name="csY2846" fmla="*/ 1540372 h 3967305"/>
              <a:gd name="csX2847" fmla="*/ 5804171 w 5872039"/>
              <a:gd name="csY2847" fmla="*/ 1437388 h 3967305"/>
              <a:gd name="csX2848" fmla="*/ 5548741 w 5872039"/>
              <a:gd name="csY2848" fmla="*/ 229496 h 3967305"/>
              <a:gd name="csX2849" fmla="*/ 5480783 w 5872039"/>
              <a:gd name="csY2849" fmla="*/ 107441 h 3967305"/>
              <a:gd name="csX2850" fmla="*/ 5495316 w 5872039"/>
              <a:gd name="csY2850" fmla="*/ 111017 h 3967305"/>
              <a:gd name="csX2851" fmla="*/ 5480695 w 5872039"/>
              <a:gd name="csY2851" fmla="*/ 228934 h 3967305"/>
              <a:gd name="csX2852" fmla="*/ 5785434 w 5872039"/>
              <a:gd name="csY2852" fmla="*/ 1451652 h 3967305"/>
              <a:gd name="csX2853" fmla="*/ 5872039 w 5872039"/>
              <a:gd name="csY2853" fmla="*/ 1574654 h 3967305"/>
              <a:gd name="csX2854" fmla="*/ 5872039 w 5872039"/>
              <a:gd name="csY2854" fmla="*/ 1600476 h 3967305"/>
              <a:gd name="csX2855" fmla="*/ 5772876 w 5872039"/>
              <a:gd name="csY2855" fmla="*/ 1459630 h 3967305"/>
              <a:gd name="csX2856" fmla="*/ 5465853 w 5872039"/>
              <a:gd name="csY2856" fmla="*/ 227814 h 3967305"/>
              <a:gd name="csX2857" fmla="*/ 5395303 w 5872039"/>
              <a:gd name="csY2857" fmla="*/ 86740 h 3967305"/>
              <a:gd name="csX2858" fmla="*/ 5408352 w 5872039"/>
              <a:gd name="csY2858" fmla="*/ 89617 h 3967305"/>
              <a:gd name="csX2859" fmla="*/ 5409905 w 5872039"/>
              <a:gd name="csY2859" fmla="*/ 89999 h 3967305"/>
              <a:gd name="csX2860" fmla="*/ 5397806 w 5872039"/>
              <a:gd name="csY2860" fmla="*/ 226719 h 3967305"/>
              <a:gd name="csX2861" fmla="*/ 5867482 w 5872039"/>
              <a:gd name="csY2861" fmla="*/ 1625413 h 3967305"/>
              <a:gd name="csX2862" fmla="*/ 5872039 w 5872039"/>
              <a:gd name="csY2862" fmla="*/ 1630392 h 3967305"/>
              <a:gd name="csX2863" fmla="*/ 5872039 w 5872039"/>
              <a:gd name="csY2863" fmla="*/ 1652380 h 3967305"/>
              <a:gd name="csX2864" fmla="*/ 5856003 w 5872039"/>
              <a:gd name="csY2864" fmla="*/ 1634863 h 3967305"/>
              <a:gd name="csX2865" fmla="*/ 5382964 w 5872039"/>
              <a:gd name="csY2865" fmla="*/ 226158 h 3967305"/>
              <a:gd name="csX2866" fmla="*/ 5308785 w 5872039"/>
              <a:gd name="csY2866" fmla="*/ 67667 h 3967305"/>
              <a:gd name="csX2867" fmla="*/ 5323455 w 5872039"/>
              <a:gd name="csY2867" fmla="*/ 70901 h 3967305"/>
              <a:gd name="csX2868" fmla="*/ 5314971 w 5872039"/>
              <a:gd name="csY2868" fmla="*/ 224504 h 3967305"/>
              <a:gd name="csX2869" fmla="*/ 5843750 w 5872039"/>
              <a:gd name="csY2869" fmla="*/ 1648799 h 3967305"/>
              <a:gd name="csX2870" fmla="*/ 5872039 w 5872039"/>
              <a:gd name="csY2870" fmla="*/ 1678110 h 3967305"/>
              <a:gd name="csX2871" fmla="*/ 5872039 w 5872039"/>
              <a:gd name="csY2871" fmla="*/ 1699472 h 3967305"/>
              <a:gd name="csX2872" fmla="*/ 5832538 w 5872039"/>
              <a:gd name="csY2872" fmla="*/ 1658542 h 3967305"/>
              <a:gd name="csX2873" fmla="*/ 5300129 w 5872039"/>
              <a:gd name="csY2873" fmla="*/ 224397 h 3967305"/>
              <a:gd name="csX2874" fmla="*/ 5221548 w 5872039"/>
              <a:gd name="csY2874" fmla="*/ 48436 h 3967305"/>
              <a:gd name="csX2875" fmla="*/ 5236342 w 5872039"/>
              <a:gd name="csY2875" fmla="*/ 51697 h 3967305"/>
              <a:gd name="csX2876" fmla="*/ 5232243 w 5872039"/>
              <a:gd name="csY2876" fmla="*/ 222342 h 3967305"/>
              <a:gd name="csX2877" fmla="*/ 5820124 w 5872039"/>
              <a:gd name="csY2877" fmla="*/ 1672264 h 3967305"/>
              <a:gd name="csX2878" fmla="*/ 5872039 w 5872039"/>
              <a:gd name="csY2878" fmla="*/ 1723417 h 3967305"/>
              <a:gd name="csX2879" fmla="*/ 5872039 w 5872039"/>
              <a:gd name="csY2879" fmla="*/ 1744285 h 3967305"/>
              <a:gd name="csX2880" fmla="*/ 5809126 w 5872039"/>
              <a:gd name="csY2880" fmla="*/ 1682301 h 3967305"/>
              <a:gd name="csX2881" fmla="*/ 5217346 w 5872039"/>
              <a:gd name="csY2881" fmla="*/ 222742 h 3967305"/>
              <a:gd name="csX2882" fmla="*/ 5133455 w 5872039"/>
              <a:gd name="csY2882" fmla="*/ 31347 h 3967305"/>
              <a:gd name="csX2883" fmla="*/ 5148309 w 5872039"/>
              <a:gd name="csY2883" fmla="*/ 33996 h 3967305"/>
              <a:gd name="csX2884" fmla="*/ 5149300 w 5872039"/>
              <a:gd name="csY2884" fmla="*/ 220073 h 3967305"/>
              <a:gd name="csX2885" fmla="*/ 5796312 w 5872039"/>
              <a:gd name="csY2885" fmla="*/ 1695595 h 3967305"/>
              <a:gd name="csX2886" fmla="*/ 5872039 w 5872039"/>
              <a:gd name="csY2886" fmla="*/ 1766737 h 3967305"/>
              <a:gd name="csX2887" fmla="*/ 5872039 w 5872039"/>
              <a:gd name="csY2887" fmla="*/ 1787110 h 3967305"/>
              <a:gd name="csX2888" fmla="*/ 5785581 w 5872039"/>
              <a:gd name="csY2888" fmla="*/ 1705899 h 3967305"/>
              <a:gd name="csX2889" fmla="*/ 5134458 w 5872039"/>
              <a:gd name="csY2889" fmla="*/ 220900 h 3967305"/>
              <a:gd name="csX2890" fmla="*/ 5044957 w 5872039"/>
              <a:gd name="csY2890" fmla="*/ 15568 h 3967305"/>
              <a:gd name="csX2891" fmla="*/ 5059878 w 5872039"/>
              <a:gd name="csY2891" fmla="*/ 18229 h 3967305"/>
              <a:gd name="csX2892" fmla="*/ 5066439 w 5872039"/>
              <a:gd name="csY2892" fmla="*/ 217910 h 3967305"/>
              <a:gd name="csX2893" fmla="*/ 5772580 w 5872039"/>
              <a:gd name="csY2893" fmla="*/ 1719034 h 3967305"/>
              <a:gd name="csX2894" fmla="*/ 5872039 w 5872039"/>
              <a:gd name="csY2894" fmla="*/ 1808291 h 3967305"/>
              <a:gd name="csX2895" fmla="*/ 5872039 w 5872039"/>
              <a:gd name="csY2895" fmla="*/ 1828215 h 3967305"/>
              <a:gd name="csX2896" fmla="*/ 5762116 w 5872039"/>
              <a:gd name="csY2896" fmla="*/ 1729552 h 3967305"/>
              <a:gd name="csX2897" fmla="*/ 5051650 w 5872039"/>
              <a:gd name="csY2897" fmla="*/ 219138 h 3967305"/>
              <a:gd name="csX2898" fmla="*/ 4957641 w 5872039"/>
              <a:gd name="csY2898" fmla="*/ 0 h 3967305"/>
              <a:gd name="csX2899" fmla="*/ 4972882 w 5872039"/>
              <a:gd name="csY2899" fmla="*/ 2718 h 3967305"/>
              <a:gd name="csX2900" fmla="*/ 4983549 w 5872039"/>
              <a:gd name="csY2900" fmla="*/ 215748 h 3967305"/>
              <a:gd name="csX2901" fmla="*/ 5721970 w 5872039"/>
              <a:gd name="csY2901" fmla="*/ 1715456 h 3967305"/>
              <a:gd name="csX2902" fmla="*/ 5872039 w 5872039"/>
              <a:gd name="csY2902" fmla="*/ 1849047 h 3967305"/>
              <a:gd name="csX2903" fmla="*/ 5872039 w 5872039"/>
              <a:gd name="csY2903" fmla="*/ 1869376 h 3967305"/>
              <a:gd name="csX2904" fmla="*/ 5738533 w 5872039"/>
              <a:gd name="csY2904" fmla="*/ 1752894 h 3967305"/>
              <a:gd name="csX2905" fmla="*/ 5338115 w 5872039"/>
              <a:gd name="csY2905" fmla="*/ 1263588 h 3967305"/>
              <a:gd name="csX2906" fmla="*/ 4968787 w 5872039"/>
              <a:gd name="csY2906" fmla="*/ 217377 h 396730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  <a:cxn ang="0">
                <a:pos x="csX190" y="csY190"/>
              </a:cxn>
              <a:cxn ang="0">
                <a:pos x="csX191" y="csY191"/>
              </a:cxn>
              <a:cxn ang="0">
                <a:pos x="csX192" y="csY192"/>
              </a:cxn>
              <a:cxn ang="0">
                <a:pos x="csX193" y="csY193"/>
              </a:cxn>
              <a:cxn ang="0">
                <a:pos x="csX194" y="csY194"/>
              </a:cxn>
              <a:cxn ang="0">
                <a:pos x="csX195" y="csY195"/>
              </a:cxn>
              <a:cxn ang="0">
                <a:pos x="csX196" y="csY196"/>
              </a:cxn>
              <a:cxn ang="0">
                <a:pos x="csX197" y="csY197"/>
              </a:cxn>
              <a:cxn ang="0">
                <a:pos x="csX198" y="csY198"/>
              </a:cxn>
              <a:cxn ang="0">
                <a:pos x="csX199" y="csY199"/>
              </a:cxn>
              <a:cxn ang="0">
                <a:pos x="csX200" y="csY200"/>
              </a:cxn>
              <a:cxn ang="0">
                <a:pos x="csX201" y="csY201"/>
              </a:cxn>
              <a:cxn ang="0">
                <a:pos x="csX202" y="csY202"/>
              </a:cxn>
              <a:cxn ang="0">
                <a:pos x="csX203" y="csY203"/>
              </a:cxn>
              <a:cxn ang="0">
                <a:pos x="csX204" y="csY204"/>
              </a:cxn>
              <a:cxn ang="0">
                <a:pos x="csX205" y="csY205"/>
              </a:cxn>
              <a:cxn ang="0">
                <a:pos x="csX206" y="csY206"/>
              </a:cxn>
              <a:cxn ang="0">
                <a:pos x="csX207" y="csY207"/>
              </a:cxn>
              <a:cxn ang="0">
                <a:pos x="csX208" y="csY208"/>
              </a:cxn>
              <a:cxn ang="0">
                <a:pos x="csX209" y="csY209"/>
              </a:cxn>
              <a:cxn ang="0">
                <a:pos x="csX210" y="csY210"/>
              </a:cxn>
              <a:cxn ang="0">
                <a:pos x="csX211" y="csY211"/>
              </a:cxn>
              <a:cxn ang="0">
                <a:pos x="csX212" y="csY212"/>
              </a:cxn>
              <a:cxn ang="0">
                <a:pos x="csX213" y="csY213"/>
              </a:cxn>
              <a:cxn ang="0">
                <a:pos x="csX214" y="csY214"/>
              </a:cxn>
              <a:cxn ang="0">
                <a:pos x="csX215" y="csY215"/>
              </a:cxn>
              <a:cxn ang="0">
                <a:pos x="csX216" y="csY216"/>
              </a:cxn>
              <a:cxn ang="0">
                <a:pos x="csX217" y="csY217"/>
              </a:cxn>
              <a:cxn ang="0">
                <a:pos x="csX218" y="csY218"/>
              </a:cxn>
              <a:cxn ang="0">
                <a:pos x="csX219" y="csY219"/>
              </a:cxn>
              <a:cxn ang="0">
                <a:pos x="csX220" y="csY220"/>
              </a:cxn>
              <a:cxn ang="0">
                <a:pos x="csX221" y="csY221"/>
              </a:cxn>
              <a:cxn ang="0">
                <a:pos x="csX222" y="csY222"/>
              </a:cxn>
              <a:cxn ang="0">
                <a:pos x="csX223" y="csY223"/>
              </a:cxn>
              <a:cxn ang="0">
                <a:pos x="csX224" y="csY224"/>
              </a:cxn>
              <a:cxn ang="0">
                <a:pos x="csX225" y="csY225"/>
              </a:cxn>
              <a:cxn ang="0">
                <a:pos x="csX226" y="csY226"/>
              </a:cxn>
              <a:cxn ang="0">
                <a:pos x="csX227" y="csY227"/>
              </a:cxn>
              <a:cxn ang="0">
                <a:pos x="csX228" y="csY228"/>
              </a:cxn>
              <a:cxn ang="0">
                <a:pos x="csX229" y="csY229"/>
              </a:cxn>
              <a:cxn ang="0">
                <a:pos x="csX230" y="csY230"/>
              </a:cxn>
              <a:cxn ang="0">
                <a:pos x="csX231" y="csY231"/>
              </a:cxn>
              <a:cxn ang="0">
                <a:pos x="csX232" y="csY232"/>
              </a:cxn>
              <a:cxn ang="0">
                <a:pos x="csX233" y="csY233"/>
              </a:cxn>
              <a:cxn ang="0">
                <a:pos x="csX234" y="csY234"/>
              </a:cxn>
              <a:cxn ang="0">
                <a:pos x="csX235" y="csY235"/>
              </a:cxn>
              <a:cxn ang="0">
                <a:pos x="csX236" y="csY236"/>
              </a:cxn>
              <a:cxn ang="0">
                <a:pos x="csX237" y="csY237"/>
              </a:cxn>
              <a:cxn ang="0">
                <a:pos x="csX238" y="csY238"/>
              </a:cxn>
              <a:cxn ang="0">
                <a:pos x="csX239" y="csY239"/>
              </a:cxn>
              <a:cxn ang="0">
                <a:pos x="csX240" y="csY240"/>
              </a:cxn>
              <a:cxn ang="0">
                <a:pos x="csX241" y="csY241"/>
              </a:cxn>
              <a:cxn ang="0">
                <a:pos x="csX242" y="csY242"/>
              </a:cxn>
              <a:cxn ang="0">
                <a:pos x="csX243" y="csY243"/>
              </a:cxn>
              <a:cxn ang="0">
                <a:pos x="csX244" y="csY244"/>
              </a:cxn>
              <a:cxn ang="0">
                <a:pos x="csX245" y="csY245"/>
              </a:cxn>
              <a:cxn ang="0">
                <a:pos x="csX246" y="csY246"/>
              </a:cxn>
              <a:cxn ang="0">
                <a:pos x="csX247" y="csY247"/>
              </a:cxn>
              <a:cxn ang="0">
                <a:pos x="csX248" y="csY248"/>
              </a:cxn>
              <a:cxn ang="0">
                <a:pos x="csX249" y="csY249"/>
              </a:cxn>
              <a:cxn ang="0">
                <a:pos x="csX250" y="csY250"/>
              </a:cxn>
              <a:cxn ang="0">
                <a:pos x="csX251" y="csY251"/>
              </a:cxn>
              <a:cxn ang="0">
                <a:pos x="csX252" y="csY252"/>
              </a:cxn>
              <a:cxn ang="0">
                <a:pos x="csX253" y="csY253"/>
              </a:cxn>
              <a:cxn ang="0">
                <a:pos x="csX254" y="csY254"/>
              </a:cxn>
              <a:cxn ang="0">
                <a:pos x="csX255" y="csY255"/>
              </a:cxn>
              <a:cxn ang="0">
                <a:pos x="csX256" y="csY256"/>
              </a:cxn>
              <a:cxn ang="0">
                <a:pos x="csX257" y="csY257"/>
              </a:cxn>
              <a:cxn ang="0">
                <a:pos x="csX258" y="csY258"/>
              </a:cxn>
              <a:cxn ang="0">
                <a:pos x="csX259" y="csY259"/>
              </a:cxn>
              <a:cxn ang="0">
                <a:pos x="csX260" y="csY260"/>
              </a:cxn>
              <a:cxn ang="0">
                <a:pos x="csX261" y="csY261"/>
              </a:cxn>
              <a:cxn ang="0">
                <a:pos x="csX262" y="csY262"/>
              </a:cxn>
              <a:cxn ang="0">
                <a:pos x="csX263" y="csY263"/>
              </a:cxn>
              <a:cxn ang="0">
                <a:pos x="csX264" y="csY264"/>
              </a:cxn>
              <a:cxn ang="0">
                <a:pos x="csX265" y="csY265"/>
              </a:cxn>
              <a:cxn ang="0">
                <a:pos x="csX266" y="csY266"/>
              </a:cxn>
              <a:cxn ang="0">
                <a:pos x="csX267" y="csY267"/>
              </a:cxn>
              <a:cxn ang="0">
                <a:pos x="csX268" y="csY268"/>
              </a:cxn>
              <a:cxn ang="0">
                <a:pos x="csX269" y="csY269"/>
              </a:cxn>
              <a:cxn ang="0">
                <a:pos x="csX270" y="csY270"/>
              </a:cxn>
              <a:cxn ang="0">
                <a:pos x="csX271" y="csY271"/>
              </a:cxn>
              <a:cxn ang="0">
                <a:pos x="csX272" y="csY272"/>
              </a:cxn>
              <a:cxn ang="0">
                <a:pos x="csX273" y="csY273"/>
              </a:cxn>
              <a:cxn ang="0">
                <a:pos x="csX274" y="csY274"/>
              </a:cxn>
              <a:cxn ang="0">
                <a:pos x="csX275" y="csY275"/>
              </a:cxn>
              <a:cxn ang="0">
                <a:pos x="csX276" y="csY276"/>
              </a:cxn>
              <a:cxn ang="0">
                <a:pos x="csX277" y="csY277"/>
              </a:cxn>
              <a:cxn ang="0">
                <a:pos x="csX278" y="csY278"/>
              </a:cxn>
              <a:cxn ang="0">
                <a:pos x="csX279" y="csY279"/>
              </a:cxn>
              <a:cxn ang="0">
                <a:pos x="csX280" y="csY280"/>
              </a:cxn>
              <a:cxn ang="0">
                <a:pos x="csX281" y="csY281"/>
              </a:cxn>
              <a:cxn ang="0">
                <a:pos x="csX282" y="csY282"/>
              </a:cxn>
              <a:cxn ang="0">
                <a:pos x="csX283" y="csY283"/>
              </a:cxn>
              <a:cxn ang="0">
                <a:pos x="csX284" y="csY284"/>
              </a:cxn>
              <a:cxn ang="0">
                <a:pos x="csX285" y="csY285"/>
              </a:cxn>
              <a:cxn ang="0">
                <a:pos x="csX286" y="csY286"/>
              </a:cxn>
              <a:cxn ang="0">
                <a:pos x="csX287" y="csY287"/>
              </a:cxn>
              <a:cxn ang="0">
                <a:pos x="csX288" y="csY288"/>
              </a:cxn>
              <a:cxn ang="0">
                <a:pos x="csX289" y="csY289"/>
              </a:cxn>
              <a:cxn ang="0">
                <a:pos x="csX290" y="csY290"/>
              </a:cxn>
              <a:cxn ang="0">
                <a:pos x="csX291" y="csY291"/>
              </a:cxn>
              <a:cxn ang="0">
                <a:pos x="csX292" y="csY292"/>
              </a:cxn>
              <a:cxn ang="0">
                <a:pos x="csX293" y="csY293"/>
              </a:cxn>
              <a:cxn ang="0">
                <a:pos x="csX294" y="csY294"/>
              </a:cxn>
              <a:cxn ang="0">
                <a:pos x="csX295" y="csY295"/>
              </a:cxn>
              <a:cxn ang="0">
                <a:pos x="csX296" y="csY296"/>
              </a:cxn>
              <a:cxn ang="0">
                <a:pos x="csX297" y="csY297"/>
              </a:cxn>
              <a:cxn ang="0">
                <a:pos x="csX298" y="csY298"/>
              </a:cxn>
              <a:cxn ang="0">
                <a:pos x="csX299" y="csY299"/>
              </a:cxn>
              <a:cxn ang="0">
                <a:pos x="csX300" y="csY300"/>
              </a:cxn>
              <a:cxn ang="0">
                <a:pos x="csX301" y="csY301"/>
              </a:cxn>
              <a:cxn ang="0">
                <a:pos x="csX302" y="csY302"/>
              </a:cxn>
              <a:cxn ang="0">
                <a:pos x="csX303" y="csY303"/>
              </a:cxn>
              <a:cxn ang="0">
                <a:pos x="csX304" y="csY304"/>
              </a:cxn>
              <a:cxn ang="0">
                <a:pos x="csX305" y="csY305"/>
              </a:cxn>
              <a:cxn ang="0">
                <a:pos x="csX306" y="csY306"/>
              </a:cxn>
              <a:cxn ang="0">
                <a:pos x="csX307" y="csY307"/>
              </a:cxn>
              <a:cxn ang="0">
                <a:pos x="csX308" y="csY308"/>
              </a:cxn>
              <a:cxn ang="0">
                <a:pos x="csX309" y="csY309"/>
              </a:cxn>
              <a:cxn ang="0">
                <a:pos x="csX310" y="csY310"/>
              </a:cxn>
              <a:cxn ang="0">
                <a:pos x="csX311" y="csY311"/>
              </a:cxn>
              <a:cxn ang="0">
                <a:pos x="csX312" y="csY312"/>
              </a:cxn>
              <a:cxn ang="0">
                <a:pos x="csX313" y="csY313"/>
              </a:cxn>
              <a:cxn ang="0">
                <a:pos x="csX314" y="csY314"/>
              </a:cxn>
              <a:cxn ang="0">
                <a:pos x="csX315" y="csY315"/>
              </a:cxn>
              <a:cxn ang="0">
                <a:pos x="csX316" y="csY316"/>
              </a:cxn>
              <a:cxn ang="0">
                <a:pos x="csX317" y="csY317"/>
              </a:cxn>
              <a:cxn ang="0">
                <a:pos x="csX318" y="csY318"/>
              </a:cxn>
              <a:cxn ang="0">
                <a:pos x="csX319" y="csY319"/>
              </a:cxn>
              <a:cxn ang="0">
                <a:pos x="csX320" y="csY320"/>
              </a:cxn>
              <a:cxn ang="0">
                <a:pos x="csX321" y="csY321"/>
              </a:cxn>
              <a:cxn ang="0">
                <a:pos x="csX322" y="csY322"/>
              </a:cxn>
              <a:cxn ang="0">
                <a:pos x="csX323" y="csY323"/>
              </a:cxn>
              <a:cxn ang="0">
                <a:pos x="csX324" y="csY324"/>
              </a:cxn>
              <a:cxn ang="0">
                <a:pos x="csX325" y="csY325"/>
              </a:cxn>
              <a:cxn ang="0">
                <a:pos x="csX326" y="csY326"/>
              </a:cxn>
              <a:cxn ang="0">
                <a:pos x="csX327" y="csY327"/>
              </a:cxn>
              <a:cxn ang="0">
                <a:pos x="csX328" y="csY328"/>
              </a:cxn>
              <a:cxn ang="0">
                <a:pos x="csX329" y="csY329"/>
              </a:cxn>
              <a:cxn ang="0">
                <a:pos x="csX330" y="csY330"/>
              </a:cxn>
              <a:cxn ang="0">
                <a:pos x="csX331" y="csY331"/>
              </a:cxn>
              <a:cxn ang="0">
                <a:pos x="csX332" y="csY332"/>
              </a:cxn>
              <a:cxn ang="0">
                <a:pos x="csX333" y="csY333"/>
              </a:cxn>
              <a:cxn ang="0">
                <a:pos x="csX334" y="csY334"/>
              </a:cxn>
              <a:cxn ang="0">
                <a:pos x="csX335" y="csY335"/>
              </a:cxn>
              <a:cxn ang="0">
                <a:pos x="csX336" y="csY336"/>
              </a:cxn>
              <a:cxn ang="0">
                <a:pos x="csX337" y="csY337"/>
              </a:cxn>
              <a:cxn ang="0">
                <a:pos x="csX338" y="csY338"/>
              </a:cxn>
              <a:cxn ang="0">
                <a:pos x="csX339" y="csY339"/>
              </a:cxn>
              <a:cxn ang="0">
                <a:pos x="csX340" y="csY340"/>
              </a:cxn>
              <a:cxn ang="0">
                <a:pos x="csX341" y="csY341"/>
              </a:cxn>
              <a:cxn ang="0">
                <a:pos x="csX342" y="csY342"/>
              </a:cxn>
              <a:cxn ang="0">
                <a:pos x="csX343" y="csY343"/>
              </a:cxn>
              <a:cxn ang="0">
                <a:pos x="csX344" y="csY344"/>
              </a:cxn>
              <a:cxn ang="0">
                <a:pos x="csX345" y="csY345"/>
              </a:cxn>
              <a:cxn ang="0">
                <a:pos x="csX346" y="csY346"/>
              </a:cxn>
              <a:cxn ang="0">
                <a:pos x="csX347" y="csY347"/>
              </a:cxn>
              <a:cxn ang="0">
                <a:pos x="csX348" y="csY348"/>
              </a:cxn>
              <a:cxn ang="0">
                <a:pos x="csX349" y="csY349"/>
              </a:cxn>
              <a:cxn ang="0">
                <a:pos x="csX350" y="csY350"/>
              </a:cxn>
              <a:cxn ang="0">
                <a:pos x="csX351" y="csY351"/>
              </a:cxn>
              <a:cxn ang="0">
                <a:pos x="csX352" y="csY352"/>
              </a:cxn>
              <a:cxn ang="0">
                <a:pos x="csX353" y="csY353"/>
              </a:cxn>
              <a:cxn ang="0">
                <a:pos x="csX354" y="csY354"/>
              </a:cxn>
              <a:cxn ang="0">
                <a:pos x="csX355" y="csY355"/>
              </a:cxn>
              <a:cxn ang="0">
                <a:pos x="csX356" y="csY356"/>
              </a:cxn>
              <a:cxn ang="0">
                <a:pos x="csX357" y="csY357"/>
              </a:cxn>
              <a:cxn ang="0">
                <a:pos x="csX358" y="csY358"/>
              </a:cxn>
              <a:cxn ang="0">
                <a:pos x="csX359" y="csY359"/>
              </a:cxn>
              <a:cxn ang="0">
                <a:pos x="csX360" y="csY360"/>
              </a:cxn>
              <a:cxn ang="0">
                <a:pos x="csX361" y="csY361"/>
              </a:cxn>
              <a:cxn ang="0">
                <a:pos x="csX362" y="csY362"/>
              </a:cxn>
              <a:cxn ang="0">
                <a:pos x="csX363" y="csY363"/>
              </a:cxn>
              <a:cxn ang="0">
                <a:pos x="csX364" y="csY364"/>
              </a:cxn>
              <a:cxn ang="0">
                <a:pos x="csX365" y="csY365"/>
              </a:cxn>
              <a:cxn ang="0">
                <a:pos x="csX366" y="csY366"/>
              </a:cxn>
              <a:cxn ang="0">
                <a:pos x="csX367" y="csY367"/>
              </a:cxn>
              <a:cxn ang="0">
                <a:pos x="csX368" y="csY368"/>
              </a:cxn>
              <a:cxn ang="0">
                <a:pos x="csX369" y="csY369"/>
              </a:cxn>
              <a:cxn ang="0">
                <a:pos x="csX370" y="csY370"/>
              </a:cxn>
              <a:cxn ang="0">
                <a:pos x="csX371" y="csY371"/>
              </a:cxn>
              <a:cxn ang="0">
                <a:pos x="csX372" y="csY372"/>
              </a:cxn>
              <a:cxn ang="0">
                <a:pos x="csX373" y="csY373"/>
              </a:cxn>
              <a:cxn ang="0">
                <a:pos x="csX374" y="csY374"/>
              </a:cxn>
              <a:cxn ang="0">
                <a:pos x="csX375" y="csY375"/>
              </a:cxn>
              <a:cxn ang="0">
                <a:pos x="csX376" y="csY376"/>
              </a:cxn>
              <a:cxn ang="0">
                <a:pos x="csX377" y="csY377"/>
              </a:cxn>
              <a:cxn ang="0">
                <a:pos x="csX378" y="csY378"/>
              </a:cxn>
              <a:cxn ang="0">
                <a:pos x="csX379" y="csY379"/>
              </a:cxn>
              <a:cxn ang="0">
                <a:pos x="csX380" y="csY380"/>
              </a:cxn>
              <a:cxn ang="0">
                <a:pos x="csX381" y="csY381"/>
              </a:cxn>
              <a:cxn ang="0">
                <a:pos x="csX382" y="csY382"/>
              </a:cxn>
              <a:cxn ang="0">
                <a:pos x="csX383" y="csY383"/>
              </a:cxn>
              <a:cxn ang="0">
                <a:pos x="csX384" y="csY384"/>
              </a:cxn>
              <a:cxn ang="0">
                <a:pos x="csX385" y="csY385"/>
              </a:cxn>
              <a:cxn ang="0">
                <a:pos x="csX386" y="csY386"/>
              </a:cxn>
              <a:cxn ang="0">
                <a:pos x="csX387" y="csY387"/>
              </a:cxn>
              <a:cxn ang="0">
                <a:pos x="csX388" y="csY388"/>
              </a:cxn>
              <a:cxn ang="0">
                <a:pos x="csX389" y="csY389"/>
              </a:cxn>
              <a:cxn ang="0">
                <a:pos x="csX390" y="csY390"/>
              </a:cxn>
              <a:cxn ang="0">
                <a:pos x="csX391" y="csY391"/>
              </a:cxn>
              <a:cxn ang="0">
                <a:pos x="csX392" y="csY392"/>
              </a:cxn>
              <a:cxn ang="0">
                <a:pos x="csX393" y="csY393"/>
              </a:cxn>
              <a:cxn ang="0">
                <a:pos x="csX394" y="csY394"/>
              </a:cxn>
              <a:cxn ang="0">
                <a:pos x="csX395" y="csY395"/>
              </a:cxn>
              <a:cxn ang="0">
                <a:pos x="csX396" y="csY396"/>
              </a:cxn>
              <a:cxn ang="0">
                <a:pos x="csX397" y="csY397"/>
              </a:cxn>
              <a:cxn ang="0">
                <a:pos x="csX398" y="csY398"/>
              </a:cxn>
              <a:cxn ang="0">
                <a:pos x="csX399" y="csY399"/>
              </a:cxn>
              <a:cxn ang="0">
                <a:pos x="csX400" y="csY400"/>
              </a:cxn>
              <a:cxn ang="0">
                <a:pos x="csX401" y="csY401"/>
              </a:cxn>
              <a:cxn ang="0">
                <a:pos x="csX402" y="csY402"/>
              </a:cxn>
              <a:cxn ang="0">
                <a:pos x="csX403" y="csY403"/>
              </a:cxn>
              <a:cxn ang="0">
                <a:pos x="csX404" y="csY404"/>
              </a:cxn>
              <a:cxn ang="0">
                <a:pos x="csX405" y="csY405"/>
              </a:cxn>
              <a:cxn ang="0">
                <a:pos x="csX406" y="csY406"/>
              </a:cxn>
              <a:cxn ang="0">
                <a:pos x="csX407" y="csY407"/>
              </a:cxn>
              <a:cxn ang="0">
                <a:pos x="csX408" y="csY408"/>
              </a:cxn>
              <a:cxn ang="0">
                <a:pos x="csX409" y="csY409"/>
              </a:cxn>
              <a:cxn ang="0">
                <a:pos x="csX410" y="csY410"/>
              </a:cxn>
              <a:cxn ang="0">
                <a:pos x="csX411" y="csY411"/>
              </a:cxn>
              <a:cxn ang="0">
                <a:pos x="csX412" y="csY412"/>
              </a:cxn>
              <a:cxn ang="0">
                <a:pos x="csX413" y="csY413"/>
              </a:cxn>
              <a:cxn ang="0">
                <a:pos x="csX414" y="csY414"/>
              </a:cxn>
              <a:cxn ang="0">
                <a:pos x="csX415" y="csY415"/>
              </a:cxn>
              <a:cxn ang="0">
                <a:pos x="csX416" y="csY416"/>
              </a:cxn>
              <a:cxn ang="0">
                <a:pos x="csX417" y="csY417"/>
              </a:cxn>
              <a:cxn ang="0">
                <a:pos x="csX418" y="csY418"/>
              </a:cxn>
              <a:cxn ang="0">
                <a:pos x="csX419" y="csY419"/>
              </a:cxn>
              <a:cxn ang="0">
                <a:pos x="csX420" y="csY420"/>
              </a:cxn>
              <a:cxn ang="0">
                <a:pos x="csX421" y="csY421"/>
              </a:cxn>
              <a:cxn ang="0">
                <a:pos x="csX422" y="csY422"/>
              </a:cxn>
              <a:cxn ang="0">
                <a:pos x="csX423" y="csY423"/>
              </a:cxn>
              <a:cxn ang="0">
                <a:pos x="csX424" y="csY424"/>
              </a:cxn>
              <a:cxn ang="0">
                <a:pos x="csX425" y="csY425"/>
              </a:cxn>
              <a:cxn ang="0">
                <a:pos x="csX426" y="csY426"/>
              </a:cxn>
              <a:cxn ang="0">
                <a:pos x="csX427" y="csY427"/>
              </a:cxn>
              <a:cxn ang="0">
                <a:pos x="csX428" y="csY428"/>
              </a:cxn>
              <a:cxn ang="0">
                <a:pos x="csX429" y="csY429"/>
              </a:cxn>
              <a:cxn ang="0">
                <a:pos x="csX430" y="csY430"/>
              </a:cxn>
              <a:cxn ang="0">
                <a:pos x="csX431" y="csY431"/>
              </a:cxn>
              <a:cxn ang="0">
                <a:pos x="csX432" y="csY432"/>
              </a:cxn>
              <a:cxn ang="0">
                <a:pos x="csX433" y="csY433"/>
              </a:cxn>
              <a:cxn ang="0">
                <a:pos x="csX434" y="csY434"/>
              </a:cxn>
              <a:cxn ang="0">
                <a:pos x="csX435" y="csY435"/>
              </a:cxn>
              <a:cxn ang="0">
                <a:pos x="csX436" y="csY436"/>
              </a:cxn>
              <a:cxn ang="0">
                <a:pos x="csX437" y="csY437"/>
              </a:cxn>
              <a:cxn ang="0">
                <a:pos x="csX438" y="csY438"/>
              </a:cxn>
              <a:cxn ang="0">
                <a:pos x="csX439" y="csY439"/>
              </a:cxn>
              <a:cxn ang="0">
                <a:pos x="csX440" y="csY440"/>
              </a:cxn>
              <a:cxn ang="0">
                <a:pos x="csX441" y="csY441"/>
              </a:cxn>
              <a:cxn ang="0">
                <a:pos x="csX442" y="csY442"/>
              </a:cxn>
              <a:cxn ang="0">
                <a:pos x="csX443" y="csY443"/>
              </a:cxn>
              <a:cxn ang="0">
                <a:pos x="csX444" y="csY444"/>
              </a:cxn>
              <a:cxn ang="0">
                <a:pos x="csX445" y="csY445"/>
              </a:cxn>
              <a:cxn ang="0">
                <a:pos x="csX446" y="csY446"/>
              </a:cxn>
              <a:cxn ang="0">
                <a:pos x="csX447" y="csY447"/>
              </a:cxn>
              <a:cxn ang="0">
                <a:pos x="csX448" y="csY448"/>
              </a:cxn>
              <a:cxn ang="0">
                <a:pos x="csX449" y="csY449"/>
              </a:cxn>
              <a:cxn ang="0">
                <a:pos x="csX450" y="csY450"/>
              </a:cxn>
              <a:cxn ang="0">
                <a:pos x="csX451" y="csY451"/>
              </a:cxn>
              <a:cxn ang="0">
                <a:pos x="csX452" y="csY452"/>
              </a:cxn>
              <a:cxn ang="0">
                <a:pos x="csX453" y="csY453"/>
              </a:cxn>
              <a:cxn ang="0">
                <a:pos x="csX454" y="csY454"/>
              </a:cxn>
              <a:cxn ang="0">
                <a:pos x="csX455" y="csY455"/>
              </a:cxn>
              <a:cxn ang="0">
                <a:pos x="csX456" y="csY456"/>
              </a:cxn>
              <a:cxn ang="0">
                <a:pos x="csX457" y="csY457"/>
              </a:cxn>
              <a:cxn ang="0">
                <a:pos x="csX458" y="csY458"/>
              </a:cxn>
              <a:cxn ang="0">
                <a:pos x="csX459" y="csY459"/>
              </a:cxn>
              <a:cxn ang="0">
                <a:pos x="csX460" y="csY460"/>
              </a:cxn>
              <a:cxn ang="0">
                <a:pos x="csX461" y="csY461"/>
              </a:cxn>
              <a:cxn ang="0">
                <a:pos x="csX462" y="csY462"/>
              </a:cxn>
              <a:cxn ang="0">
                <a:pos x="csX463" y="csY463"/>
              </a:cxn>
              <a:cxn ang="0">
                <a:pos x="csX464" y="csY464"/>
              </a:cxn>
              <a:cxn ang="0">
                <a:pos x="csX465" y="csY465"/>
              </a:cxn>
              <a:cxn ang="0">
                <a:pos x="csX466" y="csY466"/>
              </a:cxn>
              <a:cxn ang="0">
                <a:pos x="csX467" y="csY467"/>
              </a:cxn>
              <a:cxn ang="0">
                <a:pos x="csX468" y="csY468"/>
              </a:cxn>
              <a:cxn ang="0">
                <a:pos x="csX469" y="csY469"/>
              </a:cxn>
              <a:cxn ang="0">
                <a:pos x="csX470" y="csY470"/>
              </a:cxn>
              <a:cxn ang="0">
                <a:pos x="csX471" y="csY471"/>
              </a:cxn>
              <a:cxn ang="0">
                <a:pos x="csX472" y="csY472"/>
              </a:cxn>
              <a:cxn ang="0">
                <a:pos x="csX473" y="csY473"/>
              </a:cxn>
              <a:cxn ang="0">
                <a:pos x="csX474" y="csY474"/>
              </a:cxn>
              <a:cxn ang="0">
                <a:pos x="csX475" y="csY475"/>
              </a:cxn>
              <a:cxn ang="0">
                <a:pos x="csX476" y="csY476"/>
              </a:cxn>
              <a:cxn ang="0">
                <a:pos x="csX477" y="csY477"/>
              </a:cxn>
              <a:cxn ang="0">
                <a:pos x="csX478" y="csY478"/>
              </a:cxn>
              <a:cxn ang="0">
                <a:pos x="csX479" y="csY479"/>
              </a:cxn>
              <a:cxn ang="0">
                <a:pos x="csX480" y="csY480"/>
              </a:cxn>
              <a:cxn ang="0">
                <a:pos x="csX481" y="csY481"/>
              </a:cxn>
              <a:cxn ang="0">
                <a:pos x="csX482" y="csY482"/>
              </a:cxn>
              <a:cxn ang="0">
                <a:pos x="csX483" y="csY483"/>
              </a:cxn>
              <a:cxn ang="0">
                <a:pos x="csX484" y="csY484"/>
              </a:cxn>
              <a:cxn ang="0">
                <a:pos x="csX485" y="csY485"/>
              </a:cxn>
              <a:cxn ang="0">
                <a:pos x="csX486" y="csY486"/>
              </a:cxn>
              <a:cxn ang="0">
                <a:pos x="csX487" y="csY487"/>
              </a:cxn>
              <a:cxn ang="0">
                <a:pos x="csX488" y="csY488"/>
              </a:cxn>
              <a:cxn ang="0">
                <a:pos x="csX489" y="csY489"/>
              </a:cxn>
              <a:cxn ang="0">
                <a:pos x="csX490" y="csY490"/>
              </a:cxn>
              <a:cxn ang="0">
                <a:pos x="csX491" y="csY491"/>
              </a:cxn>
              <a:cxn ang="0">
                <a:pos x="csX492" y="csY492"/>
              </a:cxn>
              <a:cxn ang="0">
                <a:pos x="csX493" y="csY493"/>
              </a:cxn>
              <a:cxn ang="0">
                <a:pos x="csX494" y="csY494"/>
              </a:cxn>
              <a:cxn ang="0">
                <a:pos x="csX495" y="csY495"/>
              </a:cxn>
              <a:cxn ang="0">
                <a:pos x="csX496" y="csY496"/>
              </a:cxn>
              <a:cxn ang="0">
                <a:pos x="csX497" y="csY497"/>
              </a:cxn>
              <a:cxn ang="0">
                <a:pos x="csX498" y="csY498"/>
              </a:cxn>
              <a:cxn ang="0">
                <a:pos x="csX499" y="csY499"/>
              </a:cxn>
              <a:cxn ang="0">
                <a:pos x="csX500" y="csY500"/>
              </a:cxn>
              <a:cxn ang="0">
                <a:pos x="csX501" y="csY501"/>
              </a:cxn>
              <a:cxn ang="0">
                <a:pos x="csX502" y="csY502"/>
              </a:cxn>
              <a:cxn ang="0">
                <a:pos x="csX503" y="csY503"/>
              </a:cxn>
              <a:cxn ang="0">
                <a:pos x="csX504" y="csY504"/>
              </a:cxn>
              <a:cxn ang="0">
                <a:pos x="csX505" y="csY505"/>
              </a:cxn>
              <a:cxn ang="0">
                <a:pos x="csX506" y="csY506"/>
              </a:cxn>
              <a:cxn ang="0">
                <a:pos x="csX507" y="csY507"/>
              </a:cxn>
              <a:cxn ang="0">
                <a:pos x="csX508" y="csY508"/>
              </a:cxn>
              <a:cxn ang="0">
                <a:pos x="csX509" y="csY509"/>
              </a:cxn>
              <a:cxn ang="0">
                <a:pos x="csX510" y="csY510"/>
              </a:cxn>
              <a:cxn ang="0">
                <a:pos x="csX511" y="csY511"/>
              </a:cxn>
              <a:cxn ang="0">
                <a:pos x="csX512" y="csY512"/>
              </a:cxn>
              <a:cxn ang="0">
                <a:pos x="csX513" y="csY513"/>
              </a:cxn>
              <a:cxn ang="0">
                <a:pos x="csX514" y="csY514"/>
              </a:cxn>
              <a:cxn ang="0">
                <a:pos x="csX515" y="csY515"/>
              </a:cxn>
              <a:cxn ang="0">
                <a:pos x="csX516" y="csY516"/>
              </a:cxn>
              <a:cxn ang="0">
                <a:pos x="csX517" y="csY517"/>
              </a:cxn>
              <a:cxn ang="0">
                <a:pos x="csX518" y="csY518"/>
              </a:cxn>
              <a:cxn ang="0">
                <a:pos x="csX519" y="csY519"/>
              </a:cxn>
              <a:cxn ang="0">
                <a:pos x="csX520" y="csY520"/>
              </a:cxn>
              <a:cxn ang="0">
                <a:pos x="csX521" y="csY521"/>
              </a:cxn>
              <a:cxn ang="0">
                <a:pos x="csX522" y="csY522"/>
              </a:cxn>
              <a:cxn ang="0">
                <a:pos x="csX523" y="csY523"/>
              </a:cxn>
              <a:cxn ang="0">
                <a:pos x="csX524" y="csY524"/>
              </a:cxn>
              <a:cxn ang="0">
                <a:pos x="csX525" y="csY525"/>
              </a:cxn>
              <a:cxn ang="0">
                <a:pos x="csX526" y="csY526"/>
              </a:cxn>
              <a:cxn ang="0">
                <a:pos x="csX527" y="csY527"/>
              </a:cxn>
              <a:cxn ang="0">
                <a:pos x="csX528" y="csY528"/>
              </a:cxn>
              <a:cxn ang="0">
                <a:pos x="csX529" y="csY529"/>
              </a:cxn>
              <a:cxn ang="0">
                <a:pos x="csX530" y="csY530"/>
              </a:cxn>
              <a:cxn ang="0">
                <a:pos x="csX531" y="csY531"/>
              </a:cxn>
              <a:cxn ang="0">
                <a:pos x="csX532" y="csY532"/>
              </a:cxn>
              <a:cxn ang="0">
                <a:pos x="csX533" y="csY533"/>
              </a:cxn>
              <a:cxn ang="0">
                <a:pos x="csX534" y="csY534"/>
              </a:cxn>
              <a:cxn ang="0">
                <a:pos x="csX535" y="csY535"/>
              </a:cxn>
              <a:cxn ang="0">
                <a:pos x="csX536" y="csY536"/>
              </a:cxn>
              <a:cxn ang="0">
                <a:pos x="csX537" y="csY537"/>
              </a:cxn>
              <a:cxn ang="0">
                <a:pos x="csX538" y="csY538"/>
              </a:cxn>
              <a:cxn ang="0">
                <a:pos x="csX539" y="csY539"/>
              </a:cxn>
              <a:cxn ang="0">
                <a:pos x="csX540" y="csY540"/>
              </a:cxn>
              <a:cxn ang="0">
                <a:pos x="csX541" y="csY541"/>
              </a:cxn>
              <a:cxn ang="0">
                <a:pos x="csX542" y="csY542"/>
              </a:cxn>
              <a:cxn ang="0">
                <a:pos x="csX543" y="csY543"/>
              </a:cxn>
              <a:cxn ang="0">
                <a:pos x="csX544" y="csY544"/>
              </a:cxn>
              <a:cxn ang="0">
                <a:pos x="csX545" y="csY545"/>
              </a:cxn>
              <a:cxn ang="0">
                <a:pos x="csX546" y="csY546"/>
              </a:cxn>
              <a:cxn ang="0">
                <a:pos x="csX547" y="csY547"/>
              </a:cxn>
              <a:cxn ang="0">
                <a:pos x="csX548" y="csY548"/>
              </a:cxn>
              <a:cxn ang="0">
                <a:pos x="csX549" y="csY549"/>
              </a:cxn>
              <a:cxn ang="0">
                <a:pos x="csX550" y="csY550"/>
              </a:cxn>
              <a:cxn ang="0">
                <a:pos x="csX551" y="csY551"/>
              </a:cxn>
              <a:cxn ang="0">
                <a:pos x="csX552" y="csY552"/>
              </a:cxn>
              <a:cxn ang="0">
                <a:pos x="csX553" y="csY553"/>
              </a:cxn>
              <a:cxn ang="0">
                <a:pos x="csX554" y="csY554"/>
              </a:cxn>
              <a:cxn ang="0">
                <a:pos x="csX555" y="csY555"/>
              </a:cxn>
              <a:cxn ang="0">
                <a:pos x="csX556" y="csY556"/>
              </a:cxn>
              <a:cxn ang="0">
                <a:pos x="csX557" y="csY557"/>
              </a:cxn>
              <a:cxn ang="0">
                <a:pos x="csX558" y="csY558"/>
              </a:cxn>
              <a:cxn ang="0">
                <a:pos x="csX559" y="csY559"/>
              </a:cxn>
              <a:cxn ang="0">
                <a:pos x="csX560" y="csY560"/>
              </a:cxn>
              <a:cxn ang="0">
                <a:pos x="csX561" y="csY561"/>
              </a:cxn>
              <a:cxn ang="0">
                <a:pos x="csX562" y="csY562"/>
              </a:cxn>
              <a:cxn ang="0">
                <a:pos x="csX563" y="csY563"/>
              </a:cxn>
              <a:cxn ang="0">
                <a:pos x="csX564" y="csY564"/>
              </a:cxn>
              <a:cxn ang="0">
                <a:pos x="csX565" y="csY565"/>
              </a:cxn>
              <a:cxn ang="0">
                <a:pos x="csX566" y="csY566"/>
              </a:cxn>
              <a:cxn ang="0">
                <a:pos x="csX567" y="csY567"/>
              </a:cxn>
              <a:cxn ang="0">
                <a:pos x="csX568" y="csY568"/>
              </a:cxn>
              <a:cxn ang="0">
                <a:pos x="csX569" y="csY569"/>
              </a:cxn>
              <a:cxn ang="0">
                <a:pos x="csX570" y="csY570"/>
              </a:cxn>
              <a:cxn ang="0">
                <a:pos x="csX571" y="csY571"/>
              </a:cxn>
              <a:cxn ang="0">
                <a:pos x="csX572" y="csY572"/>
              </a:cxn>
              <a:cxn ang="0">
                <a:pos x="csX573" y="csY573"/>
              </a:cxn>
              <a:cxn ang="0">
                <a:pos x="csX574" y="csY574"/>
              </a:cxn>
              <a:cxn ang="0">
                <a:pos x="csX575" y="csY575"/>
              </a:cxn>
              <a:cxn ang="0">
                <a:pos x="csX576" y="csY576"/>
              </a:cxn>
              <a:cxn ang="0">
                <a:pos x="csX577" y="csY577"/>
              </a:cxn>
              <a:cxn ang="0">
                <a:pos x="csX578" y="csY578"/>
              </a:cxn>
              <a:cxn ang="0">
                <a:pos x="csX579" y="csY579"/>
              </a:cxn>
              <a:cxn ang="0">
                <a:pos x="csX580" y="csY580"/>
              </a:cxn>
              <a:cxn ang="0">
                <a:pos x="csX581" y="csY581"/>
              </a:cxn>
              <a:cxn ang="0">
                <a:pos x="csX582" y="csY582"/>
              </a:cxn>
              <a:cxn ang="0">
                <a:pos x="csX583" y="csY583"/>
              </a:cxn>
              <a:cxn ang="0">
                <a:pos x="csX584" y="csY584"/>
              </a:cxn>
              <a:cxn ang="0">
                <a:pos x="csX585" y="csY585"/>
              </a:cxn>
              <a:cxn ang="0">
                <a:pos x="csX586" y="csY586"/>
              </a:cxn>
              <a:cxn ang="0">
                <a:pos x="csX587" y="csY587"/>
              </a:cxn>
              <a:cxn ang="0">
                <a:pos x="csX588" y="csY588"/>
              </a:cxn>
              <a:cxn ang="0">
                <a:pos x="csX589" y="csY589"/>
              </a:cxn>
              <a:cxn ang="0">
                <a:pos x="csX590" y="csY590"/>
              </a:cxn>
              <a:cxn ang="0">
                <a:pos x="csX591" y="csY591"/>
              </a:cxn>
              <a:cxn ang="0">
                <a:pos x="csX592" y="csY592"/>
              </a:cxn>
              <a:cxn ang="0">
                <a:pos x="csX593" y="csY593"/>
              </a:cxn>
              <a:cxn ang="0">
                <a:pos x="csX594" y="csY594"/>
              </a:cxn>
              <a:cxn ang="0">
                <a:pos x="csX595" y="csY595"/>
              </a:cxn>
              <a:cxn ang="0">
                <a:pos x="csX596" y="csY596"/>
              </a:cxn>
              <a:cxn ang="0">
                <a:pos x="csX597" y="csY597"/>
              </a:cxn>
              <a:cxn ang="0">
                <a:pos x="csX598" y="csY598"/>
              </a:cxn>
              <a:cxn ang="0">
                <a:pos x="csX599" y="csY599"/>
              </a:cxn>
              <a:cxn ang="0">
                <a:pos x="csX600" y="csY600"/>
              </a:cxn>
              <a:cxn ang="0">
                <a:pos x="csX601" y="csY601"/>
              </a:cxn>
              <a:cxn ang="0">
                <a:pos x="csX602" y="csY602"/>
              </a:cxn>
              <a:cxn ang="0">
                <a:pos x="csX603" y="csY603"/>
              </a:cxn>
              <a:cxn ang="0">
                <a:pos x="csX604" y="csY604"/>
              </a:cxn>
              <a:cxn ang="0">
                <a:pos x="csX605" y="csY605"/>
              </a:cxn>
              <a:cxn ang="0">
                <a:pos x="csX606" y="csY606"/>
              </a:cxn>
              <a:cxn ang="0">
                <a:pos x="csX607" y="csY607"/>
              </a:cxn>
              <a:cxn ang="0">
                <a:pos x="csX608" y="csY608"/>
              </a:cxn>
              <a:cxn ang="0">
                <a:pos x="csX609" y="csY609"/>
              </a:cxn>
              <a:cxn ang="0">
                <a:pos x="csX610" y="csY610"/>
              </a:cxn>
              <a:cxn ang="0">
                <a:pos x="csX611" y="csY611"/>
              </a:cxn>
              <a:cxn ang="0">
                <a:pos x="csX612" y="csY612"/>
              </a:cxn>
              <a:cxn ang="0">
                <a:pos x="csX613" y="csY613"/>
              </a:cxn>
              <a:cxn ang="0">
                <a:pos x="csX614" y="csY614"/>
              </a:cxn>
              <a:cxn ang="0">
                <a:pos x="csX615" y="csY615"/>
              </a:cxn>
              <a:cxn ang="0">
                <a:pos x="csX616" y="csY616"/>
              </a:cxn>
              <a:cxn ang="0">
                <a:pos x="csX617" y="csY617"/>
              </a:cxn>
              <a:cxn ang="0">
                <a:pos x="csX618" y="csY618"/>
              </a:cxn>
              <a:cxn ang="0">
                <a:pos x="csX619" y="csY619"/>
              </a:cxn>
              <a:cxn ang="0">
                <a:pos x="csX620" y="csY620"/>
              </a:cxn>
              <a:cxn ang="0">
                <a:pos x="csX621" y="csY621"/>
              </a:cxn>
              <a:cxn ang="0">
                <a:pos x="csX622" y="csY622"/>
              </a:cxn>
              <a:cxn ang="0">
                <a:pos x="csX623" y="csY623"/>
              </a:cxn>
              <a:cxn ang="0">
                <a:pos x="csX624" y="csY624"/>
              </a:cxn>
              <a:cxn ang="0">
                <a:pos x="csX625" y="csY625"/>
              </a:cxn>
              <a:cxn ang="0">
                <a:pos x="csX626" y="csY626"/>
              </a:cxn>
              <a:cxn ang="0">
                <a:pos x="csX627" y="csY627"/>
              </a:cxn>
              <a:cxn ang="0">
                <a:pos x="csX628" y="csY628"/>
              </a:cxn>
              <a:cxn ang="0">
                <a:pos x="csX629" y="csY629"/>
              </a:cxn>
              <a:cxn ang="0">
                <a:pos x="csX630" y="csY630"/>
              </a:cxn>
              <a:cxn ang="0">
                <a:pos x="csX631" y="csY631"/>
              </a:cxn>
              <a:cxn ang="0">
                <a:pos x="csX632" y="csY632"/>
              </a:cxn>
              <a:cxn ang="0">
                <a:pos x="csX633" y="csY633"/>
              </a:cxn>
              <a:cxn ang="0">
                <a:pos x="csX634" y="csY634"/>
              </a:cxn>
              <a:cxn ang="0">
                <a:pos x="csX635" y="csY635"/>
              </a:cxn>
              <a:cxn ang="0">
                <a:pos x="csX636" y="csY636"/>
              </a:cxn>
              <a:cxn ang="0">
                <a:pos x="csX637" y="csY637"/>
              </a:cxn>
              <a:cxn ang="0">
                <a:pos x="csX638" y="csY638"/>
              </a:cxn>
              <a:cxn ang="0">
                <a:pos x="csX639" y="csY639"/>
              </a:cxn>
              <a:cxn ang="0">
                <a:pos x="csX640" y="csY640"/>
              </a:cxn>
              <a:cxn ang="0">
                <a:pos x="csX641" y="csY641"/>
              </a:cxn>
              <a:cxn ang="0">
                <a:pos x="csX642" y="csY642"/>
              </a:cxn>
              <a:cxn ang="0">
                <a:pos x="csX643" y="csY643"/>
              </a:cxn>
              <a:cxn ang="0">
                <a:pos x="csX644" y="csY644"/>
              </a:cxn>
              <a:cxn ang="0">
                <a:pos x="csX645" y="csY645"/>
              </a:cxn>
              <a:cxn ang="0">
                <a:pos x="csX646" y="csY646"/>
              </a:cxn>
              <a:cxn ang="0">
                <a:pos x="csX647" y="csY647"/>
              </a:cxn>
              <a:cxn ang="0">
                <a:pos x="csX648" y="csY648"/>
              </a:cxn>
              <a:cxn ang="0">
                <a:pos x="csX649" y="csY649"/>
              </a:cxn>
              <a:cxn ang="0">
                <a:pos x="csX650" y="csY650"/>
              </a:cxn>
              <a:cxn ang="0">
                <a:pos x="csX651" y="csY651"/>
              </a:cxn>
              <a:cxn ang="0">
                <a:pos x="csX652" y="csY652"/>
              </a:cxn>
              <a:cxn ang="0">
                <a:pos x="csX653" y="csY653"/>
              </a:cxn>
              <a:cxn ang="0">
                <a:pos x="csX654" y="csY654"/>
              </a:cxn>
              <a:cxn ang="0">
                <a:pos x="csX655" y="csY655"/>
              </a:cxn>
              <a:cxn ang="0">
                <a:pos x="csX656" y="csY656"/>
              </a:cxn>
              <a:cxn ang="0">
                <a:pos x="csX657" y="csY657"/>
              </a:cxn>
              <a:cxn ang="0">
                <a:pos x="csX658" y="csY658"/>
              </a:cxn>
              <a:cxn ang="0">
                <a:pos x="csX659" y="csY659"/>
              </a:cxn>
              <a:cxn ang="0">
                <a:pos x="csX660" y="csY660"/>
              </a:cxn>
              <a:cxn ang="0">
                <a:pos x="csX661" y="csY661"/>
              </a:cxn>
              <a:cxn ang="0">
                <a:pos x="csX662" y="csY662"/>
              </a:cxn>
              <a:cxn ang="0">
                <a:pos x="csX663" y="csY663"/>
              </a:cxn>
              <a:cxn ang="0">
                <a:pos x="csX664" y="csY664"/>
              </a:cxn>
              <a:cxn ang="0">
                <a:pos x="csX665" y="csY665"/>
              </a:cxn>
              <a:cxn ang="0">
                <a:pos x="csX666" y="csY666"/>
              </a:cxn>
              <a:cxn ang="0">
                <a:pos x="csX667" y="csY667"/>
              </a:cxn>
              <a:cxn ang="0">
                <a:pos x="csX668" y="csY668"/>
              </a:cxn>
              <a:cxn ang="0">
                <a:pos x="csX669" y="csY669"/>
              </a:cxn>
              <a:cxn ang="0">
                <a:pos x="csX670" y="csY670"/>
              </a:cxn>
              <a:cxn ang="0">
                <a:pos x="csX671" y="csY671"/>
              </a:cxn>
              <a:cxn ang="0">
                <a:pos x="csX672" y="csY672"/>
              </a:cxn>
              <a:cxn ang="0">
                <a:pos x="csX673" y="csY673"/>
              </a:cxn>
              <a:cxn ang="0">
                <a:pos x="csX674" y="csY674"/>
              </a:cxn>
              <a:cxn ang="0">
                <a:pos x="csX675" y="csY675"/>
              </a:cxn>
              <a:cxn ang="0">
                <a:pos x="csX676" y="csY676"/>
              </a:cxn>
              <a:cxn ang="0">
                <a:pos x="csX677" y="csY677"/>
              </a:cxn>
              <a:cxn ang="0">
                <a:pos x="csX678" y="csY678"/>
              </a:cxn>
              <a:cxn ang="0">
                <a:pos x="csX679" y="csY679"/>
              </a:cxn>
              <a:cxn ang="0">
                <a:pos x="csX680" y="csY680"/>
              </a:cxn>
              <a:cxn ang="0">
                <a:pos x="csX681" y="csY681"/>
              </a:cxn>
              <a:cxn ang="0">
                <a:pos x="csX682" y="csY682"/>
              </a:cxn>
              <a:cxn ang="0">
                <a:pos x="csX683" y="csY683"/>
              </a:cxn>
              <a:cxn ang="0">
                <a:pos x="csX684" y="csY684"/>
              </a:cxn>
              <a:cxn ang="0">
                <a:pos x="csX685" y="csY685"/>
              </a:cxn>
              <a:cxn ang="0">
                <a:pos x="csX686" y="csY686"/>
              </a:cxn>
              <a:cxn ang="0">
                <a:pos x="csX687" y="csY687"/>
              </a:cxn>
              <a:cxn ang="0">
                <a:pos x="csX688" y="csY688"/>
              </a:cxn>
              <a:cxn ang="0">
                <a:pos x="csX689" y="csY689"/>
              </a:cxn>
              <a:cxn ang="0">
                <a:pos x="csX690" y="csY690"/>
              </a:cxn>
              <a:cxn ang="0">
                <a:pos x="csX691" y="csY691"/>
              </a:cxn>
              <a:cxn ang="0">
                <a:pos x="csX692" y="csY692"/>
              </a:cxn>
              <a:cxn ang="0">
                <a:pos x="csX693" y="csY693"/>
              </a:cxn>
              <a:cxn ang="0">
                <a:pos x="csX694" y="csY694"/>
              </a:cxn>
              <a:cxn ang="0">
                <a:pos x="csX695" y="csY695"/>
              </a:cxn>
              <a:cxn ang="0">
                <a:pos x="csX696" y="csY696"/>
              </a:cxn>
              <a:cxn ang="0">
                <a:pos x="csX697" y="csY697"/>
              </a:cxn>
              <a:cxn ang="0">
                <a:pos x="csX698" y="csY698"/>
              </a:cxn>
              <a:cxn ang="0">
                <a:pos x="csX699" y="csY699"/>
              </a:cxn>
              <a:cxn ang="0">
                <a:pos x="csX700" y="csY700"/>
              </a:cxn>
              <a:cxn ang="0">
                <a:pos x="csX701" y="csY701"/>
              </a:cxn>
              <a:cxn ang="0">
                <a:pos x="csX702" y="csY702"/>
              </a:cxn>
              <a:cxn ang="0">
                <a:pos x="csX703" y="csY703"/>
              </a:cxn>
              <a:cxn ang="0">
                <a:pos x="csX704" y="csY704"/>
              </a:cxn>
              <a:cxn ang="0">
                <a:pos x="csX705" y="csY705"/>
              </a:cxn>
              <a:cxn ang="0">
                <a:pos x="csX706" y="csY706"/>
              </a:cxn>
              <a:cxn ang="0">
                <a:pos x="csX707" y="csY707"/>
              </a:cxn>
              <a:cxn ang="0">
                <a:pos x="csX708" y="csY708"/>
              </a:cxn>
              <a:cxn ang="0">
                <a:pos x="csX709" y="csY709"/>
              </a:cxn>
              <a:cxn ang="0">
                <a:pos x="csX710" y="csY710"/>
              </a:cxn>
              <a:cxn ang="0">
                <a:pos x="csX711" y="csY711"/>
              </a:cxn>
              <a:cxn ang="0">
                <a:pos x="csX712" y="csY712"/>
              </a:cxn>
              <a:cxn ang="0">
                <a:pos x="csX713" y="csY713"/>
              </a:cxn>
              <a:cxn ang="0">
                <a:pos x="csX714" y="csY714"/>
              </a:cxn>
              <a:cxn ang="0">
                <a:pos x="csX715" y="csY715"/>
              </a:cxn>
              <a:cxn ang="0">
                <a:pos x="csX716" y="csY716"/>
              </a:cxn>
              <a:cxn ang="0">
                <a:pos x="csX717" y="csY717"/>
              </a:cxn>
              <a:cxn ang="0">
                <a:pos x="csX718" y="csY718"/>
              </a:cxn>
              <a:cxn ang="0">
                <a:pos x="csX719" y="csY719"/>
              </a:cxn>
              <a:cxn ang="0">
                <a:pos x="csX720" y="csY720"/>
              </a:cxn>
              <a:cxn ang="0">
                <a:pos x="csX721" y="csY721"/>
              </a:cxn>
              <a:cxn ang="0">
                <a:pos x="csX722" y="csY722"/>
              </a:cxn>
              <a:cxn ang="0">
                <a:pos x="csX723" y="csY723"/>
              </a:cxn>
              <a:cxn ang="0">
                <a:pos x="csX724" y="csY724"/>
              </a:cxn>
              <a:cxn ang="0">
                <a:pos x="csX725" y="csY725"/>
              </a:cxn>
              <a:cxn ang="0">
                <a:pos x="csX726" y="csY726"/>
              </a:cxn>
              <a:cxn ang="0">
                <a:pos x="csX727" y="csY727"/>
              </a:cxn>
              <a:cxn ang="0">
                <a:pos x="csX728" y="csY728"/>
              </a:cxn>
              <a:cxn ang="0">
                <a:pos x="csX729" y="csY729"/>
              </a:cxn>
              <a:cxn ang="0">
                <a:pos x="csX730" y="csY730"/>
              </a:cxn>
              <a:cxn ang="0">
                <a:pos x="csX731" y="csY731"/>
              </a:cxn>
              <a:cxn ang="0">
                <a:pos x="csX732" y="csY732"/>
              </a:cxn>
              <a:cxn ang="0">
                <a:pos x="csX733" y="csY733"/>
              </a:cxn>
              <a:cxn ang="0">
                <a:pos x="csX734" y="csY734"/>
              </a:cxn>
              <a:cxn ang="0">
                <a:pos x="csX735" y="csY735"/>
              </a:cxn>
              <a:cxn ang="0">
                <a:pos x="csX736" y="csY736"/>
              </a:cxn>
              <a:cxn ang="0">
                <a:pos x="csX737" y="csY737"/>
              </a:cxn>
              <a:cxn ang="0">
                <a:pos x="csX738" y="csY738"/>
              </a:cxn>
              <a:cxn ang="0">
                <a:pos x="csX739" y="csY739"/>
              </a:cxn>
              <a:cxn ang="0">
                <a:pos x="csX740" y="csY740"/>
              </a:cxn>
              <a:cxn ang="0">
                <a:pos x="csX741" y="csY741"/>
              </a:cxn>
              <a:cxn ang="0">
                <a:pos x="csX742" y="csY742"/>
              </a:cxn>
              <a:cxn ang="0">
                <a:pos x="csX743" y="csY743"/>
              </a:cxn>
              <a:cxn ang="0">
                <a:pos x="csX744" y="csY744"/>
              </a:cxn>
              <a:cxn ang="0">
                <a:pos x="csX745" y="csY745"/>
              </a:cxn>
              <a:cxn ang="0">
                <a:pos x="csX746" y="csY746"/>
              </a:cxn>
              <a:cxn ang="0">
                <a:pos x="csX747" y="csY747"/>
              </a:cxn>
              <a:cxn ang="0">
                <a:pos x="csX748" y="csY748"/>
              </a:cxn>
              <a:cxn ang="0">
                <a:pos x="csX749" y="csY749"/>
              </a:cxn>
              <a:cxn ang="0">
                <a:pos x="csX750" y="csY750"/>
              </a:cxn>
              <a:cxn ang="0">
                <a:pos x="csX751" y="csY751"/>
              </a:cxn>
              <a:cxn ang="0">
                <a:pos x="csX752" y="csY752"/>
              </a:cxn>
              <a:cxn ang="0">
                <a:pos x="csX753" y="csY753"/>
              </a:cxn>
              <a:cxn ang="0">
                <a:pos x="csX754" y="csY754"/>
              </a:cxn>
              <a:cxn ang="0">
                <a:pos x="csX755" y="csY755"/>
              </a:cxn>
              <a:cxn ang="0">
                <a:pos x="csX756" y="csY756"/>
              </a:cxn>
              <a:cxn ang="0">
                <a:pos x="csX757" y="csY757"/>
              </a:cxn>
              <a:cxn ang="0">
                <a:pos x="csX758" y="csY758"/>
              </a:cxn>
              <a:cxn ang="0">
                <a:pos x="csX759" y="csY759"/>
              </a:cxn>
              <a:cxn ang="0">
                <a:pos x="csX760" y="csY760"/>
              </a:cxn>
              <a:cxn ang="0">
                <a:pos x="csX761" y="csY761"/>
              </a:cxn>
              <a:cxn ang="0">
                <a:pos x="csX762" y="csY762"/>
              </a:cxn>
              <a:cxn ang="0">
                <a:pos x="csX763" y="csY763"/>
              </a:cxn>
              <a:cxn ang="0">
                <a:pos x="csX764" y="csY764"/>
              </a:cxn>
              <a:cxn ang="0">
                <a:pos x="csX765" y="csY765"/>
              </a:cxn>
              <a:cxn ang="0">
                <a:pos x="csX766" y="csY766"/>
              </a:cxn>
              <a:cxn ang="0">
                <a:pos x="csX767" y="csY767"/>
              </a:cxn>
              <a:cxn ang="0">
                <a:pos x="csX768" y="csY768"/>
              </a:cxn>
              <a:cxn ang="0">
                <a:pos x="csX769" y="csY769"/>
              </a:cxn>
              <a:cxn ang="0">
                <a:pos x="csX770" y="csY770"/>
              </a:cxn>
              <a:cxn ang="0">
                <a:pos x="csX771" y="csY771"/>
              </a:cxn>
              <a:cxn ang="0">
                <a:pos x="csX772" y="csY772"/>
              </a:cxn>
              <a:cxn ang="0">
                <a:pos x="csX773" y="csY773"/>
              </a:cxn>
              <a:cxn ang="0">
                <a:pos x="csX774" y="csY774"/>
              </a:cxn>
              <a:cxn ang="0">
                <a:pos x="csX775" y="csY775"/>
              </a:cxn>
              <a:cxn ang="0">
                <a:pos x="csX776" y="csY776"/>
              </a:cxn>
              <a:cxn ang="0">
                <a:pos x="csX777" y="csY777"/>
              </a:cxn>
              <a:cxn ang="0">
                <a:pos x="csX778" y="csY778"/>
              </a:cxn>
              <a:cxn ang="0">
                <a:pos x="csX779" y="csY779"/>
              </a:cxn>
              <a:cxn ang="0">
                <a:pos x="csX780" y="csY780"/>
              </a:cxn>
              <a:cxn ang="0">
                <a:pos x="csX781" y="csY781"/>
              </a:cxn>
              <a:cxn ang="0">
                <a:pos x="csX782" y="csY782"/>
              </a:cxn>
              <a:cxn ang="0">
                <a:pos x="csX783" y="csY783"/>
              </a:cxn>
              <a:cxn ang="0">
                <a:pos x="csX784" y="csY784"/>
              </a:cxn>
              <a:cxn ang="0">
                <a:pos x="csX785" y="csY785"/>
              </a:cxn>
              <a:cxn ang="0">
                <a:pos x="csX786" y="csY786"/>
              </a:cxn>
              <a:cxn ang="0">
                <a:pos x="csX787" y="csY787"/>
              </a:cxn>
              <a:cxn ang="0">
                <a:pos x="csX788" y="csY788"/>
              </a:cxn>
              <a:cxn ang="0">
                <a:pos x="csX789" y="csY789"/>
              </a:cxn>
              <a:cxn ang="0">
                <a:pos x="csX790" y="csY790"/>
              </a:cxn>
              <a:cxn ang="0">
                <a:pos x="csX791" y="csY791"/>
              </a:cxn>
              <a:cxn ang="0">
                <a:pos x="csX792" y="csY792"/>
              </a:cxn>
              <a:cxn ang="0">
                <a:pos x="csX793" y="csY793"/>
              </a:cxn>
              <a:cxn ang="0">
                <a:pos x="csX794" y="csY794"/>
              </a:cxn>
              <a:cxn ang="0">
                <a:pos x="csX795" y="csY795"/>
              </a:cxn>
              <a:cxn ang="0">
                <a:pos x="csX796" y="csY796"/>
              </a:cxn>
              <a:cxn ang="0">
                <a:pos x="csX797" y="csY797"/>
              </a:cxn>
              <a:cxn ang="0">
                <a:pos x="csX798" y="csY798"/>
              </a:cxn>
              <a:cxn ang="0">
                <a:pos x="csX799" y="csY799"/>
              </a:cxn>
              <a:cxn ang="0">
                <a:pos x="csX800" y="csY800"/>
              </a:cxn>
              <a:cxn ang="0">
                <a:pos x="csX801" y="csY801"/>
              </a:cxn>
              <a:cxn ang="0">
                <a:pos x="csX802" y="csY802"/>
              </a:cxn>
              <a:cxn ang="0">
                <a:pos x="csX803" y="csY803"/>
              </a:cxn>
              <a:cxn ang="0">
                <a:pos x="csX804" y="csY804"/>
              </a:cxn>
              <a:cxn ang="0">
                <a:pos x="csX805" y="csY805"/>
              </a:cxn>
              <a:cxn ang="0">
                <a:pos x="csX806" y="csY806"/>
              </a:cxn>
              <a:cxn ang="0">
                <a:pos x="csX807" y="csY807"/>
              </a:cxn>
              <a:cxn ang="0">
                <a:pos x="csX808" y="csY808"/>
              </a:cxn>
              <a:cxn ang="0">
                <a:pos x="csX809" y="csY809"/>
              </a:cxn>
              <a:cxn ang="0">
                <a:pos x="csX810" y="csY810"/>
              </a:cxn>
              <a:cxn ang="0">
                <a:pos x="csX811" y="csY811"/>
              </a:cxn>
              <a:cxn ang="0">
                <a:pos x="csX812" y="csY812"/>
              </a:cxn>
              <a:cxn ang="0">
                <a:pos x="csX813" y="csY813"/>
              </a:cxn>
              <a:cxn ang="0">
                <a:pos x="csX814" y="csY814"/>
              </a:cxn>
              <a:cxn ang="0">
                <a:pos x="csX815" y="csY815"/>
              </a:cxn>
              <a:cxn ang="0">
                <a:pos x="csX816" y="csY816"/>
              </a:cxn>
              <a:cxn ang="0">
                <a:pos x="csX817" y="csY817"/>
              </a:cxn>
              <a:cxn ang="0">
                <a:pos x="csX818" y="csY818"/>
              </a:cxn>
              <a:cxn ang="0">
                <a:pos x="csX819" y="csY819"/>
              </a:cxn>
              <a:cxn ang="0">
                <a:pos x="csX820" y="csY820"/>
              </a:cxn>
              <a:cxn ang="0">
                <a:pos x="csX821" y="csY821"/>
              </a:cxn>
              <a:cxn ang="0">
                <a:pos x="csX822" y="csY822"/>
              </a:cxn>
              <a:cxn ang="0">
                <a:pos x="csX823" y="csY823"/>
              </a:cxn>
              <a:cxn ang="0">
                <a:pos x="csX824" y="csY824"/>
              </a:cxn>
              <a:cxn ang="0">
                <a:pos x="csX825" y="csY825"/>
              </a:cxn>
              <a:cxn ang="0">
                <a:pos x="csX826" y="csY826"/>
              </a:cxn>
              <a:cxn ang="0">
                <a:pos x="csX827" y="csY827"/>
              </a:cxn>
              <a:cxn ang="0">
                <a:pos x="csX828" y="csY828"/>
              </a:cxn>
              <a:cxn ang="0">
                <a:pos x="csX829" y="csY829"/>
              </a:cxn>
              <a:cxn ang="0">
                <a:pos x="csX830" y="csY830"/>
              </a:cxn>
              <a:cxn ang="0">
                <a:pos x="csX831" y="csY831"/>
              </a:cxn>
              <a:cxn ang="0">
                <a:pos x="csX832" y="csY832"/>
              </a:cxn>
              <a:cxn ang="0">
                <a:pos x="csX833" y="csY833"/>
              </a:cxn>
              <a:cxn ang="0">
                <a:pos x="csX834" y="csY834"/>
              </a:cxn>
              <a:cxn ang="0">
                <a:pos x="csX835" y="csY835"/>
              </a:cxn>
              <a:cxn ang="0">
                <a:pos x="csX836" y="csY836"/>
              </a:cxn>
              <a:cxn ang="0">
                <a:pos x="csX837" y="csY837"/>
              </a:cxn>
              <a:cxn ang="0">
                <a:pos x="csX838" y="csY838"/>
              </a:cxn>
              <a:cxn ang="0">
                <a:pos x="csX839" y="csY839"/>
              </a:cxn>
              <a:cxn ang="0">
                <a:pos x="csX840" y="csY840"/>
              </a:cxn>
              <a:cxn ang="0">
                <a:pos x="csX841" y="csY841"/>
              </a:cxn>
              <a:cxn ang="0">
                <a:pos x="csX842" y="csY842"/>
              </a:cxn>
              <a:cxn ang="0">
                <a:pos x="csX843" y="csY843"/>
              </a:cxn>
              <a:cxn ang="0">
                <a:pos x="csX844" y="csY844"/>
              </a:cxn>
              <a:cxn ang="0">
                <a:pos x="csX845" y="csY845"/>
              </a:cxn>
              <a:cxn ang="0">
                <a:pos x="csX846" y="csY846"/>
              </a:cxn>
              <a:cxn ang="0">
                <a:pos x="csX847" y="csY847"/>
              </a:cxn>
              <a:cxn ang="0">
                <a:pos x="csX848" y="csY848"/>
              </a:cxn>
              <a:cxn ang="0">
                <a:pos x="csX849" y="csY849"/>
              </a:cxn>
              <a:cxn ang="0">
                <a:pos x="csX850" y="csY850"/>
              </a:cxn>
              <a:cxn ang="0">
                <a:pos x="csX851" y="csY851"/>
              </a:cxn>
              <a:cxn ang="0">
                <a:pos x="csX852" y="csY852"/>
              </a:cxn>
              <a:cxn ang="0">
                <a:pos x="csX853" y="csY853"/>
              </a:cxn>
              <a:cxn ang="0">
                <a:pos x="csX854" y="csY854"/>
              </a:cxn>
              <a:cxn ang="0">
                <a:pos x="csX855" y="csY855"/>
              </a:cxn>
              <a:cxn ang="0">
                <a:pos x="csX856" y="csY856"/>
              </a:cxn>
              <a:cxn ang="0">
                <a:pos x="csX857" y="csY857"/>
              </a:cxn>
              <a:cxn ang="0">
                <a:pos x="csX858" y="csY858"/>
              </a:cxn>
              <a:cxn ang="0">
                <a:pos x="csX859" y="csY859"/>
              </a:cxn>
              <a:cxn ang="0">
                <a:pos x="csX860" y="csY860"/>
              </a:cxn>
              <a:cxn ang="0">
                <a:pos x="csX861" y="csY861"/>
              </a:cxn>
              <a:cxn ang="0">
                <a:pos x="csX862" y="csY862"/>
              </a:cxn>
              <a:cxn ang="0">
                <a:pos x="csX863" y="csY863"/>
              </a:cxn>
              <a:cxn ang="0">
                <a:pos x="csX864" y="csY864"/>
              </a:cxn>
              <a:cxn ang="0">
                <a:pos x="csX865" y="csY865"/>
              </a:cxn>
              <a:cxn ang="0">
                <a:pos x="csX866" y="csY866"/>
              </a:cxn>
              <a:cxn ang="0">
                <a:pos x="csX867" y="csY867"/>
              </a:cxn>
              <a:cxn ang="0">
                <a:pos x="csX868" y="csY868"/>
              </a:cxn>
              <a:cxn ang="0">
                <a:pos x="csX869" y="csY869"/>
              </a:cxn>
              <a:cxn ang="0">
                <a:pos x="csX870" y="csY870"/>
              </a:cxn>
              <a:cxn ang="0">
                <a:pos x="csX871" y="csY871"/>
              </a:cxn>
              <a:cxn ang="0">
                <a:pos x="csX872" y="csY872"/>
              </a:cxn>
              <a:cxn ang="0">
                <a:pos x="csX873" y="csY873"/>
              </a:cxn>
              <a:cxn ang="0">
                <a:pos x="csX874" y="csY874"/>
              </a:cxn>
              <a:cxn ang="0">
                <a:pos x="csX875" y="csY875"/>
              </a:cxn>
              <a:cxn ang="0">
                <a:pos x="csX876" y="csY876"/>
              </a:cxn>
              <a:cxn ang="0">
                <a:pos x="csX877" y="csY877"/>
              </a:cxn>
              <a:cxn ang="0">
                <a:pos x="csX878" y="csY878"/>
              </a:cxn>
              <a:cxn ang="0">
                <a:pos x="csX879" y="csY879"/>
              </a:cxn>
              <a:cxn ang="0">
                <a:pos x="csX880" y="csY880"/>
              </a:cxn>
              <a:cxn ang="0">
                <a:pos x="csX881" y="csY881"/>
              </a:cxn>
              <a:cxn ang="0">
                <a:pos x="csX882" y="csY882"/>
              </a:cxn>
              <a:cxn ang="0">
                <a:pos x="csX883" y="csY883"/>
              </a:cxn>
              <a:cxn ang="0">
                <a:pos x="csX884" y="csY884"/>
              </a:cxn>
              <a:cxn ang="0">
                <a:pos x="csX885" y="csY885"/>
              </a:cxn>
              <a:cxn ang="0">
                <a:pos x="csX886" y="csY886"/>
              </a:cxn>
              <a:cxn ang="0">
                <a:pos x="csX887" y="csY887"/>
              </a:cxn>
              <a:cxn ang="0">
                <a:pos x="csX888" y="csY888"/>
              </a:cxn>
              <a:cxn ang="0">
                <a:pos x="csX889" y="csY889"/>
              </a:cxn>
              <a:cxn ang="0">
                <a:pos x="csX890" y="csY890"/>
              </a:cxn>
              <a:cxn ang="0">
                <a:pos x="csX891" y="csY891"/>
              </a:cxn>
              <a:cxn ang="0">
                <a:pos x="csX892" y="csY892"/>
              </a:cxn>
              <a:cxn ang="0">
                <a:pos x="csX893" y="csY893"/>
              </a:cxn>
              <a:cxn ang="0">
                <a:pos x="csX894" y="csY894"/>
              </a:cxn>
              <a:cxn ang="0">
                <a:pos x="csX895" y="csY895"/>
              </a:cxn>
              <a:cxn ang="0">
                <a:pos x="csX896" y="csY896"/>
              </a:cxn>
              <a:cxn ang="0">
                <a:pos x="csX897" y="csY897"/>
              </a:cxn>
              <a:cxn ang="0">
                <a:pos x="csX898" y="csY898"/>
              </a:cxn>
              <a:cxn ang="0">
                <a:pos x="csX899" y="csY899"/>
              </a:cxn>
              <a:cxn ang="0">
                <a:pos x="csX900" y="csY900"/>
              </a:cxn>
              <a:cxn ang="0">
                <a:pos x="csX901" y="csY901"/>
              </a:cxn>
              <a:cxn ang="0">
                <a:pos x="csX902" y="csY902"/>
              </a:cxn>
              <a:cxn ang="0">
                <a:pos x="csX903" y="csY903"/>
              </a:cxn>
              <a:cxn ang="0">
                <a:pos x="csX904" y="csY904"/>
              </a:cxn>
              <a:cxn ang="0">
                <a:pos x="csX905" y="csY905"/>
              </a:cxn>
              <a:cxn ang="0">
                <a:pos x="csX906" y="csY906"/>
              </a:cxn>
              <a:cxn ang="0">
                <a:pos x="csX907" y="csY907"/>
              </a:cxn>
              <a:cxn ang="0">
                <a:pos x="csX908" y="csY908"/>
              </a:cxn>
              <a:cxn ang="0">
                <a:pos x="csX909" y="csY909"/>
              </a:cxn>
              <a:cxn ang="0">
                <a:pos x="csX910" y="csY910"/>
              </a:cxn>
              <a:cxn ang="0">
                <a:pos x="csX911" y="csY911"/>
              </a:cxn>
              <a:cxn ang="0">
                <a:pos x="csX912" y="csY912"/>
              </a:cxn>
              <a:cxn ang="0">
                <a:pos x="csX913" y="csY913"/>
              </a:cxn>
              <a:cxn ang="0">
                <a:pos x="csX914" y="csY914"/>
              </a:cxn>
              <a:cxn ang="0">
                <a:pos x="csX915" y="csY915"/>
              </a:cxn>
              <a:cxn ang="0">
                <a:pos x="csX916" y="csY916"/>
              </a:cxn>
              <a:cxn ang="0">
                <a:pos x="csX917" y="csY917"/>
              </a:cxn>
              <a:cxn ang="0">
                <a:pos x="csX918" y="csY918"/>
              </a:cxn>
              <a:cxn ang="0">
                <a:pos x="csX919" y="csY919"/>
              </a:cxn>
              <a:cxn ang="0">
                <a:pos x="csX920" y="csY920"/>
              </a:cxn>
              <a:cxn ang="0">
                <a:pos x="csX921" y="csY921"/>
              </a:cxn>
              <a:cxn ang="0">
                <a:pos x="csX922" y="csY922"/>
              </a:cxn>
              <a:cxn ang="0">
                <a:pos x="csX923" y="csY923"/>
              </a:cxn>
              <a:cxn ang="0">
                <a:pos x="csX924" y="csY924"/>
              </a:cxn>
              <a:cxn ang="0">
                <a:pos x="csX925" y="csY925"/>
              </a:cxn>
              <a:cxn ang="0">
                <a:pos x="csX926" y="csY926"/>
              </a:cxn>
              <a:cxn ang="0">
                <a:pos x="csX927" y="csY927"/>
              </a:cxn>
              <a:cxn ang="0">
                <a:pos x="csX928" y="csY928"/>
              </a:cxn>
              <a:cxn ang="0">
                <a:pos x="csX929" y="csY929"/>
              </a:cxn>
              <a:cxn ang="0">
                <a:pos x="csX930" y="csY930"/>
              </a:cxn>
              <a:cxn ang="0">
                <a:pos x="csX931" y="csY931"/>
              </a:cxn>
              <a:cxn ang="0">
                <a:pos x="csX932" y="csY932"/>
              </a:cxn>
              <a:cxn ang="0">
                <a:pos x="csX933" y="csY933"/>
              </a:cxn>
              <a:cxn ang="0">
                <a:pos x="csX934" y="csY934"/>
              </a:cxn>
              <a:cxn ang="0">
                <a:pos x="csX935" y="csY935"/>
              </a:cxn>
              <a:cxn ang="0">
                <a:pos x="csX936" y="csY936"/>
              </a:cxn>
              <a:cxn ang="0">
                <a:pos x="csX937" y="csY937"/>
              </a:cxn>
              <a:cxn ang="0">
                <a:pos x="csX938" y="csY938"/>
              </a:cxn>
              <a:cxn ang="0">
                <a:pos x="csX939" y="csY939"/>
              </a:cxn>
              <a:cxn ang="0">
                <a:pos x="csX940" y="csY940"/>
              </a:cxn>
              <a:cxn ang="0">
                <a:pos x="csX941" y="csY941"/>
              </a:cxn>
              <a:cxn ang="0">
                <a:pos x="csX942" y="csY942"/>
              </a:cxn>
              <a:cxn ang="0">
                <a:pos x="csX943" y="csY943"/>
              </a:cxn>
              <a:cxn ang="0">
                <a:pos x="csX944" y="csY944"/>
              </a:cxn>
              <a:cxn ang="0">
                <a:pos x="csX945" y="csY945"/>
              </a:cxn>
              <a:cxn ang="0">
                <a:pos x="csX946" y="csY946"/>
              </a:cxn>
              <a:cxn ang="0">
                <a:pos x="csX947" y="csY947"/>
              </a:cxn>
              <a:cxn ang="0">
                <a:pos x="csX948" y="csY948"/>
              </a:cxn>
              <a:cxn ang="0">
                <a:pos x="csX949" y="csY949"/>
              </a:cxn>
              <a:cxn ang="0">
                <a:pos x="csX950" y="csY950"/>
              </a:cxn>
              <a:cxn ang="0">
                <a:pos x="csX951" y="csY951"/>
              </a:cxn>
              <a:cxn ang="0">
                <a:pos x="csX952" y="csY952"/>
              </a:cxn>
              <a:cxn ang="0">
                <a:pos x="csX953" y="csY953"/>
              </a:cxn>
              <a:cxn ang="0">
                <a:pos x="csX954" y="csY954"/>
              </a:cxn>
              <a:cxn ang="0">
                <a:pos x="csX955" y="csY955"/>
              </a:cxn>
              <a:cxn ang="0">
                <a:pos x="csX956" y="csY956"/>
              </a:cxn>
              <a:cxn ang="0">
                <a:pos x="csX957" y="csY957"/>
              </a:cxn>
              <a:cxn ang="0">
                <a:pos x="csX958" y="csY958"/>
              </a:cxn>
              <a:cxn ang="0">
                <a:pos x="csX959" y="csY959"/>
              </a:cxn>
              <a:cxn ang="0">
                <a:pos x="csX960" y="csY960"/>
              </a:cxn>
              <a:cxn ang="0">
                <a:pos x="csX961" y="csY961"/>
              </a:cxn>
              <a:cxn ang="0">
                <a:pos x="csX962" y="csY962"/>
              </a:cxn>
              <a:cxn ang="0">
                <a:pos x="csX963" y="csY963"/>
              </a:cxn>
              <a:cxn ang="0">
                <a:pos x="csX964" y="csY964"/>
              </a:cxn>
              <a:cxn ang="0">
                <a:pos x="csX965" y="csY965"/>
              </a:cxn>
              <a:cxn ang="0">
                <a:pos x="csX966" y="csY966"/>
              </a:cxn>
              <a:cxn ang="0">
                <a:pos x="csX967" y="csY967"/>
              </a:cxn>
              <a:cxn ang="0">
                <a:pos x="csX968" y="csY968"/>
              </a:cxn>
              <a:cxn ang="0">
                <a:pos x="csX969" y="csY969"/>
              </a:cxn>
              <a:cxn ang="0">
                <a:pos x="csX970" y="csY970"/>
              </a:cxn>
              <a:cxn ang="0">
                <a:pos x="csX971" y="csY971"/>
              </a:cxn>
              <a:cxn ang="0">
                <a:pos x="csX972" y="csY972"/>
              </a:cxn>
              <a:cxn ang="0">
                <a:pos x="csX973" y="csY973"/>
              </a:cxn>
              <a:cxn ang="0">
                <a:pos x="csX974" y="csY974"/>
              </a:cxn>
              <a:cxn ang="0">
                <a:pos x="csX975" y="csY975"/>
              </a:cxn>
              <a:cxn ang="0">
                <a:pos x="csX976" y="csY976"/>
              </a:cxn>
              <a:cxn ang="0">
                <a:pos x="csX977" y="csY977"/>
              </a:cxn>
              <a:cxn ang="0">
                <a:pos x="csX978" y="csY978"/>
              </a:cxn>
              <a:cxn ang="0">
                <a:pos x="csX979" y="csY979"/>
              </a:cxn>
              <a:cxn ang="0">
                <a:pos x="csX980" y="csY980"/>
              </a:cxn>
              <a:cxn ang="0">
                <a:pos x="csX981" y="csY981"/>
              </a:cxn>
              <a:cxn ang="0">
                <a:pos x="csX982" y="csY982"/>
              </a:cxn>
              <a:cxn ang="0">
                <a:pos x="csX983" y="csY983"/>
              </a:cxn>
              <a:cxn ang="0">
                <a:pos x="csX984" y="csY984"/>
              </a:cxn>
              <a:cxn ang="0">
                <a:pos x="csX985" y="csY985"/>
              </a:cxn>
              <a:cxn ang="0">
                <a:pos x="csX986" y="csY986"/>
              </a:cxn>
              <a:cxn ang="0">
                <a:pos x="csX987" y="csY987"/>
              </a:cxn>
              <a:cxn ang="0">
                <a:pos x="csX988" y="csY988"/>
              </a:cxn>
              <a:cxn ang="0">
                <a:pos x="csX989" y="csY989"/>
              </a:cxn>
              <a:cxn ang="0">
                <a:pos x="csX990" y="csY990"/>
              </a:cxn>
              <a:cxn ang="0">
                <a:pos x="csX991" y="csY991"/>
              </a:cxn>
              <a:cxn ang="0">
                <a:pos x="csX992" y="csY992"/>
              </a:cxn>
              <a:cxn ang="0">
                <a:pos x="csX993" y="csY993"/>
              </a:cxn>
              <a:cxn ang="0">
                <a:pos x="csX994" y="csY994"/>
              </a:cxn>
              <a:cxn ang="0">
                <a:pos x="csX995" y="csY995"/>
              </a:cxn>
              <a:cxn ang="0">
                <a:pos x="csX996" y="csY996"/>
              </a:cxn>
              <a:cxn ang="0">
                <a:pos x="csX997" y="csY997"/>
              </a:cxn>
              <a:cxn ang="0">
                <a:pos x="csX998" y="csY998"/>
              </a:cxn>
              <a:cxn ang="0">
                <a:pos x="csX999" y="csY999"/>
              </a:cxn>
              <a:cxn ang="0">
                <a:pos x="csX1000" y="csY1000"/>
              </a:cxn>
              <a:cxn ang="0">
                <a:pos x="csX1001" y="csY1001"/>
              </a:cxn>
              <a:cxn ang="0">
                <a:pos x="csX1002" y="csY1002"/>
              </a:cxn>
              <a:cxn ang="0">
                <a:pos x="csX1003" y="csY1003"/>
              </a:cxn>
              <a:cxn ang="0">
                <a:pos x="csX1004" y="csY1004"/>
              </a:cxn>
              <a:cxn ang="0">
                <a:pos x="csX1005" y="csY1005"/>
              </a:cxn>
              <a:cxn ang="0">
                <a:pos x="csX1006" y="csY1006"/>
              </a:cxn>
              <a:cxn ang="0">
                <a:pos x="csX1007" y="csY1007"/>
              </a:cxn>
              <a:cxn ang="0">
                <a:pos x="csX1008" y="csY1008"/>
              </a:cxn>
              <a:cxn ang="0">
                <a:pos x="csX1009" y="csY1009"/>
              </a:cxn>
              <a:cxn ang="0">
                <a:pos x="csX1010" y="csY1010"/>
              </a:cxn>
              <a:cxn ang="0">
                <a:pos x="csX1011" y="csY1011"/>
              </a:cxn>
              <a:cxn ang="0">
                <a:pos x="csX1012" y="csY1012"/>
              </a:cxn>
              <a:cxn ang="0">
                <a:pos x="csX1013" y="csY1013"/>
              </a:cxn>
              <a:cxn ang="0">
                <a:pos x="csX1014" y="csY1014"/>
              </a:cxn>
              <a:cxn ang="0">
                <a:pos x="csX1015" y="csY1015"/>
              </a:cxn>
              <a:cxn ang="0">
                <a:pos x="csX1016" y="csY1016"/>
              </a:cxn>
              <a:cxn ang="0">
                <a:pos x="csX1017" y="csY1017"/>
              </a:cxn>
              <a:cxn ang="0">
                <a:pos x="csX1018" y="csY1018"/>
              </a:cxn>
              <a:cxn ang="0">
                <a:pos x="csX1019" y="csY1019"/>
              </a:cxn>
              <a:cxn ang="0">
                <a:pos x="csX1020" y="csY1020"/>
              </a:cxn>
              <a:cxn ang="0">
                <a:pos x="csX1021" y="csY1021"/>
              </a:cxn>
              <a:cxn ang="0">
                <a:pos x="csX1022" y="csY1022"/>
              </a:cxn>
              <a:cxn ang="0">
                <a:pos x="csX1023" y="csY1023"/>
              </a:cxn>
              <a:cxn ang="0">
                <a:pos x="csX1024" y="csY1024"/>
              </a:cxn>
              <a:cxn ang="0">
                <a:pos x="csX1025" y="csY1025"/>
              </a:cxn>
              <a:cxn ang="0">
                <a:pos x="csX1026" y="csY1026"/>
              </a:cxn>
              <a:cxn ang="0">
                <a:pos x="csX1027" y="csY1027"/>
              </a:cxn>
              <a:cxn ang="0">
                <a:pos x="csX1028" y="csY1028"/>
              </a:cxn>
              <a:cxn ang="0">
                <a:pos x="csX1029" y="csY1029"/>
              </a:cxn>
              <a:cxn ang="0">
                <a:pos x="csX1030" y="csY1030"/>
              </a:cxn>
              <a:cxn ang="0">
                <a:pos x="csX1031" y="csY1031"/>
              </a:cxn>
              <a:cxn ang="0">
                <a:pos x="csX1032" y="csY1032"/>
              </a:cxn>
              <a:cxn ang="0">
                <a:pos x="csX1033" y="csY1033"/>
              </a:cxn>
              <a:cxn ang="0">
                <a:pos x="csX1034" y="csY1034"/>
              </a:cxn>
              <a:cxn ang="0">
                <a:pos x="csX1035" y="csY1035"/>
              </a:cxn>
              <a:cxn ang="0">
                <a:pos x="csX1036" y="csY1036"/>
              </a:cxn>
              <a:cxn ang="0">
                <a:pos x="csX1037" y="csY1037"/>
              </a:cxn>
              <a:cxn ang="0">
                <a:pos x="csX1038" y="csY1038"/>
              </a:cxn>
              <a:cxn ang="0">
                <a:pos x="csX1039" y="csY1039"/>
              </a:cxn>
              <a:cxn ang="0">
                <a:pos x="csX1040" y="csY1040"/>
              </a:cxn>
              <a:cxn ang="0">
                <a:pos x="csX1041" y="csY1041"/>
              </a:cxn>
              <a:cxn ang="0">
                <a:pos x="csX1042" y="csY1042"/>
              </a:cxn>
              <a:cxn ang="0">
                <a:pos x="csX1043" y="csY1043"/>
              </a:cxn>
              <a:cxn ang="0">
                <a:pos x="csX1044" y="csY1044"/>
              </a:cxn>
              <a:cxn ang="0">
                <a:pos x="csX1045" y="csY1045"/>
              </a:cxn>
              <a:cxn ang="0">
                <a:pos x="csX1046" y="csY1046"/>
              </a:cxn>
              <a:cxn ang="0">
                <a:pos x="csX1047" y="csY1047"/>
              </a:cxn>
              <a:cxn ang="0">
                <a:pos x="csX1048" y="csY1048"/>
              </a:cxn>
              <a:cxn ang="0">
                <a:pos x="csX1049" y="csY1049"/>
              </a:cxn>
              <a:cxn ang="0">
                <a:pos x="csX1050" y="csY1050"/>
              </a:cxn>
              <a:cxn ang="0">
                <a:pos x="csX1051" y="csY1051"/>
              </a:cxn>
              <a:cxn ang="0">
                <a:pos x="csX1052" y="csY1052"/>
              </a:cxn>
              <a:cxn ang="0">
                <a:pos x="csX1053" y="csY1053"/>
              </a:cxn>
              <a:cxn ang="0">
                <a:pos x="csX1054" y="csY1054"/>
              </a:cxn>
              <a:cxn ang="0">
                <a:pos x="csX1055" y="csY1055"/>
              </a:cxn>
              <a:cxn ang="0">
                <a:pos x="csX1056" y="csY1056"/>
              </a:cxn>
              <a:cxn ang="0">
                <a:pos x="csX1057" y="csY1057"/>
              </a:cxn>
              <a:cxn ang="0">
                <a:pos x="csX1058" y="csY1058"/>
              </a:cxn>
              <a:cxn ang="0">
                <a:pos x="csX1059" y="csY1059"/>
              </a:cxn>
              <a:cxn ang="0">
                <a:pos x="csX1060" y="csY1060"/>
              </a:cxn>
              <a:cxn ang="0">
                <a:pos x="csX1061" y="csY1061"/>
              </a:cxn>
              <a:cxn ang="0">
                <a:pos x="csX1062" y="csY1062"/>
              </a:cxn>
              <a:cxn ang="0">
                <a:pos x="csX1063" y="csY1063"/>
              </a:cxn>
              <a:cxn ang="0">
                <a:pos x="csX1064" y="csY1064"/>
              </a:cxn>
              <a:cxn ang="0">
                <a:pos x="csX1065" y="csY1065"/>
              </a:cxn>
              <a:cxn ang="0">
                <a:pos x="csX1066" y="csY1066"/>
              </a:cxn>
              <a:cxn ang="0">
                <a:pos x="csX1067" y="csY1067"/>
              </a:cxn>
              <a:cxn ang="0">
                <a:pos x="csX1068" y="csY1068"/>
              </a:cxn>
              <a:cxn ang="0">
                <a:pos x="csX1069" y="csY1069"/>
              </a:cxn>
              <a:cxn ang="0">
                <a:pos x="csX1070" y="csY1070"/>
              </a:cxn>
              <a:cxn ang="0">
                <a:pos x="csX1071" y="csY1071"/>
              </a:cxn>
              <a:cxn ang="0">
                <a:pos x="csX1072" y="csY1072"/>
              </a:cxn>
              <a:cxn ang="0">
                <a:pos x="csX1073" y="csY1073"/>
              </a:cxn>
              <a:cxn ang="0">
                <a:pos x="csX1074" y="csY1074"/>
              </a:cxn>
              <a:cxn ang="0">
                <a:pos x="csX1075" y="csY1075"/>
              </a:cxn>
              <a:cxn ang="0">
                <a:pos x="csX1076" y="csY1076"/>
              </a:cxn>
              <a:cxn ang="0">
                <a:pos x="csX1077" y="csY1077"/>
              </a:cxn>
              <a:cxn ang="0">
                <a:pos x="csX1078" y="csY1078"/>
              </a:cxn>
              <a:cxn ang="0">
                <a:pos x="csX1079" y="csY1079"/>
              </a:cxn>
              <a:cxn ang="0">
                <a:pos x="csX1080" y="csY1080"/>
              </a:cxn>
              <a:cxn ang="0">
                <a:pos x="csX1081" y="csY1081"/>
              </a:cxn>
              <a:cxn ang="0">
                <a:pos x="csX1082" y="csY1082"/>
              </a:cxn>
              <a:cxn ang="0">
                <a:pos x="csX1083" y="csY1083"/>
              </a:cxn>
              <a:cxn ang="0">
                <a:pos x="csX1084" y="csY1084"/>
              </a:cxn>
              <a:cxn ang="0">
                <a:pos x="csX1085" y="csY1085"/>
              </a:cxn>
              <a:cxn ang="0">
                <a:pos x="csX1086" y="csY1086"/>
              </a:cxn>
              <a:cxn ang="0">
                <a:pos x="csX1087" y="csY1087"/>
              </a:cxn>
              <a:cxn ang="0">
                <a:pos x="csX1088" y="csY1088"/>
              </a:cxn>
              <a:cxn ang="0">
                <a:pos x="csX1089" y="csY1089"/>
              </a:cxn>
              <a:cxn ang="0">
                <a:pos x="csX1090" y="csY1090"/>
              </a:cxn>
              <a:cxn ang="0">
                <a:pos x="csX1091" y="csY1091"/>
              </a:cxn>
              <a:cxn ang="0">
                <a:pos x="csX1092" y="csY1092"/>
              </a:cxn>
              <a:cxn ang="0">
                <a:pos x="csX1093" y="csY1093"/>
              </a:cxn>
              <a:cxn ang="0">
                <a:pos x="csX1094" y="csY1094"/>
              </a:cxn>
              <a:cxn ang="0">
                <a:pos x="csX1095" y="csY1095"/>
              </a:cxn>
              <a:cxn ang="0">
                <a:pos x="csX1096" y="csY1096"/>
              </a:cxn>
              <a:cxn ang="0">
                <a:pos x="csX1097" y="csY1097"/>
              </a:cxn>
              <a:cxn ang="0">
                <a:pos x="csX1098" y="csY1098"/>
              </a:cxn>
              <a:cxn ang="0">
                <a:pos x="csX1099" y="csY1099"/>
              </a:cxn>
              <a:cxn ang="0">
                <a:pos x="csX1100" y="csY1100"/>
              </a:cxn>
              <a:cxn ang="0">
                <a:pos x="csX1101" y="csY1101"/>
              </a:cxn>
              <a:cxn ang="0">
                <a:pos x="csX1102" y="csY1102"/>
              </a:cxn>
              <a:cxn ang="0">
                <a:pos x="csX1103" y="csY1103"/>
              </a:cxn>
              <a:cxn ang="0">
                <a:pos x="csX1104" y="csY1104"/>
              </a:cxn>
              <a:cxn ang="0">
                <a:pos x="csX1105" y="csY1105"/>
              </a:cxn>
              <a:cxn ang="0">
                <a:pos x="csX1106" y="csY1106"/>
              </a:cxn>
              <a:cxn ang="0">
                <a:pos x="csX1107" y="csY1107"/>
              </a:cxn>
              <a:cxn ang="0">
                <a:pos x="csX1108" y="csY1108"/>
              </a:cxn>
              <a:cxn ang="0">
                <a:pos x="csX1109" y="csY1109"/>
              </a:cxn>
              <a:cxn ang="0">
                <a:pos x="csX1110" y="csY1110"/>
              </a:cxn>
              <a:cxn ang="0">
                <a:pos x="csX1111" y="csY1111"/>
              </a:cxn>
              <a:cxn ang="0">
                <a:pos x="csX1112" y="csY1112"/>
              </a:cxn>
              <a:cxn ang="0">
                <a:pos x="csX1113" y="csY1113"/>
              </a:cxn>
              <a:cxn ang="0">
                <a:pos x="csX1114" y="csY1114"/>
              </a:cxn>
              <a:cxn ang="0">
                <a:pos x="csX1115" y="csY1115"/>
              </a:cxn>
              <a:cxn ang="0">
                <a:pos x="csX1116" y="csY1116"/>
              </a:cxn>
              <a:cxn ang="0">
                <a:pos x="csX1117" y="csY1117"/>
              </a:cxn>
              <a:cxn ang="0">
                <a:pos x="csX1118" y="csY1118"/>
              </a:cxn>
              <a:cxn ang="0">
                <a:pos x="csX1119" y="csY1119"/>
              </a:cxn>
              <a:cxn ang="0">
                <a:pos x="csX1120" y="csY1120"/>
              </a:cxn>
              <a:cxn ang="0">
                <a:pos x="csX1121" y="csY1121"/>
              </a:cxn>
              <a:cxn ang="0">
                <a:pos x="csX1122" y="csY1122"/>
              </a:cxn>
              <a:cxn ang="0">
                <a:pos x="csX1123" y="csY1123"/>
              </a:cxn>
              <a:cxn ang="0">
                <a:pos x="csX1124" y="csY1124"/>
              </a:cxn>
              <a:cxn ang="0">
                <a:pos x="csX1125" y="csY1125"/>
              </a:cxn>
              <a:cxn ang="0">
                <a:pos x="csX1126" y="csY1126"/>
              </a:cxn>
              <a:cxn ang="0">
                <a:pos x="csX1127" y="csY1127"/>
              </a:cxn>
              <a:cxn ang="0">
                <a:pos x="csX1128" y="csY1128"/>
              </a:cxn>
              <a:cxn ang="0">
                <a:pos x="csX1129" y="csY1129"/>
              </a:cxn>
              <a:cxn ang="0">
                <a:pos x="csX1130" y="csY1130"/>
              </a:cxn>
              <a:cxn ang="0">
                <a:pos x="csX1131" y="csY1131"/>
              </a:cxn>
              <a:cxn ang="0">
                <a:pos x="csX1132" y="csY1132"/>
              </a:cxn>
              <a:cxn ang="0">
                <a:pos x="csX1133" y="csY1133"/>
              </a:cxn>
              <a:cxn ang="0">
                <a:pos x="csX1134" y="csY1134"/>
              </a:cxn>
              <a:cxn ang="0">
                <a:pos x="csX1135" y="csY1135"/>
              </a:cxn>
              <a:cxn ang="0">
                <a:pos x="csX1136" y="csY1136"/>
              </a:cxn>
              <a:cxn ang="0">
                <a:pos x="csX1137" y="csY1137"/>
              </a:cxn>
              <a:cxn ang="0">
                <a:pos x="csX1138" y="csY1138"/>
              </a:cxn>
              <a:cxn ang="0">
                <a:pos x="csX1139" y="csY1139"/>
              </a:cxn>
              <a:cxn ang="0">
                <a:pos x="csX1140" y="csY1140"/>
              </a:cxn>
              <a:cxn ang="0">
                <a:pos x="csX1141" y="csY1141"/>
              </a:cxn>
              <a:cxn ang="0">
                <a:pos x="csX1142" y="csY1142"/>
              </a:cxn>
              <a:cxn ang="0">
                <a:pos x="csX1143" y="csY1143"/>
              </a:cxn>
              <a:cxn ang="0">
                <a:pos x="csX1144" y="csY1144"/>
              </a:cxn>
              <a:cxn ang="0">
                <a:pos x="csX1145" y="csY1145"/>
              </a:cxn>
              <a:cxn ang="0">
                <a:pos x="csX1146" y="csY1146"/>
              </a:cxn>
              <a:cxn ang="0">
                <a:pos x="csX1147" y="csY1147"/>
              </a:cxn>
              <a:cxn ang="0">
                <a:pos x="csX1148" y="csY1148"/>
              </a:cxn>
              <a:cxn ang="0">
                <a:pos x="csX1149" y="csY1149"/>
              </a:cxn>
              <a:cxn ang="0">
                <a:pos x="csX1150" y="csY1150"/>
              </a:cxn>
              <a:cxn ang="0">
                <a:pos x="csX1151" y="csY1151"/>
              </a:cxn>
              <a:cxn ang="0">
                <a:pos x="csX1152" y="csY1152"/>
              </a:cxn>
              <a:cxn ang="0">
                <a:pos x="csX1153" y="csY1153"/>
              </a:cxn>
              <a:cxn ang="0">
                <a:pos x="csX1154" y="csY1154"/>
              </a:cxn>
              <a:cxn ang="0">
                <a:pos x="csX1155" y="csY1155"/>
              </a:cxn>
              <a:cxn ang="0">
                <a:pos x="csX1156" y="csY1156"/>
              </a:cxn>
              <a:cxn ang="0">
                <a:pos x="csX1157" y="csY1157"/>
              </a:cxn>
              <a:cxn ang="0">
                <a:pos x="csX1158" y="csY1158"/>
              </a:cxn>
              <a:cxn ang="0">
                <a:pos x="csX1159" y="csY1159"/>
              </a:cxn>
              <a:cxn ang="0">
                <a:pos x="csX1160" y="csY1160"/>
              </a:cxn>
              <a:cxn ang="0">
                <a:pos x="csX1161" y="csY1161"/>
              </a:cxn>
              <a:cxn ang="0">
                <a:pos x="csX1162" y="csY1162"/>
              </a:cxn>
              <a:cxn ang="0">
                <a:pos x="csX1163" y="csY1163"/>
              </a:cxn>
              <a:cxn ang="0">
                <a:pos x="csX1164" y="csY1164"/>
              </a:cxn>
              <a:cxn ang="0">
                <a:pos x="csX1165" y="csY1165"/>
              </a:cxn>
              <a:cxn ang="0">
                <a:pos x="csX1166" y="csY1166"/>
              </a:cxn>
              <a:cxn ang="0">
                <a:pos x="csX1167" y="csY1167"/>
              </a:cxn>
              <a:cxn ang="0">
                <a:pos x="csX1168" y="csY1168"/>
              </a:cxn>
              <a:cxn ang="0">
                <a:pos x="csX1169" y="csY1169"/>
              </a:cxn>
              <a:cxn ang="0">
                <a:pos x="csX1170" y="csY1170"/>
              </a:cxn>
              <a:cxn ang="0">
                <a:pos x="csX1171" y="csY1171"/>
              </a:cxn>
              <a:cxn ang="0">
                <a:pos x="csX1172" y="csY1172"/>
              </a:cxn>
              <a:cxn ang="0">
                <a:pos x="csX1173" y="csY1173"/>
              </a:cxn>
              <a:cxn ang="0">
                <a:pos x="csX1174" y="csY1174"/>
              </a:cxn>
              <a:cxn ang="0">
                <a:pos x="csX1175" y="csY1175"/>
              </a:cxn>
              <a:cxn ang="0">
                <a:pos x="csX1176" y="csY1176"/>
              </a:cxn>
              <a:cxn ang="0">
                <a:pos x="csX1177" y="csY1177"/>
              </a:cxn>
              <a:cxn ang="0">
                <a:pos x="csX1178" y="csY1178"/>
              </a:cxn>
              <a:cxn ang="0">
                <a:pos x="csX1179" y="csY1179"/>
              </a:cxn>
              <a:cxn ang="0">
                <a:pos x="csX1180" y="csY1180"/>
              </a:cxn>
              <a:cxn ang="0">
                <a:pos x="csX1181" y="csY1181"/>
              </a:cxn>
              <a:cxn ang="0">
                <a:pos x="csX1182" y="csY1182"/>
              </a:cxn>
              <a:cxn ang="0">
                <a:pos x="csX1183" y="csY1183"/>
              </a:cxn>
              <a:cxn ang="0">
                <a:pos x="csX1184" y="csY1184"/>
              </a:cxn>
              <a:cxn ang="0">
                <a:pos x="csX1185" y="csY1185"/>
              </a:cxn>
              <a:cxn ang="0">
                <a:pos x="csX1186" y="csY1186"/>
              </a:cxn>
              <a:cxn ang="0">
                <a:pos x="csX1187" y="csY1187"/>
              </a:cxn>
              <a:cxn ang="0">
                <a:pos x="csX1188" y="csY1188"/>
              </a:cxn>
              <a:cxn ang="0">
                <a:pos x="csX1189" y="csY1189"/>
              </a:cxn>
              <a:cxn ang="0">
                <a:pos x="csX1190" y="csY1190"/>
              </a:cxn>
              <a:cxn ang="0">
                <a:pos x="csX1191" y="csY1191"/>
              </a:cxn>
              <a:cxn ang="0">
                <a:pos x="csX1192" y="csY1192"/>
              </a:cxn>
              <a:cxn ang="0">
                <a:pos x="csX1193" y="csY1193"/>
              </a:cxn>
              <a:cxn ang="0">
                <a:pos x="csX1194" y="csY1194"/>
              </a:cxn>
              <a:cxn ang="0">
                <a:pos x="csX1195" y="csY1195"/>
              </a:cxn>
              <a:cxn ang="0">
                <a:pos x="csX1196" y="csY1196"/>
              </a:cxn>
              <a:cxn ang="0">
                <a:pos x="csX1197" y="csY1197"/>
              </a:cxn>
              <a:cxn ang="0">
                <a:pos x="csX1198" y="csY1198"/>
              </a:cxn>
              <a:cxn ang="0">
                <a:pos x="csX1199" y="csY1199"/>
              </a:cxn>
              <a:cxn ang="0">
                <a:pos x="csX1200" y="csY1200"/>
              </a:cxn>
              <a:cxn ang="0">
                <a:pos x="csX1201" y="csY1201"/>
              </a:cxn>
              <a:cxn ang="0">
                <a:pos x="csX1202" y="csY1202"/>
              </a:cxn>
              <a:cxn ang="0">
                <a:pos x="csX1203" y="csY1203"/>
              </a:cxn>
              <a:cxn ang="0">
                <a:pos x="csX1204" y="csY1204"/>
              </a:cxn>
              <a:cxn ang="0">
                <a:pos x="csX1205" y="csY1205"/>
              </a:cxn>
              <a:cxn ang="0">
                <a:pos x="csX1206" y="csY1206"/>
              </a:cxn>
              <a:cxn ang="0">
                <a:pos x="csX1207" y="csY1207"/>
              </a:cxn>
              <a:cxn ang="0">
                <a:pos x="csX1208" y="csY1208"/>
              </a:cxn>
              <a:cxn ang="0">
                <a:pos x="csX1209" y="csY1209"/>
              </a:cxn>
              <a:cxn ang="0">
                <a:pos x="csX1210" y="csY1210"/>
              </a:cxn>
              <a:cxn ang="0">
                <a:pos x="csX1211" y="csY1211"/>
              </a:cxn>
              <a:cxn ang="0">
                <a:pos x="csX1212" y="csY1212"/>
              </a:cxn>
              <a:cxn ang="0">
                <a:pos x="csX1213" y="csY1213"/>
              </a:cxn>
              <a:cxn ang="0">
                <a:pos x="csX1214" y="csY1214"/>
              </a:cxn>
              <a:cxn ang="0">
                <a:pos x="csX1215" y="csY1215"/>
              </a:cxn>
              <a:cxn ang="0">
                <a:pos x="csX1216" y="csY1216"/>
              </a:cxn>
              <a:cxn ang="0">
                <a:pos x="csX1217" y="csY1217"/>
              </a:cxn>
              <a:cxn ang="0">
                <a:pos x="csX1218" y="csY1218"/>
              </a:cxn>
              <a:cxn ang="0">
                <a:pos x="csX1219" y="csY1219"/>
              </a:cxn>
              <a:cxn ang="0">
                <a:pos x="csX1220" y="csY1220"/>
              </a:cxn>
              <a:cxn ang="0">
                <a:pos x="csX1221" y="csY1221"/>
              </a:cxn>
              <a:cxn ang="0">
                <a:pos x="csX1222" y="csY1222"/>
              </a:cxn>
              <a:cxn ang="0">
                <a:pos x="csX1223" y="csY1223"/>
              </a:cxn>
              <a:cxn ang="0">
                <a:pos x="csX1224" y="csY1224"/>
              </a:cxn>
              <a:cxn ang="0">
                <a:pos x="csX1225" y="csY1225"/>
              </a:cxn>
              <a:cxn ang="0">
                <a:pos x="csX1226" y="csY1226"/>
              </a:cxn>
              <a:cxn ang="0">
                <a:pos x="csX1227" y="csY1227"/>
              </a:cxn>
              <a:cxn ang="0">
                <a:pos x="csX1228" y="csY1228"/>
              </a:cxn>
              <a:cxn ang="0">
                <a:pos x="csX1229" y="csY1229"/>
              </a:cxn>
              <a:cxn ang="0">
                <a:pos x="csX1230" y="csY1230"/>
              </a:cxn>
              <a:cxn ang="0">
                <a:pos x="csX1231" y="csY1231"/>
              </a:cxn>
              <a:cxn ang="0">
                <a:pos x="csX1232" y="csY1232"/>
              </a:cxn>
              <a:cxn ang="0">
                <a:pos x="csX1233" y="csY1233"/>
              </a:cxn>
              <a:cxn ang="0">
                <a:pos x="csX1234" y="csY1234"/>
              </a:cxn>
              <a:cxn ang="0">
                <a:pos x="csX1235" y="csY1235"/>
              </a:cxn>
              <a:cxn ang="0">
                <a:pos x="csX1236" y="csY1236"/>
              </a:cxn>
              <a:cxn ang="0">
                <a:pos x="csX1237" y="csY1237"/>
              </a:cxn>
              <a:cxn ang="0">
                <a:pos x="csX1238" y="csY1238"/>
              </a:cxn>
              <a:cxn ang="0">
                <a:pos x="csX1239" y="csY1239"/>
              </a:cxn>
              <a:cxn ang="0">
                <a:pos x="csX1240" y="csY1240"/>
              </a:cxn>
              <a:cxn ang="0">
                <a:pos x="csX1241" y="csY1241"/>
              </a:cxn>
              <a:cxn ang="0">
                <a:pos x="csX1242" y="csY1242"/>
              </a:cxn>
              <a:cxn ang="0">
                <a:pos x="csX1243" y="csY1243"/>
              </a:cxn>
              <a:cxn ang="0">
                <a:pos x="csX1244" y="csY1244"/>
              </a:cxn>
              <a:cxn ang="0">
                <a:pos x="csX1245" y="csY1245"/>
              </a:cxn>
              <a:cxn ang="0">
                <a:pos x="csX1246" y="csY1246"/>
              </a:cxn>
              <a:cxn ang="0">
                <a:pos x="csX1247" y="csY1247"/>
              </a:cxn>
              <a:cxn ang="0">
                <a:pos x="csX1248" y="csY1248"/>
              </a:cxn>
              <a:cxn ang="0">
                <a:pos x="csX1249" y="csY1249"/>
              </a:cxn>
              <a:cxn ang="0">
                <a:pos x="csX1250" y="csY1250"/>
              </a:cxn>
              <a:cxn ang="0">
                <a:pos x="csX1251" y="csY1251"/>
              </a:cxn>
              <a:cxn ang="0">
                <a:pos x="csX1252" y="csY1252"/>
              </a:cxn>
              <a:cxn ang="0">
                <a:pos x="csX1253" y="csY1253"/>
              </a:cxn>
              <a:cxn ang="0">
                <a:pos x="csX1254" y="csY1254"/>
              </a:cxn>
              <a:cxn ang="0">
                <a:pos x="csX1255" y="csY1255"/>
              </a:cxn>
              <a:cxn ang="0">
                <a:pos x="csX1256" y="csY1256"/>
              </a:cxn>
              <a:cxn ang="0">
                <a:pos x="csX1257" y="csY1257"/>
              </a:cxn>
              <a:cxn ang="0">
                <a:pos x="csX1258" y="csY1258"/>
              </a:cxn>
              <a:cxn ang="0">
                <a:pos x="csX1259" y="csY1259"/>
              </a:cxn>
              <a:cxn ang="0">
                <a:pos x="csX1260" y="csY1260"/>
              </a:cxn>
              <a:cxn ang="0">
                <a:pos x="csX1261" y="csY1261"/>
              </a:cxn>
              <a:cxn ang="0">
                <a:pos x="csX1262" y="csY1262"/>
              </a:cxn>
              <a:cxn ang="0">
                <a:pos x="csX1263" y="csY1263"/>
              </a:cxn>
              <a:cxn ang="0">
                <a:pos x="csX1264" y="csY1264"/>
              </a:cxn>
              <a:cxn ang="0">
                <a:pos x="csX1265" y="csY1265"/>
              </a:cxn>
              <a:cxn ang="0">
                <a:pos x="csX1266" y="csY1266"/>
              </a:cxn>
              <a:cxn ang="0">
                <a:pos x="csX1267" y="csY1267"/>
              </a:cxn>
              <a:cxn ang="0">
                <a:pos x="csX1268" y="csY1268"/>
              </a:cxn>
              <a:cxn ang="0">
                <a:pos x="csX1269" y="csY1269"/>
              </a:cxn>
              <a:cxn ang="0">
                <a:pos x="csX1270" y="csY1270"/>
              </a:cxn>
              <a:cxn ang="0">
                <a:pos x="csX1271" y="csY1271"/>
              </a:cxn>
              <a:cxn ang="0">
                <a:pos x="csX1272" y="csY1272"/>
              </a:cxn>
              <a:cxn ang="0">
                <a:pos x="csX1273" y="csY1273"/>
              </a:cxn>
              <a:cxn ang="0">
                <a:pos x="csX1274" y="csY1274"/>
              </a:cxn>
              <a:cxn ang="0">
                <a:pos x="csX1275" y="csY1275"/>
              </a:cxn>
              <a:cxn ang="0">
                <a:pos x="csX1276" y="csY1276"/>
              </a:cxn>
              <a:cxn ang="0">
                <a:pos x="csX1277" y="csY1277"/>
              </a:cxn>
              <a:cxn ang="0">
                <a:pos x="csX1278" y="csY1278"/>
              </a:cxn>
              <a:cxn ang="0">
                <a:pos x="csX1279" y="csY1279"/>
              </a:cxn>
              <a:cxn ang="0">
                <a:pos x="csX1280" y="csY1280"/>
              </a:cxn>
              <a:cxn ang="0">
                <a:pos x="csX1281" y="csY1281"/>
              </a:cxn>
              <a:cxn ang="0">
                <a:pos x="csX1282" y="csY1282"/>
              </a:cxn>
              <a:cxn ang="0">
                <a:pos x="csX1283" y="csY1283"/>
              </a:cxn>
              <a:cxn ang="0">
                <a:pos x="csX1284" y="csY1284"/>
              </a:cxn>
              <a:cxn ang="0">
                <a:pos x="csX1285" y="csY1285"/>
              </a:cxn>
              <a:cxn ang="0">
                <a:pos x="csX1286" y="csY1286"/>
              </a:cxn>
              <a:cxn ang="0">
                <a:pos x="csX1287" y="csY1287"/>
              </a:cxn>
              <a:cxn ang="0">
                <a:pos x="csX1288" y="csY1288"/>
              </a:cxn>
              <a:cxn ang="0">
                <a:pos x="csX1289" y="csY1289"/>
              </a:cxn>
              <a:cxn ang="0">
                <a:pos x="csX1290" y="csY1290"/>
              </a:cxn>
              <a:cxn ang="0">
                <a:pos x="csX1291" y="csY1291"/>
              </a:cxn>
              <a:cxn ang="0">
                <a:pos x="csX1292" y="csY1292"/>
              </a:cxn>
              <a:cxn ang="0">
                <a:pos x="csX1293" y="csY1293"/>
              </a:cxn>
              <a:cxn ang="0">
                <a:pos x="csX1294" y="csY1294"/>
              </a:cxn>
              <a:cxn ang="0">
                <a:pos x="csX1295" y="csY1295"/>
              </a:cxn>
              <a:cxn ang="0">
                <a:pos x="csX1296" y="csY1296"/>
              </a:cxn>
              <a:cxn ang="0">
                <a:pos x="csX1297" y="csY1297"/>
              </a:cxn>
              <a:cxn ang="0">
                <a:pos x="csX1298" y="csY1298"/>
              </a:cxn>
              <a:cxn ang="0">
                <a:pos x="csX1299" y="csY1299"/>
              </a:cxn>
              <a:cxn ang="0">
                <a:pos x="csX1300" y="csY1300"/>
              </a:cxn>
              <a:cxn ang="0">
                <a:pos x="csX1301" y="csY1301"/>
              </a:cxn>
              <a:cxn ang="0">
                <a:pos x="csX1302" y="csY1302"/>
              </a:cxn>
              <a:cxn ang="0">
                <a:pos x="csX1303" y="csY1303"/>
              </a:cxn>
              <a:cxn ang="0">
                <a:pos x="csX1304" y="csY1304"/>
              </a:cxn>
              <a:cxn ang="0">
                <a:pos x="csX1305" y="csY1305"/>
              </a:cxn>
              <a:cxn ang="0">
                <a:pos x="csX1306" y="csY1306"/>
              </a:cxn>
              <a:cxn ang="0">
                <a:pos x="csX1307" y="csY1307"/>
              </a:cxn>
              <a:cxn ang="0">
                <a:pos x="csX1308" y="csY1308"/>
              </a:cxn>
              <a:cxn ang="0">
                <a:pos x="csX1309" y="csY1309"/>
              </a:cxn>
              <a:cxn ang="0">
                <a:pos x="csX1310" y="csY1310"/>
              </a:cxn>
              <a:cxn ang="0">
                <a:pos x="csX1311" y="csY1311"/>
              </a:cxn>
              <a:cxn ang="0">
                <a:pos x="csX1312" y="csY1312"/>
              </a:cxn>
              <a:cxn ang="0">
                <a:pos x="csX1313" y="csY1313"/>
              </a:cxn>
              <a:cxn ang="0">
                <a:pos x="csX1314" y="csY1314"/>
              </a:cxn>
              <a:cxn ang="0">
                <a:pos x="csX1315" y="csY1315"/>
              </a:cxn>
              <a:cxn ang="0">
                <a:pos x="csX1316" y="csY1316"/>
              </a:cxn>
              <a:cxn ang="0">
                <a:pos x="csX1317" y="csY1317"/>
              </a:cxn>
              <a:cxn ang="0">
                <a:pos x="csX1318" y="csY1318"/>
              </a:cxn>
              <a:cxn ang="0">
                <a:pos x="csX1319" y="csY1319"/>
              </a:cxn>
              <a:cxn ang="0">
                <a:pos x="csX1320" y="csY1320"/>
              </a:cxn>
              <a:cxn ang="0">
                <a:pos x="csX1321" y="csY1321"/>
              </a:cxn>
              <a:cxn ang="0">
                <a:pos x="csX1322" y="csY1322"/>
              </a:cxn>
              <a:cxn ang="0">
                <a:pos x="csX1323" y="csY1323"/>
              </a:cxn>
              <a:cxn ang="0">
                <a:pos x="csX1324" y="csY1324"/>
              </a:cxn>
              <a:cxn ang="0">
                <a:pos x="csX1325" y="csY1325"/>
              </a:cxn>
              <a:cxn ang="0">
                <a:pos x="csX1326" y="csY1326"/>
              </a:cxn>
              <a:cxn ang="0">
                <a:pos x="csX1327" y="csY1327"/>
              </a:cxn>
              <a:cxn ang="0">
                <a:pos x="csX1328" y="csY1328"/>
              </a:cxn>
              <a:cxn ang="0">
                <a:pos x="csX1329" y="csY1329"/>
              </a:cxn>
              <a:cxn ang="0">
                <a:pos x="csX1330" y="csY1330"/>
              </a:cxn>
              <a:cxn ang="0">
                <a:pos x="csX1331" y="csY1331"/>
              </a:cxn>
              <a:cxn ang="0">
                <a:pos x="csX1332" y="csY1332"/>
              </a:cxn>
              <a:cxn ang="0">
                <a:pos x="csX1333" y="csY1333"/>
              </a:cxn>
              <a:cxn ang="0">
                <a:pos x="csX1334" y="csY1334"/>
              </a:cxn>
              <a:cxn ang="0">
                <a:pos x="csX1335" y="csY1335"/>
              </a:cxn>
              <a:cxn ang="0">
                <a:pos x="csX1336" y="csY1336"/>
              </a:cxn>
              <a:cxn ang="0">
                <a:pos x="csX1337" y="csY1337"/>
              </a:cxn>
              <a:cxn ang="0">
                <a:pos x="csX1338" y="csY1338"/>
              </a:cxn>
              <a:cxn ang="0">
                <a:pos x="csX1339" y="csY1339"/>
              </a:cxn>
              <a:cxn ang="0">
                <a:pos x="csX1340" y="csY1340"/>
              </a:cxn>
              <a:cxn ang="0">
                <a:pos x="csX1341" y="csY1341"/>
              </a:cxn>
              <a:cxn ang="0">
                <a:pos x="csX1342" y="csY1342"/>
              </a:cxn>
              <a:cxn ang="0">
                <a:pos x="csX1343" y="csY1343"/>
              </a:cxn>
              <a:cxn ang="0">
                <a:pos x="csX1344" y="csY1344"/>
              </a:cxn>
              <a:cxn ang="0">
                <a:pos x="csX1345" y="csY1345"/>
              </a:cxn>
              <a:cxn ang="0">
                <a:pos x="csX1346" y="csY1346"/>
              </a:cxn>
              <a:cxn ang="0">
                <a:pos x="csX1347" y="csY1347"/>
              </a:cxn>
              <a:cxn ang="0">
                <a:pos x="csX1348" y="csY1348"/>
              </a:cxn>
              <a:cxn ang="0">
                <a:pos x="csX1349" y="csY1349"/>
              </a:cxn>
              <a:cxn ang="0">
                <a:pos x="csX1350" y="csY1350"/>
              </a:cxn>
              <a:cxn ang="0">
                <a:pos x="csX1351" y="csY1351"/>
              </a:cxn>
              <a:cxn ang="0">
                <a:pos x="csX1352" y="csY1352"/>
              </a:cxn>
              <a:cxn ang="0">
                <a:pos x="csX1353" y="csY1353"/>
              </a:cxn>
              <a:cxn ang="0">
                <a:pos x="csX1354" y="csY1354"/>
              </a:cxn>
              <a:cxn ang="0">
                <a:pos x="csX1355" y="csY1355"/>
              </a:cxn>
              <a:cxn ang="0">
                <a:pos x="csX1356" y="csY1356"/>
              </a:cxn>
              <a:cxn ang="0">
                <a:pos x="csX1357" y="csY1357"/>
              </a:cxn>
              <a:cxn ang="0">
                <a:pos x="csX1358" y="csY1358"/>
              </a:cxn>
              <a:cxn ang="0">
                <a:pos x="csX1359" y="csY1359"/>
              </a:cxn>
              <a:cxn ang="0">
                <a:pos x="csX1360" y="csY1360"/>
              </a:cxn>
              <a:cxn ang="0">
                <a:pos x="csX1361" y="csY1361"/>
              </a:cxn>
              <a:cxn ang="0">
                <a:pos x="csX1362" y="csY1362"/>
              </a:cxn>
              <a:cxn ang="0">
                <a:pos x="csX1363" y="csY1363"/>
              </a:cxn>
              <a:cxn ang="0">
                <a:pos x="csX1364" y="csY1364"/>
              </a:cxn>
              <a:cxn ang="0">
                <a:pos x="csX1365" y="csY1365"/>
              </a:cxn>
              <a:cxn ang="0">
                <a:pos x="csX1366" y="csY1366"/>
              </a:cxn>
              <a:cxn ang="0">
                <a:pos x="csX1367" y="csY1367"/>
              </a:cxn>
              <a:cxn ang="0">
                <a:pos x="csX1368" y="csY1368"/>
              </a:cxn>
              <a:cxn ang="0">
                <a:pos x="csX1369" y="csY1369"/>
              </a:cxn>
              <a:cxn ang="0">
                <a:pos x="csX1370" y="csY1370"/>
              </a:cxn>
              <a:cxn ang="0">
                <a:pos x="csX1371" y="csY1371"/>
              </a:cxn>
              <a:cxn ang="0">
                <a:pos x="csX1372" y="csY1372"/>
              </a:cxn>
              <a:cxn ang="0">
                <a:pos x="csX1373" y="csY1373"/>
              </a:cxn>
              <a:cxn ang="0">
                <a:pos x="csX1374" y="csY1374"/>
              </a:cxn>
              <a:cxn ang="0">
                <a:pos x="csX1375" y="csY1375"/>
              </a:cxn>
              <a:cxn ang="0">
                <a:pos x="csX1376" y="csY1376"/>
              </a:cxn>
              <a:cxn ang="0">
                <a:pos x="csX1377" y="csY1377"/>
              </a:cxn>
              <a:cxn ang="0">
                <a:pos x="csX1378" y="csY1378"/>
              </a:cxn>
              <a:cxn ang="0">
                <a:pos x="csX1379" y="csY1379"/>
              </a:cxn>
              <a:cxn ang="0">
                <a:pos x="csX1380" y="csY1380"/>
              </a:cxn>
              <a:cxn ang="0">
                <a:pos x="csX1381" y="csY1381"/>
              </a:cxn>
              <a:cxn ang="0">
                <a:pos x="csX1382" y="csY1382"/>
              </a:cxn>
              <a:cxn ang="0">
                <a:pos x="csX1383" y="csY1383"/>
              </a:cxn>
              <a:cxn ang="0">
                <a:pos x="csX1384" y="csY1384"/>
              </a:cxn>
              <a:cxn ang="0">
                <a:pos x="csX1385" y="csY1385"/>
              </a:cxn>
              <a:cxn ang="0">
                <a:pos x="csX1386" y="csY1386"/>
              </a:cxn>
              <a:cxn ang="0">
                <a:pos x="csX1387" y="csY1387"/>
              </a:cxn>
              <a:cxn ang="0">
                <a:pos x="csX1388" y="csY1388"/>
              </a:cxn>
              <a:cxn ang="0">
                <a:pos x="csX1389" y="csY1389"/>
              </a:cxn>
              <a:cxn ang="0">
                <a:pos x="csX1390" y="csY1390"/>
              </a:cxn>
              <a:cxn ang="0">
                <a:pos x="csX1391" y="csY1391"/>
              </a:cxn>
              <a:cxn ang="0">
                <a:pos x="csX1392" y="csY1392"/>
              </a:cxn>
              <a:cxn ang="0">
                <a:pos x="csX1393" y="csY1393"/>
              </a:cxn>
              <a:cxn ang="0">
                <a:pos x="csX1394" y="csY1394"/>
              </a:cxn>
              <a:cxn ang="0">
                <a:pos x="csX1395" y="csY1395"/>
              </a:cxn>
              <a:cxn ang="0">
                <a:pos x="csX1396" y="csY1396"/>
              </a:cxn>
              <a:cxn ang="0">
                <a:pos x="csX1397" y="csY1397"/>
              </a:cxn>
              <a:cxn ang="0">
                <a:pos x="csX1398" y="csY1398"/>
              </a:cxn>
              <a:cxn ang="0">
                <a:pos x="csX1399" y="csY1399"/>
              </a:cxn>
              <a:cxn ang="0">
                <a:pos x="csX1400" y="csY1400"/>
              </a:cxn>
              <a:cxn ang="0">
                <a:pos x="csX1401" y="csY1401"/>
              </a:cxn>
              <a:cxn ang="0">
                <a:pos x="csX1402" y="csY1402"/>
              </a:cxn>
              <a:cxn ang="0">
                <a:pos x="csX1403" y="csY1403"/>
              </a:cxn>
              <a:cxn ang="0">
                <a:pos x="csX1404" y="csY1404"/>
              </a:cxn>
              <a:cxn ang="0">
                <a:pos x="csX1405" y="csY1405"/>
              </a:cxn>
              <a:cxn ang="0">
                <a:pos x="csX1406" y="csY1406"/>
              </a:cxn>
              <a:cxn ang="0">
                <a:pos x="csX1407" y="csY1407"/>
              </a:cxn>
              <a:cxn ang="0">
                <a:pos x="csX1408" y="csY1408"/>
              </a:cxn>
              <a:cxn ang="0">
                <a:pos x="csX1409" y="csY1409"/>
              </a:cxn>
              <a:cxn ang="0">
                <a:pos x="csX1410" y="csY1410"/>
              </a:cxn>
              <a:cxn ang="0">
                <a:pos x="csX1411" y="csY1411"/>
              </a:cxn>
              <a:cxn ang="0">
                <a:pos x="csX1412" y="csY1412"/>
              </a:cxn>
              <a:cxn ang="0">
                <a:pos x="csX1413" y="csY1413"/>
              </a:cxn>
              <a:cxn ang="0">
                <a:pos x="csX1414" y="csY1414"/>
              </a:cxn>
              <a:cxn ang="0">
                <a:pos x="csX1415" y="csY1415"/>
              </a:cxn>
              <a:cxn ang="0">
                <a:pos x="csX1416" y="csY1416"/>
              </a:cxn>
              <a:cxn ang="0">
                <a:pos x="csX1417" y="csY1417"/>
              </a:cxn>
              <a:cxn ang="0">
                <a:pos x="csX1418" y="csY1418"/>
              </a:cxn>
              <a:cxn ang="0">
                <a:pos x="csX1419" y="csY1419"/>
              </a:cxn>
              <a:cxn ang="0">
                <a:pos x="csX1420" y="csY1420"/>
              </a:cxn>
              <a:cxn ang="0">
                <a:pos x="csX1421" y="csY1421"/>
              </a:cxn>
              <a:cxn ang="0">
                <a:pos x="csX1422" y="csY1422"/>
              </a:cxn>
              <a:cxn ang="0">
                <a:pos x="csX1423" y="csY1423"/>
              </a:cxn>
              <a:cxn ang="0">
                <a:pos x="csX1424" y="csY1424"/>
              </a:cxn>
              <a:cxn ang="0">
                <a:pos x="csX1425" y="csY1425"/>
              </a:cxn>
              <a:cxn ang="0">
                <a:pos x="csX1426" y="csY1426"/>
              </a:cxn>
              <a:cxn ang="0">
                <a:pos x="csX1427" y="csY1427"/>
              </a:cxn>
              <a:cxn ang="0">
                <a:pos x="csX1428" y="csY1428"/>
              </a:cxn>
              <a:cxn ang="0">
                <a:pos x="csX1429" y="csY1429"/>
              </a:cxn>
              <a:cxn ang="0">
                <a:pos x="csX1430" y="csY1430"/>
              </a:cxn>
              <a:cxn ang="0">
                <a:pos x="csX1431" y="csY1431"/>
              </a:cxn>
              <a:cxn ang="0">
                <a:pos x="csX1432" y="csY1432"/>
              </a:cxn>
              <a:cxn ang="0">
                <a:pos x="csX1433" y="csY1433"/>
              </a:cxn>
              <a:cxn ang="0">
                <a:pos x="csX1434" y="csY1434"/>
              </a:cxn>
              <a:cxn ang="0">
                <a:pos x="csX1435" y="csY1435"/>
              </a:cxn>
              <a:cxn ang="0">
                <a:pos x="csX1436" y="csY1436"/>
              </a:cxn>
              <a:cxn ang="0">
                <a:pos x="csX1437" y="csY1437"/>
              </a:cxn>
              <a:cxn ang="0">
                <a:pos x="csX1438" y="csY1438"/>
              </a:cxn>
              <a:cxn ang="0">
                <a:pos x="csX1439" y="csY1439"/>
              </a:cxn>
              <a:cxn ang="0">
                <a:pos x="csX1440" y="csY1440"/>
              </a:cxn>
              <a:cxn ang="0">
                <a:pos x="csX1441" y="csY1441"/>
              </a:cxn>
              <a:cxn ang="0">
                <a:pos x="csX1442" y="csY1442"/>
              </a:cxn>
              <a:cxn ang="0">
                <a:pos x="csX1443" y="csY1443"/>
              </a:cxn>
              <a:cxn ang="0">
                <a:pos x="csX1444" y="csY1444"/>
              </a:cxn>
              <a:cxn ang="0">
                <a:pos x="csX1445" y="csY1445"/>
              </a:cxn>
              <a:cxn ang="0">
                <a:pos x="csX1446" y="csY1446"/>
              </a:cxn>
              <a:cxn ang="0">
                <a:pos x="csX1447" y="csY1447"/>
              </a:cxn>
              <a:cxn ang="0">
                <a:pos x="csX1448" y="csY1448"/>
              </a:cxn>
              <a:cxn ang="0">
                <a:pos x="csX1449" y="csY1449"/>
              </a:cxn>
              <a:cxn ang="0">
                <a:pos x="csX1450" y="csY1450"/>
              </a:cxn>
              <a:cxn ang="0">
                <a:pos x="csX1451" y="csY1451"/>
              </a:cxn>
              <a:cxn ang="0">
                <a:pos x="csX1452" y="csY1452"/>
              </a:cxn>
              <a:cxn ang="0">
                <a:pos x="csX1453" y="csY1453"/>
              </a:cxn>
              <a:cxn ang="0">
                <a:pos x="csX1454" y="csY1454"/>
              </a:cxn>
              <a:cxn ang="0">
                <a:pos x="csX1455" y="csY1455"/>
              </a:cxn>
              <a:cxn ang="0">
                <a:pos x="csX1456" y="csY1456"/>
              </a:cxn>
              <a:cxn ang="0">
                <a:pos x="csX1457" y="csY1457"/>
              </a:cxn>
              <a:cxn ang="0">
                <a:pos x="csX1458" y="csY1458"/>
              </a:cxn>
              <a:cxn ang="0">
                <a:pos x="csX1459" y="csY1459"/>
              </a:cxn>
              <a:cxn ang="0">
                <a:pos x="csX1460" y="csY1460"/>
              </a:cxn>
              <a:cxn ang="0">
                <a:pos x="csX1461" y="csY1461"/>
              </a:cxn>
              <a:cxn ang="0">
                <a:pos x="csX1462" y="csY1462"/>
              </a:cxn>
              <a:cxn ang="0">
                <a:pos x="csX1463" y="csY1463"/>
              </a:cxn>
              <a:cxn ang="0">
                <a:pos x="csX1464" y="csY1464"/>
              </a:cxn>
              <a:cxn ang="0">
                <a:pos x="csX1465" y="csY1465"/>
              </a:cxn>
              <a:cxn ang="0">
                <a:pos x="csX1466" y="csY1466"/>
              </a:cxn>
              <a:cxn ang="0">
                <a:pos x="csX1467" y="csY1467"/>
              </a:cxn>
              <a:cxn ang="0">
                <a:pos x="csX1468" y="csY1468"/>
              </a:cxn>
              <a:cxn ang="0">
                <a:pos x="csX1469" y="csY1469"/>
              </a:cxn>
              <a:cxn ang="0">
                <a:pos x="csX1470" y="csY1470"/>
              </a:cxn>
              <a:cxn ang="0">
                <a:pos x="csX1471" y="csY1471"/>
              </a:cxn>
              <a:cxn ang="0">
                <a:pos x="csX1472" y="csY1472"/>
              </a:cxn>
              <a:cxn ang="0">
                <a:pos x="csX1473" y="csY1473"/>
              </a:cxn>
              <a:cxn ang="0">
                <a:pos x="csX1474" y="csY1474"/>
              </a:cxn>
              <a:cxn ang="0">
                <a:pos x="csX1475" y="csY1475"/>
              </a:cxn>
              <a:cxn ang="0">
                <a:pos x="csX1476" y="csY1476"/>
              </a:cxn>
              <a:cxn ang="0">
                <a:pos x="csX1477" y="csY1477"/>
              </a:cxn>
              <a:cxn ang="0">
                <a:pos x="csX1478" y="csY1478"/>
              </a:cxn>
              <a:cxn ang="0">
                <a:pos x="csX1479" y="csY1479"/>
              </a:cxn>
              <a:cxn ang="0">
                <a:pos x="csX1480" y="csY1480"/>
              </a:cxn>
              <a:cxn ang="0">
                <a:pos x="csX1481" y="csY1481"/>
              </a:cxn>
              <a:cxn ang="0">
                <a:pos x="csX1482" y="csY1482"/>
              </a:cxn>
              <a:cxn ang="0">
                <a:pos x="csX1483" y="csY1483"/>
              </a:cxn>
              <a:cxn ang="0">
                <a:pos x="csX1484" y="csY1484"/>
              </a:cxn>
              <a:cxn ang="0">
                <a:pos x="csX1485" y="csY1485"/>
              </a:cxn>
              <a:cxn ang="0">
                <a:pos x="csX1486" y="csY1486"/>
              </a:cxn>
              <a:cxn ang="0">
                <a:pos x="csX1487" y="csY1487"/>
              </a:cxn>
              <a:cxn ang="0">
                <a:pos x="csX1488" y="csY1488"/>
              </a:cxn>
              <a:cxn ang="0">
                <a:pos x="csX1489" y="csY1489"/>
              </a:cxn>
              <a:cxn ang="0">
                <a:pos x="csX1490" y="csY1490"/>
              </a:cxn>
              <a:cxn ang="0">
                <a:pos x="csX1491" y="csY1491"/>
              </a:cxn>
              <a:cxn ang="0">
                <a:pos x="csX1492" y="csY1492"/>
              </a:cxn>
              <a:cxn ang="0">
                <a:pos x="csX1493" y="csY1493"/>
              </a:cxn>
              <a:cxn ang="0">
                <a:pos x="csX1494" y="csY1494"/>
              </a:cxn>
              <a:cxn ang="0">
                <a:pos x="csX1495" y="csY1495"/>
              </a:cxn>
              <a:cxn ang="0">
                <a:pos x="csX1496" y="csY1496"/>
              </a:cxn>
              <a:cxn ang="0">
                <a:pos x="csX1497" y="csY1497"/>
              </a:cxn>
              <a:cxn ang="0">
                <a:pos x="csX1498" y="csY1498"/>
              </a:cxn>
              <a:cxn ang="0">
                <a:pos x="csX1499" y="csY1499"/>
              </a:cxn>
              <a:cxn ang="0">
                <a:pos x="csX1500" y="csY1500"/>
              </a:cxn>
              <a:cxn ang="0">
                <a:pos x="csX1501" y="csY1501"/>
              </a:cxn>
              <a:cxn ang="0">
                <a:pos x="csX1502" y="csY1502"/>
              </a:cxn>
              <a:cxn ang="0">
                <a:pos x="csX1503" y="csY1503"/>
              </a:cxn>
              <a:cxn ang="0">
                <a:pos x="csX1504" y="csY1504"/>
              </a:cxn>
              <a:cxn ang="0">
                <a:pos x="csX1505" y="csY1505"/>
              </a:cxn>
              <a:cxn ang="0">
                <a:pos x="csX1506" y="csY1506"/>
              </a:cxn>
              <a:cxn ang="0">
                <a:pos x="csX1507" y="csY1507"/>
              </a:cxn>
              <a:cxn ang="0">
                <a:pos x="csX1508" y="csY1508"/>
              </a:cxn>
              <a:cxn ang="0">
                <a:pos x="csX1509" y="csY1509"/>
              </a:cxn>
              <a:cxn ang="0">
                <a:pos x="csX1510" y="csY1510"/>
              </a:cxn>
              <a:cxn ang="0">
                <a:pos x="csX1511" y="csY1511"/>
              </a:cxn>
              <a:cxn ang="0">
                <a:pos x="csX1512" y="csY1512"/>
              </a:cxn>
              <a:cxn ang="0">
                <a:pos x="csX1513" y="csY1513"/>
              </a:cxn>
              <a:cxn ang="0">
                <a:pos x="csX1514" y="csY1514"/>
              </a:cxn>
              <a:cxn ang="0">
                <a:pos x="csX1515" y="csY1515"/>
              </a:cxn>
              <a:cxn ang="0">
                <a:pos x="csX1516" y="csY1516"/>
              </a:cxn>
              <a:cxn ang="0">
                <a:pos x="csX1517" y="csY1517"/>
              </a:cxn>
              <a:cxn ang="0">
                <a:pos x="csX1518" y="csY1518"/>
              </a:cxn>
              <a:cxn ang="0">
                <a:pos x="csX1519" y="csY1519"/>
              </a:cxn>
              <a:cxn ang="0">
                <a:pos x="csX1520" y="csY1520"/>
              </a:cxn>
              <a:cxn ang="0">
                <a:pos x="csX1521" y="csY1521"/>
              </a:cxn>
              <a:cxn ang="0">
                <a:pos x="csX1522" y="csY1522"/>
              </a:cxn>
              <a:cxn ang="0">
                <a:pos x="csX1523" y="csY1523"/>
              </a:cxn>
              <a:cxn ang="0">
                <a:pos x="csX1524" y="csY1524"/>
              </a:cxn>
              <a:cxn ang="0">
                <a:pos x="csX1525" y="csY1525"/>
              </a:cxn>
              <a:cxn ang="0">
                <a:pos x="csX1526" y="csY1526"/>
              </a:cxn>
              <a:cxn ang="0">
                <a:pos x="csX1527" y="csY1527"/>
              </a:cxn>
              <a:cxn ang="0">
                <a:pos x="csX1528" y="csY1528"/>
              </a:cxn>
              <a:cxn ang="0">
                <a:pos x="csX1529" y="csY1529"/>
              </a:cxn>
              <a:cxn ang="0">
                <a:pos x="csX1530" y="csY1530"/>
              </a:cxn>
              <a:cxn ang="0">
                <a:pos x="csX1531" y="csY1531"/>
              </a:cxn>
              <a:cxn ang="0">
                <a:pos x="csX1532" y="csY1532"/>
              </a:cxn>
              <a:cxn ang="0">
                <a:pos x="csX1533" y="csY1533"/>
              </a:cxn>
              <a:cxn ang="0">
                <a:pos x="csX1534" y="csY1534"/>
              </a:cxn>
              <a:cxn ang="0">
                <a:pos x="csX1535" y="csY1535"/>
              </a:cxn>
              <a:cxn ang="0">
                <a:pos x="csX1536" y="csY1536"/>
              </a:cxn>
              <a:cxn ang="0">
                <a:pos x="csX1537" y="csY1537"/>
              </a:cxn>
              <a:cxn ang="0">
                <a:pos x="csX1538" y="csY1538"/>
              </a:cxn>
              <a:cxn ang="0">
                <a:pos x="csX1539" y="csY1539"/>
              </a:cxn>
              <a:cxn ang="0">
                <a:pos x="csX1540" y="csY1540"/>
              </a:cxn>
              <a:cxn ang="0">
                <a:pos x="csX1541" y="csY1541"/>
              </a:cxn>
              <a:cxn ang="0">
                <a:pos x="csX1542" y="csY1542"/>
              </a:cxn>
              <a:cxn ang="0">
                <a:pos x="csX1543" y="csY1543"/>
              </a:cxn>
              <a:cxn ang="0">
                <a:pos x="csX1544" y="csY1544"/>
              </a:cxn>
              <a:cxn ang="0">
                <a:pos x="csX1545" y="csY1545"/>
              </a:cxn>
              <a:cxn ang="0">
                <a:pos x="csX1546" y="csY1546"/>
              </a:cxn>
              <a:cxn ang="0">
                <a:pos x="csX1547" y="csY1547"/>
              </a:cxn>
              <a:cxn ang="0">
                <a:pos x="csX1548" y="csY1548"/>
              </a:cxn>
              <a:cxn ang="0">
                <a:pos x="csX1549" y="csY1549"/>
              </a:cxn>
              <a:cxn ang="0">
                <a:pos x="csX1550" y="csY1550"/>
              </a:cxn>
              <a:cxn ang="0">
                <a:pos x="csX1551" y="csY1551"/>
              </a:cxn>
              <a:cxn ang="0">
                <a:pos x="csX1552" y="csY1552"/>
              </a:cxn>
              <a:cxn ang="0">
                <a:pos x="csX1553" y="csY1553"/>
              </a:cxn>
              <a:cxn ang="0">
                <a:pos x="csX1554" y="csY1554"/>
              </a:cxn>
              <a:cxn ang="0">
                <a:pos x="csX1555" y="csY1555"/>
              </a:cxn>
              <a:cxn ang="0">
                <a:pos x="csX1556" y="csY1556"/>
              </a:cxn>
              <a:cxn ang="0">
                <a:pos x="csX1557" y="csY1557"/>
              </a:cxn>
              <a:cxn ang="0">
                <a:pos x="csX1558" y="csY1558"/>
              </a:cxn>
              <a:cxn ang="0">
                <a:pos x="csX1559" y="csY1559"/>
              </a:cxn>
              <a:cxn ang="0">
                <a:pos x="csX1560" y="csY1560"/>
              </a:cxn>
              <a:cxn ang="0">
                <a:pos x="csX1561" y="csY1561"/>
              </a:cxn>
              <a:cxn ang="0">
                <a:pos x="csX1562" y="csY1562"/>
              </a:cxn>
              <a:cxn ang="0">
                <a:pos x="csX1563" y="csY1563"/>
              </a:cxn>
              <a:cxn ang="0">
                <a:pos x="csX1564" y="csY1564"/>
              </a:cxn>
              <a:cxn ang="0">
                <a:pos x="csX1565" y="csY1565"/>
              </a:cxn>
              <a:cxn ang="0">
                <a:pos x="csX1566" y="csY1566"/>
              </a:cxn>
              <a:cxn ang="0">
                <a:pos x="csX1567" y="csY1567"/>
              </a:cxn>
              <a:cxn ang="0">
                <a:pos x="csX1568" y="csY1568"/>
              </a:cxn>
              <a:cxn ang="0">
                <a:pos x="csX1569" y="csY1569"/>
              </a:cxn>
              <a:cxn ang="0">
                <a:pos x="csX1570" y="csY1570"/>
              </a:cxn>
              <a:cxn ang="0">
                <a:pos x="csX1571" y="csY1571"/>
              </a:cxn>
              <a:cxn ang="0">
                <a:pos x="csX1572" y="csY1572"/>
              </a:cxn>
              <a:cxn ang="0">
                <a:pos x="csX1573" y="csY1573"/>
              </a:cxn>
              <a:cxn ang="0">
                <a:pos x="csX1574" y="csY1574"/>
              </a:cxn>
              <a:cxn ang="0">
                <a:pos x="csX1575" y="csY1575"/>
              </a:cxn>
              <a:cxn ang="0">
                <a:pos x="csX1576" y="csY1576"/>
              </a:cxn>
              <a:cxn ang="0">
                <a:pos x="csX1577" y="csY1577"/>
              </a:cxn>
              <a:cxn ang="0">
                <a:pos x="csX1578" y="csY1578"/>
              </a:cxn>
              <a:cxn ang="0">
                <a:pos x="csX1579" y="csY1579"/>
              </a:cxn>
              <a:cxn ang="0">
                <a:pos x="csX1580" y="csY1580"/>
              </a:cxn>
              <a:cxn ang="0">
                <a:pos x="csX1581" y="csY1581"/>
              </a:cxn>
              <a:cxn ang="0">
                <a:pos x="csX1582" y="csY1582"/>
              </a:cxn>
              <a:cxn ang="0">
                <a:pos x="csX1583" y="csY1583"/>
              </a:cxn>
              <a:cxn ang="0">
                <a:pos x="csX1584" y="csY1584"/>
              </a:cxn>
              <a:cxn ang="0">
                <a:pos x="csX1585" y="csY1585"/>
              </a:cxn>
              <a:cxn ang="0">
                <a:pos x="csX1586" y="csY1586"/>
              </a:cxn>
              <a:cxn ang="0">
                <a:pos x="csX1587" y="csY1587"/>
              </a:cxn>
              <a:cxn ang="0">
                <a:pos x="csX1588" y="csY1588"/>
              </a:cxn>
              <a:cxn ang="0">
                <a:pos x="csX1589" y="csY1589"/>
              </a:cxn>
              <a:cxn ang="0">
                <a:pos x="csX1590" y="csY1590"/>
              </a:cxn>
              <a:cxn ang="0">
                <a:pos x="csX1591" y="csY1591"/>
              </a:cxn>
              <a:cxn ang="0">
                <a:pos x="csX1592" y="csY1592"/>
              </a:cxn>
              <a:cxn ang="0">
                <a:pos x="csX1593" y="csY1593"/>
              </a:cxn>
              <a:cxn ang="0">
                <a:pos x="csX1594" y="csY1594"/>
              </a:cxn>
              <a:cxn ang="0">
                <a:pos x="csX1595" y="csY1595"/>
              </a:cxn>
              <a:cxn ang="0">
                <a:pos x="csX1596" y="csY1596"/>
              </a:cxn>
              <a:cxn ang="0">
                <a:pos x="csX1597" y="csY1597"/>
              </a:cxn>
              <a:cxn ang="0">
                <a:pos x="csX1598" y="csY1598"/>
              </a:cxn>
              <a:cxn ang="0">
                <a:pos x="csX1599" y="csY1599"/>
              </a:cxn>
              <a:cxn ang="0">
                <a:pos x="csX1600" y="csY1600"/>
              </a:cxn>
              <a:cxn ang="0">
                <a:pos x="csX1601" y="csY1601"/>
              </a:cxn>
              <a:cxn ang="0">
                <a:pos x="csX1602" y="csY1602"/>
              </a:cxn>
              <a:cxn ang="0">
                <a:pos x="csX1603" y="csY1603"/>
              </a:cxn>
              <a:cxn ang="0">
                <a:pos x="csX1604" y="csY1604"/>
              </a:cxn>
              <a:cxn ang="0">
                <a:pos x="csX1605" y="csY1605"/>
              </a:cxn>
              <a:cxn ang="0">
                <a:pos x="csX1606" y="csY1606"/>
              </a:cxn>
              <a:cxn ang="0">
                <a:pos x="csX1607" y="csY1607"/>
              </a:cxn>
              <a:cxn ang="0">
                <a:pos x="csX1608" y="csY1608"/>
              </a:cxn>
              <a:cxn ang="0">
                <a:pos x="csX1609" y="csY1609"/>
              </a:cxn>
              <a:cxn ang="0">
                <a:pos x="csX1610" y="csY1610"/>
              </a:cxn>
              <a:cxn ang="0">
                <a:pos x="csX1611" y="csY1611"/>
              </a:cxn>
              <a:cxn ang="0">
                <a:pos x="csX1612" y="csY1612"/>
              </a:cxn>
              <a:cxn ang="0">
                <a:pos x="csX1613" y="csY1613"/>
              </a:cxn>
              <a:cxn ang="0">
                <a:pos x="csX1614" y="csY1614"/>
              </a:cxn>
              <a:cxn ang="0">
                <a:pos x="csX1615" y="csY1615"/>
              </a:cxn>
              <a:cxn ang="0">
                <a:pos x="csX1616" y="csY1616"/>
              </a:cxn>
              <a:cxn ang="0">
                <a:pos x="csX1617" y="csY1617"/>
              </a:cxn>
              <a:cxn ang="0">
                <a:pos x="csX1618" y="csY1618"/>
              </a:cxn>
              <a:cxn ang="0">
                <a:pos x="csX1619" y="csY1619"/>
              </a:cxn>
              <a:cxn ang="0">
                <a:pos x="csX1620" y="csY1620"/>
              </a:cxn>
              <a:cxn ang="0">
                <a:pos x="csX1621" y="csY1621"/>
              </a:cxn>
              <a:cxn ang="0">
                <a:pos x="csX1622" y="csY1622"/>
              </a:cxn>
              <a:cxn ang="0">
                <a:pos x="csX1623" y="csY1623"/>
              </a:cxn>
              <a:cxn ang="0">
                <a:pos x="csX1624" y="csY1624"/>
              </a:cxn>
              <a:cxn ang="0">
                <a:pos x="csX1625" y="csY1625"/>
              </a:cxn>
              <a:cxn ang="0">
                <a:pos x="csX1626" y="csY1626"/>
              </a:cxn>
              <a:cxn ang="0">
                <a:pos x="csX1627" y="csY1627"/>
              </a:cxn>
              <a:cxn ang="0">
                <a:pos x="csX1628" y="csY1628"/>
              </a:cxn>
              <a:cxn ang="0">
                <a:pos x="csX1629" y="csY1629"/>
              </a:cxn>
              <a:cxn ang="0">
                <a:pos x="csX1630" y="csY1630"/>
              </a:cxn>
              <a:cxn ang="0">
                <a:pos x="csX1631" y="csY1631"/>
              </a:cxn>
              <a:cxn ang="0">
                <a:pos x="csX1632" y="csY1632"/>
              </a:cxn>
              <a:cxn ang="0">
                <a:pos x="csX1633" y="csY1633"/>
              </a:cxn>
              <a:cxn ang="0">
                <a:pos x="csX1634" y="csY1634"/>
              </a:cxn>
              <a:cxn ang="0">
                <a:pos x="csX1635" y="csY1635"/>
              </a:cxn>
              <a:cxn ang="0">
                <a:pos x="csX1636" y="csY1636"/>
              </a:cxn>
              <a:cxn ang="0">
                <a:pos x="csX1637" y="csY1637"/>
              </a:cxn>
              <a:cxn ang="0">
                <a:pos x="csX1638" y="csY1638"/>
              </a:cxn>
              <a:cxn ang="0">
                <a:pos x="csX1639" y="csY1639"/>
              </a:cxn>
              <a:cxn ang="0">
                <a:pos x="csX1640" y="csY1640"/>
              </a:cxn>
              <a:cxn ang="0">
                <a:pos x="csX1641" y="csY1641"/>
              </a:cxn>
              <a:cxn ang="0">
                <a:pos x="csX1642" y="csY1642"/>
              </a:cxn>
              <a:cxn ang="0">
                <a:pos x="csX1643" y="csY1643"/>
              </a:cxn>
              <a:cxn ang="0">
                <a:pos x="csX1644" y="csY1644"/>
              </a:cxn>
              <a:cxn ang="0">
                <a:pos x="csX1645" y="csY1645"/>
              </a:cxn>
              <a:cxn ang="0">
                <a:pos x="csX1646" y="csY1646"/>
              </a:cxn>
              <a:cxn ang="0">
                <a:pos x="csX1647" y="csY1647"/>
              </a:cxn>
              <a:cxn ang="0">
                <a:pos x="csX1648" y="csY1648"/>
              </a:cxn>
              <a:cxn ang="0">
                <a:pos x="csX1649" y="csY1649"/>
              </a:cxn>
              <a:cxn ang="0">
                <a:pos x="csX1650" y="csY1650"/>
              </a:cxn>
              <a:cxn ang="0">
                <a:pos x="csX1651" y="csY1651"/>
              </a:cxn>
              <a:cxn ang="0">
                <a:pos x="csX1652" y="csY1652"/>
              </a:cxn>
              <a:cxn ang="0">
                <a:pos x="csX1653" y="csY1653"/>
              </a:cxn>
              <a:cxn ang="0">
                <a:pos x="csX1654" y="csY1654"/>
              </a:cxn>
              <a:cxn ang="0">
                <a:pos x="csX1655" y="csY1655"/>
              </a:cxn>
              <a:cxn ang="0">
                <a:pos x="csX1656" y="csY1656"/>
              </a:cxn>
              <a:cxn ang="0">
                <a:pos x="csX1657" y="csY1657"/>
              </a:cxn>
              <a:cxn ang="0">
                <a:pos x="csX1658" y="csY1658"/>
              </a:cxn>
              <a:cxn ang="0">
                <a:pos x="csX1659" y="csY1659"/>
              </a:cxn>
              <a:cxn ang="0">
                <a:pos x="csX1660" y="csY1660"/>
              </a:cxn>
              <a:cxn ang="0">
                <a:pos x="csX1661" y="csY1661"/>
              </a:cxn>
              <a:cxn ang="0">
                <a:pos x="csX1662" y="csY1662"/>
              </a:cxn>
              <a:cxn ang="0">
                <a:pos x="csX1663" y="csY1663"/>
              </a:cxn>
              <a:cxn ang="0">
                <a:pos x="csX1664" y="csY1664"/>
              </a:cxn>
              <a:cxn ang="0">
                <a:pos x="csX1665" y="csY1665"/>
              </a:cxn>
              <a:cxn ang="0">
                <a:pos x="csX1666" y="csY1666"/>
              </a:cxn>
              <a:cxn ang="0">
                <a:pos x="csX1667" y="csY1667"/>
              </a:cxn>
              <a:cxn ang="0">
                <a:pos x="csX1668" y="csY1668"/>
              </a:cxn>
              <a:cxn ang="0">
                <a:pos x="csX1669" y="csY1669"/>
              </a:cxn>
              <a:cxn ang="0">
                <a:pos x="csX1670" y="csY1670"/>
              </a:cxn>
              <a:cxn ang="0">
                <a:pos x="csX1671" y="csY1671"/>
              </a:cxn>
              <a:cxn ang="0">
                <a:pos x="csX1672" y="csY1672"/>
              </a:cxn>
              <a:cxn ang="0">
                <a:pos x="csX1673" y="csY1673"/>
              </a:cxn>
              <a:cxn ang="0">
                <a:pos x="csX1674" y="csY1674"/>
              </a:cxn>
              <a:cxn ang="0">
                <a:pos x="csX1675" y="csY1675"/>
              </a:cxn>
              <a:cxn ang="0">
                <a:pos x="csX1676" y="csY1676"/>
              </a:cxn>
              <a:cxn ang="0">
                <a:pos x="csX1677" y="csY1677"/>
              </a:cxn>
              <a:cxn ang="0">
                <a:pos x="csX1678" y="csY1678"/>
              </a:cxn>
              <a:cxn ang="0">
                <a:pos x="csX1679" y="csY1679"/>
              </a:cxn>
              <a:cxn ang="0">
                <a:pos x="csX1680" y="csY1680"/>
              </a:cxn>
              <a:cxn ang="0">
                <a:pos x="csX1681" y="csY1681"/>
              </a:cxn>
              <a:cxn ang="0">
                <a:pos x="csX1682" y="csY1682"/>
              </a:cxn>
              <a:cxn ang="0">
                <a:pos x="csX1683" y="csY1683"/>
              </a:cxn>
              <a:cxn ang="0">
                <a:pos x="csX1684" y="csY1684"/>
              </a:cxn>
              <a:cxn ang="0">
                <a:pos x="csX1685" y="csY1685"/>
              </a:cxn>
              <a:cxn ang="0">
                <a:pos x="csX1686" y="csY1686"/>
              </a:cxn>
              <a:cxn ang="0">
                <a:pos x="csX1687" y="csY1687"/>
              </a:cxn>
              <a:cxn ang="0">
                <a:pos x="csX1688" y="csY1688"/>
              </a:cxn>
              <a:cxn ang="0">
                <a:pos x="csX1689" y="csY1689"/>
              </a:cxn>
              <a:cxn ang="0">
                <a:pos x="csX1690" y="csY1690"/>
              </a:cxn>
              <a:cxn ang="0">
                <a:pos x="csX1691" y="csY1691"/>
              </a:cxn>
              <a:cxn ang="0">
                <a:pos x="csX1692" y="csY1692"/>
              </a:cxn>
              <a:cxn ang="0">
                <a:pos x="csX1693" y="csY1693"/>
              </a:cxn>
              <a:cxn ang="0">
                <a:pos x="csX1694" y="csY1694"/>
              </a:cxn>
              <a:cxn ang="0">
                <a:pos x="csX1695" y="csY1695"/>
              </a:cxn>
              <a:cxn ang="0">
                <a:pos x="csX1696" y="csY1696"/>
              </a:cxn>
              <a:cxn ang="0">
                <a:pos x="csX1697" y="csY1697"/>
              </a:cxn>
              <a:cxn ang="0">
                <a:pos x="csX1698" y="csY1698"/>
              </a:cxn>
              <a:cxn ang="0">
                <a:pos x="csX1699" y="csY1699"/>
              </a:cxn>
              <a:cxn ang="0">
                <a:pos x="csX1700" y="csY1700"/>
              </a:cxn>
              <a:cxn ang="0">
                <a:pos x="csX1701" y="csY1701"/>
              </a:cxn>
              <a:cxn ang="0">
                <a:pos x="csX1702" y="csY1702"/>
              </a:cxn>
              <a:cxn ang="0">
                <a:pos x="csX1703" y="csY1703"/>
              </a:cxn>
              <a:cxn ang="0">
                <a:pos x="csX1704" y="csY1704"/>
              </a:cxn>
              <a:cxn ang="0">
                <a:pos x="csX1705" y="csY1705"/>
              </a:cxn>
              <a:cxn ang="0">
                <a:pos x="csX1706" y="csY1706"/>
              </a:cxn>
              <a:cxn ang="0">
                <a:pos x="csX1707" y="csY1707"/>
              </a:cxn>
              <a:cxn ang="0">
                <a:pos x="csX1708" y="csY1708"/>
              </a:cxn>
              <a:cxn ang="0">
                <a:pos x="csX1709" y="csY1709"/>
              </a:cxn>
              <a:cxn ang="0">
                <a:pos x="csX1710" y="csY1710"/>
              </a:cxn>
              <a:cxn ang="0">
                <a:pos x="csX1711" y="csY1711"/>
              </a:cxn>
              <a:cxn ang="0">
                <a:pos x="csX1712" y="csY1712"/>
              </a:cxn>
              <a:cxn ang="0">
                <a:pos x="csX1713" y="csY1713"/>
              </a:cxn>
              <a:cxn ang="0">
                <a:pos x="csX1714" y="csY1714"/>
              </a:cxn>
              <a:cxn ang="0">
                <a:pos x="csX1715" y="csY1715"/>
              </a:cxn>
              <a:cxn ang="0">
                <a:pos x="csX1716" y="csY1716"/>
              </a:cxn>
              <a:cxn ang="0">
                <a:pos x="csX1717" y="csY1717"/>
              </a:cxn>
              <a:cxn ang="0">
                <a:pos x="csX1718" y="csY1718"/>
              </a:cxn>
              <a:cxn ang="0">
                <a:pos x="csX1719" y="csY1719"/>
              </a:cxn>
              <a:cxn ang="0">
                <a:pos x="csX1720" y="csY1720"/>
              </a:cxn>
              <a:cxn ang="0">
                <a:pos x="csX1721" y="csY1721"/>
              </a:cxn>
              <a:cxn ang="0">
                <a:pos x="csX1722" y="csY1722"/>
              </a:cxn>
              <a:cxn ang="0">
                <a:pos x="csX1723" y="csY1723"/>
              </a:cxn>
              <a:cxn ang="0">
                <a:pos x="csX1724" y="csY1724"/>
              </a:cxn>
              <a:cxn ang="0">
                <a:pos x="csX1725" y="csY1725"/>
              </a:cxn>
              <a:cxn ang="0">
                <a:pos x="csX1726" y="csY1726"/>
              </a:cxn>
              <a:cxn ang="0">
                <a:pos x="csX1727" y="csY1727"/>
              </a:cxn>
              <a:cxn ang="0">
                <a:pos x="csX1728" y="csY1728"/>
              </a:cxn>
              <a:cxn ang="0">
                <a:pos x="csX1729" y="csY1729"/>
              </a:cxn>
              <a:cxn ang="0">
                <a:pos x="csX1730" y="csY1730"/>
              </a:cxn>
              <a:cxn ang="0">
                <a:pos x="csX1731" y="csY1731"/>
              </a:cxn>
              <a:cxn ang="0">
                <a:pos x="csX1732" y="csY1732"/>
              </a:cxn>
              <a:cxn ang="0">
                <a:pos x="csX1733" y="csY1733"/>
              </a:cxn>
              <a:cxn ang="0">
                <a:pos x="csX1734" y="csY1734"/>
              </a:cxn>
              <a:cxn ang="0">
                <a:pos x="csX1735" y="csY1735"/>
              </a:cxn>
              <a:cxn ang="0">
                <a:pos x="csX1736" y="csY1736"/>
              </a:cxn>
              <a:cxn ang="0">
                <a:pos x="csX1737" y="csY1737"/>
              </a:cxn>
              <a:cxn ang="0">
                <a:pos x="csX1738" y="csY1738"/>
              </a:cxn>
              <a:cxn ang="0">
                <a:pos x="csX1739" y="csY1739"/>
              </a:cxn>
              <a:cxn ang="0">
                <a:pos x="csX1740" y="csY1740"/>
              </a:cxn>
              <a:cxn ang="0">
                <a:pos x="csX1741" y="csY1741"/>
              </a:cxn>
              <a:cxn ang="0">
                <a:pos x="csX1742" y="csY1742"/>
              </a:cxn>
              <a:cxn ang="0">
                <a:pos x="csX1743" y="csY1743"/>
              </a:cxn>
              <a:cxn ang="0">
                <a:pos x="csX1744" y="csY1744"/>
              </a:cxn>
              <a:cxn ang="0">
                <a:pos x="csX1745" y="csY1745"/>
              </a:cxn>
              <a:cxn ang="0">
                <a:pos x="csX1746" y="csY1746"/>
              </a:cxn>
              <a:cxn ang="0">
                <a:pos x="csX1747" y="csY1747"/>
              </a:cxn>
              <a:cxn ang="0">
                <a:pos x="csX1748" y="csY1748"/>
              </a:cxn>
              <a:cxn ang="0">
                <a:pos x="csX1749" y="csY1749"/>
              </a:cxn>
              <a:cxn ang="0">
                <a:pos x="csX1750" y="csY1750"/>
              </a:cxn>
              <a:cxn ang="0">
                <a:pos x="csX1751" y="csY1751"/>
              </a:cxn>
              <a:cxn ang="0">
                <a:pos x="csX1752" y="csY1752"/>
              </a:cxn>
              <a:cxn ang="0">
                <a:pos x="csX1753" y="csY1753"/>
              </a:cxn>
              <a:cxn ang="0">
                <a:pos x="csX1754" y="csY1754"/>
              </a:cxn>
              <a:cxn ang="0">
                <a:pos x="csX1755" y="csY1755"/>
              </a:cxn>
              <a:cxn ang="0">
                <a:pos x="csX1756" y="csY1756"/>
              </a:cxn>
              <a:cxn ang="0">
                <a:pos x="csX1757" y="csY1757"/>
              </a:cxn>
              <a:cxn ang="0">
                <a:pos x="csX1758" y="csY1758"/>
              </a:cxn>
              <a:cxn ang="0">
                <a:pos x="csX1759" y="csY1759"/>
              </a:cxn>
              <a:cxn ang="0">
                <a:pos x="csX1760" y="csY1760"/>
              </a:cxn>
              <a:cxn ang="0">
                <a:pos x="csX1761" y="csY1761"/>
              </a:cxn>
              <a:cxn ang="0">
                <a:pos x="csX1762" y="csY1762"/>
              </a:cxn>
              <a:cxn ang="0">
                <a:pos x="csX1763" y="csY1763"/>
              </a:cxn>
              <a:cxn ang="0">
                <a:pos x="csX1764" y="csY1764"/>
              </a:cxn>
              <a:cxn ang="0">
                <a:pos x="csX1765" y="csY1765"/>
              </a:cxn>
              <a:cxn ang="0">
                <a:pos x="csX1766" y="csY1766"/>
              </a:cxn>
              <a:cxn ang="0">
                <a:pos x="csX1767" y="csY1767"/>
              </a:cxn>
              <a:cxn ang="0">
                <a:pos x="csX1768" y="csY1768"/>
              </a:cxn>
              <a:cxn ang="0">
                <a:pos x="csX1769" y="csY1769"/>
              </a:cxn>
              <a:cxn ang="0">
                <a:pos x="csX1770" y="csY1770"/>
              </a:cxn>
              <a:cxn ang="0">
                <a:pos x="csX1771" y="csY1771"/>
              </a:cxn>
              <a:cxn ang="0">
                <a:pos x="csX1772" y="csY1772"/>
              </a:cxn>
              <a:cxn ang="0">
                <a:pos x="csX1773" y="csY1773"/>
              </a:cxn>
              <a:cxn ang="0">
                <a:pos x="csX1774" y="csY1774"/>
              </a:cxn>
              <a:cxn ang="0">
                <a:pos x="csX1775" y="csY1775"/>
              </a:cxn>
              <a:cxn ang="0">
                <a:pos x="csX1776" y="csY1776"/>
              </a:cxn>
              <a:cxn ang="0">
                <a:pos x="csX1777" y="csY1777"/>
              </a:cxn>
              <a:cxn ang="0">
                <a:pos x="csX1778" y="csY1778"/>
              </a:cxn>
              <a:cxn ang="0">
                <a:pos x="csX1779" y="csY1779"/>
              </a:cxn>
              <a:cxn ang="0">
                <a:pos x="csX1780" y="csY1780"/>
              </a:cxn>
              <a:cxn ang="0">
                <a:pos x="csX1781" y="csY1781"/>
              </a:cxn>
              <a:cxn ang="0">
                <a:pos x="csX1782" y="csY1782"/>
              </a:cxn>
              <a:cxn ang="0">
                <a:pos x="csX1783" y="csY1783"/>
              </a:cxn>
              <a:cxn ang="0">
                <a:pos x="csX1784" y="csY1784"/>
              </a:cxn>
              <a:cxn ang="0">
                <a:pos x="csX1785" y="csY1785"/>
              </a:cxn>
              <a:cxn ang="0">
                <a:pos x="csX1786" y="csY1786"/>
              </a:cxn>
              <a:cxn ang="0">
                <a:pos x="csX1787" y="csY1787"/>
              </a:cxn>
              <a:cxn ang="0">
                <a:pos x="csX1788" y="csY1788"/>
              </a:cxn>
              <a:cxn ang="0">
                <a:pos x="csX1789" y="csY1789"/>
              </a:cxn>
              <a:cxn ang="0">
                <a:pos x="csX1790" y="csY1790"/>
              </a:cxn>
              <a:cxn ang="0">
                <a:pos x="csX1791" y="csY1791"/>
              </a:cxn>
              <a:cxn ang="0">
                <a:pos x="csX1792" y="csY1792"/>
              </a:cxn>
              <a:cxn ang="0">
                <a:pos x="csX1793" y="csY1793"/>
              </a:cxn>
              <a:cxn ang="0">
                <a:pos x="csX1794" y="csY1794"/>
              </a:cxn>
              <a:cxn ang="0">
                <a:pos x="csX1795" y="csY1795"/>
              </a:cxn>
              <a:cxn ang="0">
                <a:pos x="csX1796" y="csY1796"/>
              </a:cxn>
              <a:cxn ang="0">
                <a:pos x="csX1797" y="csY1797"/>
              </a:cxn>
              <a:cxn ang="0">
                <a:pos x="csX1798" y="csY1798"/>
              </a:cxn>
              <a:cxn ang="0">
                <a:pos x="csX1799" y="csY1799"/>
              </a:cxn>
              <a:cxn ang="0">
                <a:pos x="csX1800" y="csY1800"/>
              </a:cxn>
              <a:cxn ang="0">
                <a:pos x="csX1801" y="csY1801"/>
              </a:cxn>
              <a:cxn ang="0">
                <a:pos x="csX1802" y="csY1802"/>
              </a:cxn>
              <a:cxn ang="0">
                <a:pos x="csX1803" y="csY1803"/>
              </a:cxn>
              <a:cxn ang="0">
                <a:pos x="csX1804" y="csY1804"/>
              </a:cxn>
              <a:cxn ang="0">
                <a:pos x="csX1805" y="csY1805"/>
              </a:cxn>
              <a:cxn ang="0">
                <a:pos x="csX1806" y="csY1806"/>
              </a:cxn>
              <a:cxn ang="0">
                <a:pos x="csX1807" y="csY1807"/>
              </a:cxn>
              <a:cxn ang="0">
                <a:pos x="csX1808" y="csY1808"/>
              </a:cxn>
              <a:cxn ang="0">
                <a:pos x="csX1809" y="csY1809"/>
              </a:cxn>
              <a:cxn ang="0">
                <a:pos x="csX1810" y="csY1810"/>
              </a:cxn>
              <a:cxn ang="0">
                <a:pos x="csX1811" y="csY1811"/>
              </a:cxn>
              <a:cxn ang="0">
                <a:pos x="csX1812" y="csY1812"/>
              </a:cxn>
              <a:cxn ang="0">
                <a:pos x="csX1813" y="csY1813"/>
              </a:cxn>
              <a:cxn ang="0">
                <a:pos x="csX1814" y="csY1814"/>
              </a:cxn>
              <a:cxn ang="0">
                <a:pos x="csX1815" y="csY1815"/>
              </a:cxn>
              <a:cxn ang="0">
                <a:pos x="csX1816" y="csY1816"/>
              </a:cxn>
              <a:cxn ang="0">
                <a:pos x="csX1817" y="csY1817"/>
              </a:cxn>
              <a:cxn ang="0">
                <a:pos x="csX1818" y="csY1818"/>
              </a:cxn>
              <a:cxn ang="0">
                <a:pos x="csX1819" y="csY1819"/>
              </a:cxn>
              <a:cxn ang="0">
                <a:pos x="csX1820" y="csY1820"/>
              </a:cxn>
              <a:cxn ang="0">
                <a:pos x="csX1821" y="csY1821"/>
              </a:cxn>
              <a:cxn ang="0">
                <a:pos x="csX1822" y="csY1822"/>
              </a:cxn>
              <a:cxn ang="0">
                <a:pos x="csX1823" y="csY1823"/>
              </a:cxn>
              <a:cxn ang="0">
                <a:pos x="csX1824" y="csY1824"/>
              </a:cxn>
              <a:cxn ang="0">
                <a:pos x="csX1825" y="csY1825"/>
              </a:cxn>
              <a:cxn ang="0">
                <a:pos x="csX1826" y="csY1826"/>
              </a:cxn>
              <a:cxn ang="0">
                <a:pos x="csX1827" y="csY1827"/>
              </a:cxn>
              <a:cxn ang="0">
                <a:pos x="csX1828" y="csY1828"/>
              </a:cxn>
              <a:cxn ang="0">
                <a:pos x="csX1829" y="csY1829"/>
              </a:cxn>
              <a:cxn ang="0">
                <a:pos x="csX1830" y="csY1830"/>
              </a:cxn>
              <a:cxn ang="0">
                <a:pos x="csX1831" y="csY1831"/>
              </a:cxn>
              <a:cxn ang="0">
                <a:pos x="csX1832" y="csY1832"/>
              </a:cxn>
              <a:cxn ang="0">
                <a:pos x="csX1833" y="csY1833"/>
              </a:cxn>
              <a:cxn ang="0">
                <a:pos x="csX1834" y="csY1834"/>
              </a:cxn>
              <a:cxn ang="0">
                <a:pos x="csX1835" y="csY1835"/>
              </a:cxn>
              <a:cxn ang="0">
                <a:pos x="csX1836" y="csY1836"/>
              </a:cxn>
              <a:cxn ang="0">
                <a:pos x="csX1837" y="csY1837"/>
              </a:cxn>
              <a:cxn ang="0">
                <a:pos x="csX1838" y="csY1838"/>
              </a:cxn>
              <a:cxn ang="0">
                <a:pos x="csX1839" y="csY1839"/>
              </a:cxn>
              <a:cxn ang="0">
                <a:pos x="csX1840" y="csY1840"/>
              </a:cxn>
              <a:cxn ang="0">
                <a:pos x="csX1841" y="csY1841"/>
              </a:cxn>
              <a:cxn ang="0">
                <a:pos x="csX1842" y="csY1842"/>
              </a:cxn>
              <a:cxn ang="0">
                <a:pos x="csX1843" y="csY1843"/>
              </a:cxn>
              <a:cxn ang="0">
                <a:pos x="csX1844" y="csY1844"/>
              </a:cxn>
              <a:cxn ang="0">
                <a:pos x="csX1845" y="csY1845"/>
              </a:cxn>
              <a:cxn ang="0">
                <a:pos x="csX1846" y="csY1846"/>
              </a:cxn>
              <a:cxn ang="0">
                <a:pos x="csX1847" y="csY1847"/>
              </a:cxn>
              <a:cxn ang="0">
                <a:pos x="csX1848" y="csY1848"/>
              </a:cxn>
              <a:cxn ang="0">
                <a:pos x="csX1849" y="csY1849"/>
              </a:cxn>
              <a:cxn ang="0">
                <a:pos x="csX1850" y="csY1850"/>
              </a:cxn>
              <a:cxn ang="0">
                <a:pos x="csX1851" y="csY1851"/>
              </a:cxn>
              <a:cxn ang="0">
                <a:pos x="csX1852" y="csY1852"/>
              </a:cxn>
              <a:cxn ang="0">
                <a:pos x="csX1853" y="csY1853"/>
              </a:cxn>
              <a:cxn ang="0">
                <a:pos x="csX1854" y="csY1854"/>
              </a:cxn>
              <a:cxn ang="0">
                <a:pos x="csX1855" y="csY1855"/>
              </a:cxn>
              <a:cxn ang="0">
                <a:pos x="csX1856" y="csY1856"/>
              </a:cxn>
              <a:cxn ang="0">
                <a:pos x="csX1857" y="csY1857"/>
              </a:cxn>
              <a:cxn ang="0">
                <a:pos x="csX1858" y="csY1858"/>
              </a:cxn>
              <a:cxn ang="0">
                <a:pos x="csX1859" y="csY1859"/>
              </a:cxn>
              <a:cxn ang="0">
                <a:pos x="csX1860" y="csY1860"/>
              </a:cxn>
              <a:cxn ang="0">
                <a:pos x="csX1861" y="csY1861"/>
              </a:cxn>
              <a:cxn ang="0">
                <a:pos x="csX1862" y="csY1862"/>
              </a:cxn>
              <a:cxn ang="0">
                <a:pos x="csX1863" y="csY1863"/>
              </a:cxn>
              <a:cxn ang="0">
                <a:pos x="csX1864" y="csY1864"/>
              </a:cxn>
              <a:cxn ang="0">
                <a:pos x="csX1865" y="csY1865"/>
              </a:cxn>
              <a:cxn ang="0">
                <a:pos x="csX1866" y="csY1866"/>
              </a:cxn>
              <a:cxn ang="0">
                <a:pos x="csX1867" y="csY1867"/>
              </a:cxn>
              <a:cxn ang="0">
                <a:pos x="csX1868" y="csY1868"/>
              </a:cxn>
              <a:cxn ang="0">
                <a:pos x="csX1869" y="csY1869"/>
              </a:cxn>
              <a:cxn ang="0">
                <a:pos x="csX1870" y="csY1870"/>
              </a:cxn>
              <a:cxn ang="0">
                <a:pos x="csX1871" y="csY1871"/>
              </a:cxn>
              <a:cxn ang="0">
                <a:pos x="csX1872" y="csY1872"/>
              </a:cxn>
              <a:cxn ang="0">
                <a:pos x="csX1873" y="csY1873"/>
              </a:cxn>
              <a:cxn ang="0">
                <a:pos x="csX1874" y="csY1874"/>
              </a:cxn>
              <a:cxn ang="0">
                <a:pos x="csX1875" y="csY1875"/>
              </a:cxn>
              <a:cxn ang="0">
                <a:pos x="csX1876" y="csY1876"/>
              </a:cxn>
              <a:cxn ang="0">
                <a:pos x="csX1877" y="csY1877"/>
              </a:cxn>
              <a:cxn ang="0">
                <a:pos x="csX1878" y="csY1878"/>
              </a:cxn>
              <a:cxn ang="0">
                <a:pos x="csX1879" y="csY1879"/>
              </a:cxn>
              <a:cxn ang="0">
                <a:pos x="csX1880" y="csY1880"/>
              </a:cxn>
              <a:cxn ang="0">
                <a:pos x="csX1881" y="csY1881"/>
              </a:cxn>
              <a:cxn ang="0">
                <a:pos x="csX1882" y="csY1882"/>
              </a:cxn>
              <a:cxn ang="0">
                <a:pos x="csX1883" y="csY1883"/>
              </a:cxn>
              <a:cxn ang="0">
                <a:pos x="csX1884" y="csY1884"/>
              </a:cxn>
              <a:cxn ang="0">
                <a:pos x="csX1885" y="csY1885"/>
              </a:cxn>
              <a:cxn ang="0">
                <a:pos x="csX1886" y="csY1886"/>
              </a:cxn>
              <a:cxn ang="0">
                <a:pos x="csX1887" y="csY1887"/>
              </a:cxn>
              <a:cxn ang="0">
                <a:pos x="csX1888" y="csY1888"/>
              </a:cxn>
              <a:cxn ang="0">
                <a:pos x="csX1889" y="csY1889"/>
              </a:cxn>
              <a:cxn ang="0">
                <a:pos x="csX1890" y="csY1890"/>
              </a:cxn>
              <a:cxn ang="0">
                <a:pos x="csX1891" y="csY1891"/>
              </a:cxn>
              <a:cxn ang="0">
                <a:pos x="csX1892" y="csY1892"/>
              </a:cxn>
              <a:cxn ang="0">
                <a:pos x="csX1893" y="csY1893"/>
              </a:cxn>
              <a:cxn ang="0">
                <a:pos x="csX1894" y="csY1894"/>
              </a:cxn>
              <a:cxn ang="0">
                <a:pos x="csX1895" y="csY1895"/>
              </a:cxn>
              <a:cxn ang="0">
                <a:pos x="csX1896" y="csY1896"/>
              </a:cxn>
              <a:cxn ang="0">
                <a:pos x="csX1897" y="csY1897"/>
              </a:cxn>
              <a:cxn ang="0">
                <a:pos x="csX1898" y="csY1898"/>
              </a:cxn>
              <a:cxn ang="0">
                <a:pos x="csX1899" y="csY1899"/>
              </a:cxn>
              <a:cxn ang="0">
                <a:pos x="csX1900" y="csY1900"/>
              </a:cxn>
              <a:cxn ang="0">
                <a:pos x="csX1901" y="csY1901"/>
              </a:cxn>
              <a:cxn ang="0">
                <a:pos x="csX1902" y="csY1902"/>
              </a:cxn>
              <a:cxn ang="0">
                <a:pos x="csX1903" y="csY1903"/>
              </a:cxn>
              <a:cxn ang="0">
                <a:pos x="csX1904" y="csY1904"/>
              </a:cxn>
              <a:cxn ang="0">
                <a:pos x="csX1905" y="csY1905"/>
              </a:cxn>
              <a:cxn ang="0">
                <a:pos x="csX1906" y="csY1906"/>
              </a:cxn>
              <a:cxn ang="0">
                <a:pos x="csX1907" y="csY1907"/>
              </a:cxn>
              <a:cxn ang="0">
                <a:pos x="csX1908" y="csY1908"/>
              </a:cxn>
              <a:cxn ang="0">
                <a:pos x="csX1909" y="csY1909"/>
              </a:cxn>
              <a:cxn ang="0">
                <a:pos x="csX1910" y="csY1910"/>
              </a:cxn>
              <a:cxn ang="0">
                <a:pos x="csX1911" y="csY1911"/>
              </a:cxn>
              <a:cxn ang="0">
                <a:pos x="csX1912" y="csY1912"/>
              </a:cxn>
              <a:cxn ang="0">
                <a:pos x="csX1913" y="csY1913"/>
              </a:cxn>
              <a:cxn ang="0">
                <a:pos x="csX1914" y="csY1914"/>
              </a:cxn>
              <a:cxn ang="0">
                <a:pos x="csX1915" y="csY1915"/>
              </a:cxn>
              <a:cxn ang="0">
                <a:pos x="csX1916" y="csY1916"/>
              </a:cxn>
              <a:cxn ang="0">
                <a:pos x="csX1917" y="csY1917"/>
              </a:cxn>
              <a:cxn ang="0">
                <a:pos x="csX1918" y="csY1918"/>
              </a:cxn>
              <a:cxn ang="0">
                <a:pos x="csX1919" y="csY1919"/>
              </a:cxn>
              <a:cxn ang="0">
                <a:pos x="csX1920" y="csY1920"/>
              </a:cxn>
              <a:cxn ang="0">
                <a:pos x="csX1921" y="csY1921"/>
              </a:cxn>
              <a:cxn ang="0">
                <a:pos x="csX1922" y="csY1922"/>
              </a:cxn>
              <a:cxn ang="0">
                <a:pos x="csX1923" y="csY1923"/>
              </a:cxn>
              <a:cxn ang="0">
                <a:pos x="csX1924" y="csY1924"/>
              </a:cxn>
              <a:cxn ang="0">
                <a:pos x="csX1925" y="csY1925"/>
              </a:cxn>
              <a:cxn ang="0">
                <a:pos x="csX1926" y="csY1926"/>
              </a:cxn>
              <a:cxn ang="0">
                <a:pos x="csX1927" y="csY1927"/>
              </a:cxn>
              <a:cxn ang="0">
                <a:pos x="csX1928" y="csY1928"/>
              </a:cxn>
              <a:cxn ang="0">
                <a:pos x="csX1929" y="csY1929"/>
              </a:cxn>
              <a:cxn ang="0">
                <a:pos x="csX1930" y="csY1930"/>
              </a:cxn>
              <a:cxn ang="0">
                <a:pos x="csX1931" y="csY1931"/>
              </a:cxn>
              <a:cxn ang="0">
                <a:pos x="csX1932" y="csY1932"/>
              </a:cxn>
              <a:cxn ang="0">
                <a:pos x="csX1933" y="csY1933"/>
              </a:cxn>
              <a:cxn ang="0">
                <a:pos x="csX1934" y="csY1934"/>
              </a:cxn>
              <a:cxn ang="0">
                <a:pos x="csX1935" y="csY1935"/>
              </a:cxn>
              <a:cxn ang="0">
                <a:pos x="csX1936" y="csY1936"/>
              </a:cxn>
              <a:cxn ang="0">
                <a:pos x="csX1937" y="csY1937"/>
              </a:cxn>
              <a:cxn ang="0">
                <a:pos x="csX1938" y="csY1938"/>
              </a:cxn>
              <a:cxn ang="0">
                <a:pos x="csX1939" y="csY1939"/>
              </a:cxn>
              <a:cxn ang="0">
                <a:pos x="csX1940" y="csY1940"/>
              </a:cxn>
              <a:cxn ang="0">
                <a:pos x="csX1941" y="csY1941"/>
              </a:cxn>
              <a:cxn ang="0">
                <a:pos x="csX1942" y="csY1942"/>
              </a:cxn>
              <a:cxn ang="0">
                <a:pos x="csX1943" y="csY1943"/>
              </a:cxn>
              <a:cxn ang="0">
                <a:pos x="csX1944" y="csY1944"/>
              </a:cxn>
              <a:cxn ang="0">
                <a:pos x="csX1945" y="csY1945"/>
              </a:cxn>
              <a:cxn ang="0">
                <a:pos x="csX1946" y="csY1946"/>
              </a:cxn>
              <a:cxn ang="0">
                <a:pos x="csX1947" y="csY1947"/>
              </a:cxn>
              <a:cxn ang="0">
                <a:pos x="csX1948" y="csY1948"/>
              </a:cxn>
              <a:cxn ang="0">
                <a:pos x="csX1949" y="csY1949"/>
              </a:cxn>
              <a:cxn ang="0">
                <a:pos x="csX1950" y="csY1950"/>
              </a:cxn>
              <a:cxn ang="0">
                <a:pos x="csX1951" y="csY1951"/>
              </a:cxn>
              <a:cxn ang="0">
                <a:pos x="csX1952" y="csY1952"/>
              </a:cxn>
              <a:cxn ang="0">
                <a:pos x="csX1953" y="csY1953"/>
              </a:cxn>
              <a:cxn ang="0">
                <a:pos x="csX1954" y="csY1954"/>
              </a:cxn>
              <a:cxn ang="0">
                <a:pos x="csX1955" y="csY1955"/>
              </a:cxn>
              <a:cxn ang="0">
                <a:pos x="csX1956" y="csY1956"/>
              </a:cxn>
              <a:cxn ang="0">
                <a:pos x="csX1957" y="csY1957"/>
              </a:cxn>
              <a:cxn ang="0">
                <a:pos x="csX1958" y="csY1958"/>
              </a:cxn>
              <a:cxn ang="0">
                <a:pos x="csX1959" y="csY1959"/>
              </a:cxn>
              <a:cxn ang="0">
                <a:pos x="csX1960" y="csY1960"/>
              </a:cxn>
              <a:cxn ang="0">
                <a:pos x="csX1961" y="csY1961"/>
              </a:cxn>
              <a:cxn ang="0">
                <a:pos x="csX1962" y="csY1962"/>
              </a:cxn>
              <a:cxn ang="0">
                <a:pos x="csX1963" y="csY1963"/>
              </a:cxn>
              <a:cxn ang="0">
                <a:pos x="csX1964" y="csY1964"/>
              </a:cxn>
              <a:cxn ang="0">
                <a:pos x="csX1965" y="csY1965"/>
              </a:cxn>
              <a:cxn ang="0">
                <a:pos x="csX1966" y="csY1966"/>
              </a:cxn>
              <a:cxn ang="0">
                <a:pos x="csX1967" y="csY1967"/>
              </a:cxn>
              <a:cxn ang="0">
                <a:pos x="csX1968" y="csY1968"/>
              </a:cxn>
              <a:cxn ang="0">
                <a:pos x="csX1969" y="csY1969"/>
              </a:cxn>
              <a:cxn ang="0">
                <a:pos x="csX1970" y="csY1970"/>
              </a:cxn>
              <a:cxn ang="0">
                <a:pos x="csX1971" y="csY1971"/>
              </a:cxn>
              <a:cxn ang="0">
                <a:pos x="csX1972" y="csY1972"/>
              </a:cxn>
              <a:cxn ang="0">
                <a:pos x="csX1973" y="csY1973"/>
              </a:cxn>
              <a:cxn ang="0">
                <a:pos x="csX1974" y="csY1974"/>
              </a:cxn>
              <a:cxn ang="0">
                <a:pos x="csX1975" y="csY1975"/>
              </a:cxn>
              <a:cxn ang="0">
                <a:pos x="csX1976" y="csY1976"/>
              </a:cxn>
              <a:cxn ang="0">
                <a:pos x="csX1977" y="csY1977"/>
              </a:cxn>
              <a:cxn ang="0">
                <a:pos x="csX1978" y="csY1978"/>
              </a:cxn>
              <a:cxn ang="0">
                <a:pos x="csX1979" y="csY1979"/>
              </a:cxn>
              <a:cxn ang="0">
                <a:pos x="csX1980" y="csY1980"/>
              </a:cxn>
              <a:cxn ang="0">
                <a:pos x="csX1981" y="csY1981"/>
              </a:cxn>
              <a:cxn ang="0">
                <a:pos x="csX1982" y="csY1982"/>
              </a:cxn>
              <a:cxn ang="0">
                <a:pos x="csX1983" y="csY1983"/>
              </a:cxn>
              <a:cxn ang="0">
                <a:pos x="csX1984" y="csY1984"/>
              </a:cxn>
              <a:cxn ang="0">
                <a:pos x="csX1985" y="csY1985"/>
              </a:cxn>
              <a:cxn ang="0">
                <a:pos x="csX1986" y="csY1986"/>
              </a:cxn>
              <a:cxn ang="0">
                <a:pos x="csX1987" y="csY1987"/>
              </a:cxn>
              <a:cxn ang="0">
                <a:pos x="csX1988" y="csY1988"/>
              </a:cxn>
              <a:cxn ang="0">
                <a:pos x="csX1989" y="csY1989"/>
              </a:cxn>
              <a:cxn ang="0">
                <a:pos x="csX1990" y="csY1990"/>
              </a:cxn>
              <a:cxn ang="0">
                <a:pos x="csX1991" y="csY1991"/>
              </a:cxn>
              <a:cxn ang="0">
                <a:pos x="csX1992" y="csY1992"/>
              </a:cxn>
              <a:cxn ang="0">
                <a:pos x="csX1993" y="csY1993"/>
              </a:cxn>
              <a:cxn ang="0">
                <a:pos x="csX1994" y="csY1994"/>
              </a:cxn>
              <a:cxn ang="0">
                <a:pos x="csX1995" y="csY1995"/>
              </a:cxn>
              <a:cxn ang="0">
                <a:pos x="csX1996" y="csY1996"/>
              </a:cxn>
              <a:cxn ang="0">
                <a:pos x="csX1997" y="csY1997"/>
              </a:cxn>
              <a:cxn ang="0">
                <a:pos x="csX1998" y="csY1998"/>
              </a:cxn>
              <a:cxn ang="0">
                <a:pos x="csX1999" y="csY1999"/>
              </a:cxn>
              <a:cxn ang="0">
                <a:pos x="csX2000" y="csY2000"/>
              </a:cxn>
              <a:cxn ang="0">
                <a:pos x="csX2001" y="csY2001"/>
              </a:cxn>
              <a:cxn ang="0">
                <a:pos x="csX2002" y="csY2002"/>
              </a:cxn>
              <a:cxn ang="0">
                <a:pos x="csX2003" y="csY2003"/>
              </a:cxn>
              <a:cxn ang="0">
                <a:pos x="csX2004" y="csY2004"/>
              </a:cxn>
              <a:cxn ang="0">
                <a:pos x="csX2005" y="csY2005"/>
              </a:cxn>
              <a:cxn ang="0">
                <a:pos x="csX2006" y="csY2006"/>
              </a:cxn>
              <a:cxn ang="0">
                <a:pos x="csX2007" y="csY2007"/>
              </a:cxn>
              <a:cxn ang="0">
                <a:pos x="csX2008" y="csY2008"/>
              </a:cxn>
              <a:cxn ang="0">
                <a:pos x="csX2009" y="csY2009"/>
              </a:cxn>
              <a:cxn ang="0">
                <a:pos x="csX2010" y="csY2010"/>
              </a:cxn>
              <a:cxn ang="0">
                <a:pos x="csX2011" y="csY2011"/>
              </a:cxn>
              <a:cxn ang="0">
                <a:pos x="csX2012" y="csY2012"/>
              </a:cxn>
              <a:cxn ang="0">
                <a:pos x="csX2013" y="csY2013"/>
              </a:cxn>
              <a:cxn ang="0">
                <a:pos x="csX2014" y="csY2014"/>
              </a:cxn>
              <a:cxn ang="0">
                <a:pos x="csX2015" y="csY2015"/>
              </a:cxn>
              <a:cxn ang="0">
                <a:pos x="csX2016" y="csY2016"/>
              </a:cxn>
              <a:cxn ang="0">
                <a:pos x="csX2017" y="csY2017"/>
              </a:cxn>
              <a:cxn ang="0">
                <a:pos x="csX2018" y="csY2018"/>
              </a:cxn>
              <a:cxn ang="0">
                <a:pos x="csX2019" y="csY2019"/>
              </a:cxn>
              <a:cxn ang="0">
                <a:pos x="csX2020" y="csY2020"/>
              </a:cxn>
              <a:cxn ang="0">
                <a:pos x="csX2021" y="csY2021"/>
              </a:cxn>
              <a:cxn ang="0">
                <a:pos x="csX2022" y="csY2022"/>
              </a:cxn>
              <a:cxn ang="0">
                <a:pos x="csX2023" y="csY2023"/>
              </a:cxn>
              <a:cxn ang="0">
                <a:pos x="csX2024" y="csY2024"/>
              </a:cxn>
              <a:cxn ang="0">
                <a:pos x="csX2025" y="csY2025"/>
              </a:cxn>
              <a:cxn ang="0">
                <a:pos x="csX2026" y="csY2026"/>
              </a:cxn>
              <a:cxn ang="0">
                <a:pos x="csX2027" y="csY2027"/>
              </a:cxn>
              <a:cxn ang="0">
                <a:pos x="csX2028" y="csY2028"/>
              </a:cxn>
              <a:cxn ang="0">
                <a:pos x="csX2029" y="csY2029"/>
              </a:cxn>
              <a:cxn ang="0">
                <a:pos x="csX2030" y="csY2030"/>
              </a:cxn>
              <a:cxn ang="0">
                <a:pos x="csX2031" y="csY2031"/>
              </a:cxn>
              <a:cxn ang="0">
                <a:pos x="csX2032" y="csY2032"/>
              </a:cxn>
              <a:cxn ang="0">
                <a:pos x="csX2033" y="csY2033"/>
              </a:cxn>
              <a:cxn ang="0">
                <a:pos x="csX2034" y="csY2034"/>
              </a:cxn>
              <a:cxn ang="0">
                <a:pos x="csX2035" y="csY2035"/>
              </a:cxn>
              <a:cxn ang="0">
                <a:pos x="csX2036" y="csY2036"/>
              </a:cxn>
              <a:cxn ang="0">
                <a:pos x="csX2037" y="csY2037"/>
              </a:cxn>
              <a:cxn ang="0">
                <a:pos x="csX2038" y="csY2038"/>
              </a:cxn>
              <a:cxn ang="0">
                <a:pos x="csX2039" y="csY2039"/>
              </a:cxn>
              <a:cxn ang="0">
                <a:pos x="csX2040" y="csY2040"/>
              </a:cxn>
              <a:cxn ang="0">
                <a:pos x="csX2041" y="csY2041"/>
              </a:cxn>
              <a:cxn ang="0">
                <a:pos x="csX2042" y="csY2042"/>
              </a:cxn>
              <a:cxn ang="0">
                <a:pos x="csX2043" y="csY2043"/>
              </a:cxn>
              <a:cxn ang="0">
                <a:pos x="csX2044" y="csY2044"/>
              </a:cxn>
              <a:cxn ang="0">
                <a:pos x="csX2045" y="csY2045"/>
              </a:cxn>
              <a:cxn ang="0">
                <a:pos x="csX2046" y="csY2046"/>
              </a:cxn>
              <a:cxn ang="0">
                <a:pos x="csX2047" y="csY2047"/>
              </a:cxn>
              <a:cxn ang="0">
                <a:pos x="csX2048" y="csY2048"/>
              </a:cxn>
              <a:cxn ang="0">
                <a:pos x="csX2049" y="csY2049"/>
              </a:cxn>
              <a:cxn ang="0">
                <a:pos x="csX2050" y="csY2050"/>
              </a:cxn>
              <a:cxn ang="0">
                <a:pos x="csX2051" y="csY2051"/>
              </a:cxn>
              <a:cxn ang="0">
                <a:pos x="csX2052" y="csY2052"/>
              </a:cxn>
              <a:cxn ang="0">
                <a:pos x="csX2053" y="csY2053"/>
              </a:cxn>
              <a:cxn ang="0">
                <a:pos x="csX2054" y="csY2054"/>
              </a:cxn>
              <a:cxn ang="0">
                <a:pos x="csX2055" y="csY2055"/>
              </a:cxn>
              <a:cxn ang="0">
                <a:pos x="csX2056" y="csY2056"/>
              </a:cxn>
              <a:cxn ang="0">
                <a:pos x="csX2057" y="csY2057"/>
              </a:cxn>
              <a:cxn ang="0">
                <a:pos x="csX2058" y="csY2058"/>
              </a:cxn>
              <a:cxn ang="0">
                <a:pos x="csX2059" y="csY2059"/>
              </a:cxn>
              <a:cxn ang="0">
                <a:pos x="csX2060" y="csY2060"/>
              </a:cxn>
              <a:cxn ang="0">
                <a:pos x="csX2061" y="csY2061"/>
              </a:cxn>
              <a:cxn ang="0">
                <a:pos x="csX2062" y="csY2062"/>
              </a:cxn>
              <a:cxn ang="0">
                <a:pos x="csX2063" y="csY2063"/>
              </a:cxn>
              <a:cxn ang="0">
                <a:pos x="csX2064" y="csY2064"/>
              </a:cxn>
              <a:cxn ang="0">
                <a:pos x="csX2065" y="csY2065"/>
              </a:cxn>
              <a:cxn ang="0">
                <a:pos x="csX2066" y="csY2066"/>
              </a:cxn>
              <a:cxn ang="0">
                <a:pos x="csX2067" y="csY2067"/>
              </a:cxn>
              <a:cxn ang="0">
                <a:pos x="csX2068" y="csY2068"/>
              </a:cxn>
              <a:cxn ang="0">
                <a:pos x="csX2069" y="csY2069"/>
              </a:cxn>
              <a:cxn ang="0">
                <a:pos x="csX2070" y="csY2070"/>
              </a:cxn>
              <a:cxn ang="0">
                <a:pos x="csX2071" y="csY2071"/>
              </a:cxn>
              <a:cxn ang="0">
                <a:pos x="csX2072" y="csY2072"/>
              </a:cxn>
              <a:cxn ang="0">
                <a:pos x="csX2073" y="csY2073"/>
              </a:cxn>
              <a:cxn ang="0">
                <a:pos x="csX2074" y="csY2074"/>
              </a:cxn>
              <a:cxn ang="0">
                <a:pos x="csX2075" y="csY2075"/>
              </a:cxn>
              <a:cxn ang="0">
                <a:pos x="csX2076" y="csY2076"/>
              </a:cxn>
              <a:cxn ang="0">
                <a:pos x="csX2077" y="csY2077"/>
              </a:cxn>
              <a:cxn ang="0">
                <a:pos x="csX2078" y="csY2078"/>
              </a:cxn>
              <a:cxn ang="0">
                <a:pos x="csX2079" y="csY2079"/>
              </a:cxn>
              <a:cxn ang="0">
                <a:pos x="csX2080" y="csY2080"/>
              </a:cxn>
              <a:cxn ang="0">
                <a:pos x="csX2081" y="csY2081"/>
              </a:cxn>
              <a:cxn ang="0">
                <a:pos x="csX2082" y="csY2082"/>
              </a:cxn>
              <a:cxn ang="0">
                <a:pos x="csX2083" y="csY2083"/>
              </a:cxn>
              <a:cxn ang="0">
                <a:pos x="csX2084" y="csY2084"/>
              </a:cxn>
              <a:cxn ang="0">
                <a:pos x="csX2085" y="csY2085"/>
              </a:cxn>
              <a:cxn ang="0">
                <a:pos x="csX2086" y="csY2086"/>
              </a:cxn>
              <a:cxn ang="0">
                <a:pos x="csX2087" y="csY2087"/>
              </a:cxn>
              <a:cxn ang="0">
                <a:pos x="csX2088" y="csY2088"/>
              </a:cxn>
              <a:cxn ang="0">
                <a:pos x="csX2089" y="csY2089"/>
              </a:cxn>
              <a:cxn ang="0">
                <a:pos x="csX2090" y="csY2090"/>
              </a:cxn>
              <a:cxn ang="0">
                <a:pos x="csX2091" y="csY2091"/>
              </a:cxn>
              <a:cxn ang="0">
                <a:pos x="csX2092" y="csY2092"/>
              </a:cxn>
              <a:cxn ang="0">
                <a:pos x="csX2093" y="csY2093"/>
              </a:cxn>
              <a:cxn ang="0">
                <a:pos x="csX2094" y="csY2094"/>
              </a:cxn>
              <a:cxn ang="0">
                <a:pos x="csX2095" y="csY2095"/>
              </a:cxn>
              <a:cxn ang="0">
                <a:pos x="csX2096" y="csY2096"/>
              </a:cxn>
              <a:cxn ang="0">
                <a:pos x="csX2097" y="csY2097"/>
              </a:cxn>
              <a:cxn ang="0">
                <a:pos x="csX2098" y="csY2098"/>
              </a:cxn>
              <a:cxn ang="0">
                <a:pos x="csX2099" y="csY2099"/>
              </a:cxn>
              <a:cxn ang="0">
                <a:pos x="csX2100" y="csY2100"/>
              </a:cxn>
              <a:cxn ang="0">
                <a:pos x="csX2101" y="csY2101"/>
              </a:cxn>
              <a:cxn ang="0">
                <a:pos x="csX2102" y="csY2102"/>
              </a:cxn>
              <a:cxn ang="0">
                <a:pos x="csX2103" y="csY2103"/>
              </a:cxn>
              <a:cxn ang="0">
                <a:pos x="csX2104" y="csY2104"/>
              </a:cxn>
              <a:cxn ang="0">
                <a:pos x="csX2105" y="csY2105"/>
              </a:cxn>
              <a:cxn ang="0">
                <a:pos x="csX2106" y="csY2106"/>
              </a:cxn>
              <a:cxn ang="0">
                <a:pos x="csX2107" y="csY2107"/>
              </a:cxn>
              <a:cxn ang="0">
                <a:pos x="csX2108" y="csY2108"/>
              </a:cxn>
              <a:cxn ang="0">
                <a:pos x="csX2109" y="csY2109"/>
              </a:cxn>
              <a:cxn ang="0">
                <a:pos x="csX2110" y="csY2110"/>
              </a:cxn>
              <a:cxn ang="0">
                <a:pos x="csX2111" y="csY2111"/>
              </a:cxn>
              <a:cxn ang="0">
                <a:pos x="csX2112" y="csY2112"/>
              </a:cxn>
              <a:cxn ang="0">
                <a:pos x="csX2113" y="csY2113"/>
              </a:cxn>
              <a:cxn ang="0">
                <a:pos x="csX2114" y="csY2114"/>
              </a:cxn>
              <a:cxn ang="0">
                <a:pos x="csX2115" y="csY2115"/>
              </a:cxn>
              <a:cxn ang="0">
                <a:pos x="csX2116" y="csY2116"/>
              </a:cxn>
              <a:cxn ang="0">
                <a:pos x="csX2117" y="csY2117"/>
              </a:cxn>
              <a:cxn ang="0">
                <a:pos x="csX2118" y="csY2118"/>
              </a:cxn>
              <a:cxn ang="0">
                <a:pos x="csX2119" y="csY2119"/>
              </a:cxn>
              <a:cxn ang="0">
                <a:pos x="csX2120" y="csY2120"/>
              </a:cxn>
              <a:cxn ang="0">
                <a:pos x="csX2121" y="csY2121"/>
              </a:cxn>
              <a:cxn ang="0">
                <a:pos x="csX2122" y="csY2122"/>
              </a:cxn>
              <a:cxn ang="0">
                <a:pos x="csX2123" y="csY2123"/>
              </a:cxn>
              <a:cxn ang="0">
                <a:pos x="csX2124" y="csY2124"/>
              </a:cxn>
              <a:cxn ang="0">
                <a:pos x="csX2125" y="csY2125"/>
              </a:cxn>
              <a:cxn ang="0">
                <a:pos x="csX2126" y="csY2126"/>
              </a:cxn>
              <a:cxn ang="0">
                <a:pos x="csX2127" y="csY2127"/>
              </a:cxn>
              <a:cxn ang="0">
                <a:pos x="csX2128" y="csY2128"/>
              </a:cxn>
              <a:cxn ang="0">
                <a:pos x="csX2129" y="csY2129"/>
              </a:cxn>
              <a:cxn ang="0">
                <a:pos x="csX2130" y="csY2130"/>
              </a:cxn>
              <a:cxn ang="0">
                <a:pos x="csX2131" y="csY2131"/>
              </a:cxn>
              <a:cxn ang="0">
                <a:pos x="csX2132" y="csY2132"/>
              </a:cxn>
              <a:cxn ang="0">
                <a:pos x="csX2133" y="csY2133"/>
              </a:cxn>
              <a:cxn ang="0">
                <a:pos x="csX2134" y="csY2134"/>
              </a:cxn>
              <a:cxn ang="0">
                <a:pos x="csX2135" y="csY2135"/>
              </a:cxn>
              <a:cxn ang="0">
                <a:pos x="csX2136" y="csY2136"/>
              </a:cxn>
              <a:cxn ang="0">
                <a:pos x="csX2137" y="csY2137"/>
              </a:cxn>
              <a:cxn ang="0">
                <a:pos x="csX2138" y="csY2138"/>
              </a:cxn>
              <a:cxn ang="0">
                <a:pos x="csX2139" y="csY2139"/>
              </a:cxn>
              <a:cxn ang="0">
                <a:pos x="csX2140" y="csY2140"/>
              </a:cxn>
              <a:cxn ang="0">
                <a:pos x="csX2141" y="csY2141"/>
              </a:cxn>
              <a:cxn ang="0">
                <a:pos x="csX2142" y="csY2142"/>
              </a:cxn>
              <a:cxn ang="0">
                <a:pos x="csX2143" y="csY2143"/>
              </a:cxn>
              <a:cxn ang="0">
                <a:pos x="csX2144" y="csY2144"/>
              </a:cxn>
              <a:cxn ang="0">
                <a:pos x="csX2145" y="csY2145"/>
              </a:cxn>
              <a:cxn ang="0">
                <a:pos x="csX2146" y="csY2146"/>
              </a:cxn>
              <a:cxn ang="0">
                <a:pos x="csX2147" y="csY2147"/>
              </a:cxn>
              <a:cxn ang="0">
                <a:pos x="csX2148" y="csY2148"/>
              </a:cxn>
              <a:cxn ang="0">
                <a:pos x="csX2149" y="csY2149"/>
              </a:cxn>
              <a:cxn ang="0">
                <a:pos x="csX2150" y="csY2150"/>
              </a:cxn>
              <a:cxn ang="0">
                <a:pos x="csX2151" y="csY2151"/>
              </a:cxn>
              <a:cxn ang="0">
                <a:pos x="csX2152" y="csY2152"/>
              </a:cxn>
              <a:cxn ang="0">
                <a:pos x="csX2153" y="csY2153"/>
              </a:cxn>
              <a:cxn ang="0">
                <a:pos x="csX2154" y="csY2154"/>
              </a:cxn>
              <a:cxn ang="0">
                <a:pos x="csX2155" y="csY2155"/>
              </a:cxn>
              <a:cxn ang="0">
                <a:pos x="csX2156" y="csY2156"/>
              </a:cxn>
              <a:cxn ang="0">
                <a:pos x="csX2157" y="csY2157"/>
              </a:cxn>
              <a:cxn ang="0">
                <a:pos x="csX2158" y="csY2158"/>
              </a:cxn>
              <a:cxn ang="0">
                <a:pos x="csX2159" y="csY2159"/>
              </a:cxn>
              <a:cxn ang="0">
                <a:pos x="csX2160" y="csY2160"/>
              </a:cxn>
              <a:cxn ang="0">
                <a:pos x="csX2161" y="csY2161"/>
              </a:cxn>
              <a:cxn ang="0">
                <a:pos x="csX2162" y="csY2162"/>
              </a:cxn>
              <a:cxn ang="0">
                <a:pos x="csX2163" y="csY2163"/>
              </a:cxn>
              <a:cxn ang="0">
                <a:pos x="csX2164" y="csY2164"/>
              </a:cxn>
              <a:cxn ang="0">
                <a:pos x="csX2165" y="csY2165"/>
              </a:cxn>
              <a:cxn ang="0">
                <a:pos x="csX2166" y="csY2166"/>
              </a:cxn>
              <a:cxn ang="0">
                <a:pos x="csX2167" y="csY2167"/>
              </a:cxn>
              <a:cxn ang="0">
                <a:pos x="csX2168" y="csY2168"/>
              </a:cxn>
              <a:cxn ang="0">
                <a:pos x="csX2169" y="csY2169"/>
              </a:cxn>
              <a:cxn ang="0">
                <a:pos x="csX2170" y="csY2170"/>
              </a:cxn>
              <a:cxn ang="0">
                <a:pos x="csX2171" y="csY2171"/>
              </a:cxn>
              <a:cxn ang="0">
                <a:pos x="csX2172" y="csY2172"/>
              </a:cxn>
              <a:cxn ang="0">
                <a:pos x="csX2173" y="csY2173"/>
              </a:cxn>
              <a:cxn ang="0">
                <a:pos x="csX2174" y="csY2174"/>
              </a:cxn>
              <a:cxn ang="0">
                <a:pos x="csX2175" y="csY2175"/>
              </a:cxn>
              <a:cxn ang="0">
                <a:pos x="csX2176" y="csY2176"/>
              </a:cxn>
              <a:cxn ang="0">
                <a:pos x="csX2177" y="csY2177"/>
              </a:cxn>
              <a:cxn ang="0">
                <a:pos x="csX2178" y="csY2178"/>
              </a:cxn>
              <a:cxn ang="0">
                <a:pos x="csX2179" y="csY2179"/>
              </a:cxn>
              <a:cxn ang="0">
                <a:pos x="csX2180" y="csY2180"/>
              </a:cxn>
              <a:cxn ang="0">
                <a:pos x="csX2181" y="csY2181"/>
              </a:cxn>
              <a:cxn ang="0">
                <a:pos x="csX2182" y="csY2182"/>
              </a:cxn>
              <a:cxn ang="0">
                <a:pos x="csX2183" y="csY2183"/>
              </a:cxn>
              <a:cxn ang="0">
                <a:pos x="csX2184" y="csY2184"/>
              </a:cxn>
              <a:cxn ang="0">
                <a:pos x="csX2185" y="csY2185"/>
              </a:cxn>
              <a:cxn ang="0">
                <a:pos x="csX2186" y="csY2186"/>
              </a:cxn>
              <a:cxn ang="0">
                <a:pos x="csX2187" y="csY2187"/>
              </a:cxn>
              <a:cxn ang="0">
                <a:pos x="csX2188" y="csY2188"/>
              </a:cxn>
              <a:cxn ang="0">
                <a:pos x="csX2189" y="csY2189"/>
              </a:cxn>
              <a:cxn ang="0">
                <a:pos x="csX2190" y="csY2190"/>
              </a:cxn>
              <a:cxn ang="0">
                <a:pos x="csX2191" y="csY2191"/>
              </a:cxn>
              <a:cxn ang="0">
                <a:pos x="csX2192" y="csY2192"/>
              </a:cxn>
              <a:cxn ang="0">
                <a:pos x="csX2193" y="csY2193"/>
              </a:cxn>
              <a:cxn ang="0">
                <a:pos x="csX2194" y="csY2194"/>
              </a:cxn>
              <a:cxn ang="0">
                <a:pos x="csX2195" y="csY2195"/>
              </a:cxn>
              <a:cxn ang="0">
                <a:pos x="csX2196" y="csY2196"/>
              </a:cxn>
              <a:cxn ang="0">
                <a:pos x="csX2197" y="csY2197"/>
              </a:cxn>
              <a:cxn ang="0">
                <a:pos x="csX2198" y="csY2198"/>
              </a:cxn>
              <a:cxn ang="0">
                <a:pos x="csX2199" y="csY2199"/>
              </a:cxn>
              <a:cxn ang="0">
                <a:pos x="csX2200" y="csY2200"/>
              </a:cxn>
              <a:cxn ang="0">
                <a:pos x="csX2201" y="csY2201"/>
              </a:cxn>
              <a:cxn ang="0">
                <a:pos x="csX2202" y="csY2202"/>
              </a:cxn>
              <a:cxn ang="0">
                <a:pos x="csX2203" y="csY2203"/>
              </a:cxn>
              <a:cxn ang="0">
                <a:pos x="csX2204" y="csY2204"/>
              </a:cxn>
              <a:cxn ang="0">
                <a:pos x="csX2205" y="csY2205"/>
              </a:cxn>
              <a:cxn ang="0">
                <a:pos x="csX2206" y="csY2206"/>
              </a:cxn>
              <a:cxn ang="0">
                <a:pos x="csX2207" y="csY2207"/>
              </a:cxn>
              <a:cxn ang="0">
                <a:pos x="csX2208" y="csY2208"/>
              </a:cxn>
              <a:cxn ang="0">
                <a:pos x="csX2209" y="csY2209"/>
              </a:cxn>
              <a:cxn ang="0">
                <a:pos x="csX2210" y="csY2210"/>
              </a:cxn>
              <a:cxn ang="0">
                <a:pos x="csX2211" y="csY2211"/>
              </a:cxn>
              <a:cxn ang="0">
                <a:pos x="csX2212" y="csY2212"/>
              </a:cxn>
              <a:cxn ang="0">
                <a:pos x="csX2213" y="csY2213"/>
              </a:cxn>
              <a:cxn ang="0">
                <a:pos x="csX2214" y="csY2214"/>
              </a:cxn>
              <a:cxn ang="0">
                <a:pos x="csX2215" y="csY2215"/>
              </a:cxn>
              <a:cxn ang="0">
                <a:pos x="csX2216" y="csY2216"/>
              </a:cxn>
              <a:cxn ang="0">
                <a:pos x="csX2217" y="csY2217"/>
              </a:cxn>
              <a:cxn ang="0">
                <a:pos x="csX2218" y="csY2218"/>
              </a:cxn>
              <a:cxn ang="0">
                <a:pos x="csX2219" y="csY2219"/>
              </a:cxn>
              <a:cxn ang="0">
                <a:pos x="csX2220" y="csY2220"/>
              </a:cxn>
              <a:cxn ang="0">
                <a:pos x="csX2221" y="csY2221"/>
              </a:cxn>
              <a:cxn ang="0">
                <a:pos x="csX2222" y="csY2222"/>
              </a:cxn>
              <a:cxn ang="0">
                <a:pos x="csX2223" y="csY2223"/>
              </a:cxn>
              <a:cxn ang="0">
                <a:pos x="csX2224" y="csY2224"/>
              </a:cxn>
              <a:cxn ang="0">
                <a:pos x="csX2225" y="csY2225"/>
              </a:cxn>
              <a:cxn ang="0">
                <a:pos x="csX2226" y="csY2226"/>
              </a:cxn>
              <a:cxn ang="0">
                <a:pos x="csX2227" y="csY2227"/>
              </a:cxn>
              <a:cxn ang="0">
                <a:pos x="csX2228" y="csY2228"/>
              </a:cxn>
              <a:cxn ang="0">
                <a:pos x="csX2229" y="csY2229"/>
              </a:cxn>
              <a:cxn ang="0">
                <a:pos x="csX2230" y="csY2230"/>
              </a:cxn>
              <a:cxn ang="0">
                <a:pos x="csX2231" y="csY2231"/>
              </a:cxn>
              <a:cxn ang="0">
                <a:pos x="csX2232" y="csY2232"/>
              </a:cxn>
              <a:cxn ang="0">
                <a:pos x="csX2233" y="csY2233"/>
              </a:cxn>
              <a:cxn ang="0">
                <a:pos x="csX2234" y="csY2234"/>
              </a:cxn>
              <a:cxn ang="0">
                <a:pos x="csX2235" y="csY2235"/>
              </a:cxn>
              <a:cxn ang="0">
                <a:pos x="csX2236" y="csY2236"/>
              </a:cxn>
              <a:cxn ang="0">
                <a:pos x="csX2237" y="csY2237"/>
              </a:cxn>
              <a:cxn ang="0">
                <a:pos x="csX2238" y="csY2238"/>
              </a:cxn>
              <a:cxn ang="0">
                <a:pos x="csX2239" y="csY2239"/>
              </a:cxn>
              <a:cxn ang="0">
                <a:pos x="csX2240" y="csY2240"/>
              </a:cxn>
              <a:cxn ang="0">
                <a:pos x="csX2241" y="csY2241"/>
              </a:cxn>
              <a:cxn ang="0">
                <a:pos x="csX2242" y="csY2242"/>
              </a:cxn>
              <a:cxn ang="0">
                <a:pos x="csX2243" y="csY2243"/>
              </a:cxn>
              <a:cxn ang="0">
                <a:pos x="csX2244" y="csY2244"/>
              </a:cxn>
              <a:cxn ang="0">
                <a:pos x="csX2245" y="csY2245"/>
              </a:cxn>
              <a:cxn ang="0">
                <a:pos x="csX2246" y="csY2246"/>
              </a:cxn>
              <a:cxn ang="0">
                <a:pos x="csX2247" y="csY2247"/>
              </a:cxn>
              <a:cxn ang="0">
                <a:pos x="csX2248" y="csY2248"/>
              </a:cxn>
              <a:cxn ang="0">
                <a:pos x="csX2249" y="csY2249"/>
              </a:cxn>
              <a:cxn ang="0">
                <a:pos x="csX2250" y="csY2250"/>
              </a:cxn>
              <a:cxn ang="0">
                <a:pos x="csX2251" y="csY2251"/>
              </a:cxn>
              <a:cxn ang="0">
                <a:pos x="csX2252" y="csY2252"/>
              </a:cxn>
              <a:cxn ang="0">
                <a:pos x="csX2253" y="csY2253"/>
              </a:cxn>
              <a:cxn ang="0">
                <a:pos x="csX2254" y="csY2254"/>
              </a:cxn>
              <a:cxn ang="0">
                <a:pos x="csX2255" y="csY2255"/>
              </a:cxn>
              <a:cxn ang="0">
                <a:pos x="csX2256" y="csY2256"/>
              </a:cxn>
              <a:cxn ang="0">
                <a:pos x="csX2257" y="csY2257"/>
              </a:cxn>
              <a:cxn ang="0">
                <a:pos x="csX2258" y="csY2258"/>
              </a:cxn>
              <a:cxn ang="0">
                <a:pos x="csX2259" y="csY2259"/>
              </a:cxn>
              <a:cxn ang="0">
                <a:pos x="csX2260" y="csY2260"/>
              </a:cxn>
              <a:cxn ang="0">
                <a:pos x="csX2261" y="csY2261"/>
              </a:cxn>
              <a:cxn ang="0">
                <a:pos x="csX2262" y="csY2262"/>
              </a:cxn>
              <a:cxn ang="0">
                <a:pos x="csX2263" y="csY2263"/>
              </a:cxn>
              <a:cxn ang="0">
                <a:pos x="csX2264" y="csY2264"/>
              </a:cxn>
              <a:cxn ang="0">
                <a:pos x="csX2265" y="csY2265"/>
              </a:cxn>
              <a:cxn ang="0">
                <a:pos x="csX2266" y="csY2266"/>
              </a:cxn>
              <a:cxn ang="0">
                <a:pos x="csX2267" y="csY2267"/>
              </a:cxn>
              <a:cxn ang="0">
                <a:pos x="csX2268" y="csY2268"/>
              </a:cxn>
              <a:cxn ang="0">
                <a:pos x="csX2269" y="csY2269"/>
              </a:cxn>
              <a:cxn ang="0">
                <a:pos x="csX2270" y="csY2270"/>
              </a:cxn>
              <a:cxn ang="0">
                <a:pos x="csX2271" y="csY2271"/>
              </a:cxn>
              <a:cxn ang="0">
                <a:pos x="csX2272" y="csY2272"/>
              </a:cxn>
              <a:cxn ang="0">
                <a:pos x="csX2273" y="csY2273"/>
              </a:cxn>
              <a:cxn ang="0">
                <a:pos x="csX2274" y="csY2274"/>
              </a:cxn>
              <a:cxn ang="0">
                <a:pos x="csX2275" y="csY2275"/>
              </a:cxn>
              <a:cxn ang="0">
                <a:pos x="csX2276" y="csY2276"/>
              </a:cxn>
              <a:cxn ang="0">
                <a:pos x="csX2277" y="csY2277"/>
              </a:cxn>
              <a:cxn ang="0">
                <a:pos x="csX2278" y="csY2278"/>
              </a:cxn>
              <a:cxn ang="0">
                <a:pos x="csX2279" y="csY2279"/>
              </a:cxn>
              <a:cxn ang="0">
                <a:pos x="csX2280" y="csY2280"/>
              </a:cxn>
              <a:cxn ang="0">
                <a:pos x="csX2281" y="csY2281"/>
              </a:cxn>
              <a:cxn ang="0">
                <a:pos x="csX2282" y="csY2282"/>
              </a:cxn>
              <a:cxn ang="0">
                <a:pos x="csX2283" y="csY2283"/>
              </a:cxn>
              <a:cxn ang="0">
                <a:pos x="csX2284" y="csY2284"/>
              </a:cxn>
              <a:cxn ang="0">
                <a:pos x="csX2285" y="csY2285"/>
              </a:cxn>
              <a:cxn ang="0">
                <a:pos x="csX2286" y="csY2286"/>
              </a:cxn>
              <a:cxn ang="0">
                <a:pos x="csX2287" y="csY2287"/>
              </a:cxn>
              <a:cxn ang="0">
                <a:pos x="csX2288" y="csY2288"/>
              </a:cxn>
              <a:cxn ang="0">
                <a:pos x="csX2289" y="csY2289"/>
              </a:cxn>
              <a:cxn ang="0">
                <a:pos x="csX2290" y="csY2290"/>
              </a:cxn>
              <a:cxn ang="0">
                <a:pos x="csX2291" y="csY2291"/>
              </a:cxn>
              <a:cxn ang="0">
                <a:pos x="csX2292" y="csY2292"/>
              </a:cxn>
              <a:cxn ang="0">
                <a:pos x="csX2293" y="csY2293"/>
              </a:cxn>
              <a:cxn ang="0">
                <a:pos x="csX2294" y="csY2294"/>
              </a:cxn>
              <a:cxn ang="0">
                <a:pos x="csX2295" y="csY2295"/>
              </a:cxn>
              <a:cxn ang="0">
                <a:pos x="csX2296" y="csY2296"/>
              </a:cxn>
              <a:cxn ang="0">
                <a:pos x="csX2297" y="csY2297"/>
              </a:cxn>
              <a:cxn ang="0">
                <a:pos x="csX2298" y="csY2298"/>
              </a:cxn>
              <a:cxn ang="0">
                <a:pos x="csX2299" y="csY2299"/>
              </a:cxn>
              <a:cxn ang="0">
                <a:pos x="csX2300" y="csY2300"/>
              </a:cxn>
              <a:cxn ang="0">
                <a:pos x="csX2301" y="csY2301"/>
              </a:cxn>
              <a:cxn ang="0">
                <a:pos x="csX2302" y="csY2302"/>
              </a:cxn>
              <a:cxn ang="0">
                <a:pos x="csX2303" y="csY2303"/>
              </a:cxn>
              <a:cxn ang="0">
                <a:pos x="csX2304" y="csY2304"/>
              </a:cxn>
              <a:cxn ang="0">
                <a:pos x="csX2305" y="csY2305"/>
              </a:cxn>
              <a:cxn ang="0">
                <a:pos x="csX2306" y="csY2306"/>
              </a:cxn>
              <a:cxn ang="0">
                <a:pos x="csX2307" y="csY2307"/>
              </a:cxn>
              <a:cxn ang="0">
                <a:pos x="csX2308" y="csY2308"/>
              </a:cxn>
              <a:cxn ang="0">
                <a:pos x="csX2309" y="csY2309"/>
              </a:cxn>
              <a:cxn ang="0">
                <a:pos x="csX2310" y="csY2310"/>
              </a:cxn>
              <a:cxn ang="0">
                <a:pos x="csX2311" y="csY2311"/>
              </a:cxn>
              <a:cxn ang="0">
                <a:pos x="csX2312" y="csY2312"/>
              </a:cxn>
              <a:cxn ang="0">
                <a:pos x="csX2313" y="csY2313"/>
              </a:cxn>
              <a:cxn ang="0">
                <a:pos x="csX2314" y="csY2314"/>
              </a:cxn>
              <a:cxn ang="0">
                <a:pos x="csX2315" y="csY2315"/>
              </a:cxn>
              <a:cxn ang="0">
                <a:pos x="csX2316" y="csY2316"/>
              </a:cxn>
              <a:cxn ang="0">
                <a:pos x="csX2317" y="csY2317"/>
              </a:cxn>
              <a:cxn ang="0">
                <a:pos x="csX2318" y="csY2318"/>
              </a:cxn>
              <a:cxn ang="0">
                <a:pos x="csX2319" y="csY2319"/>
              </a:cxn>
              <a:cxn ang="0">
                <a:pos x="csX2320" y="csY2320"/>
              </a:cxn>
              <a:cxn ang="0">
                <a:pos x="csX2321" y="csY2321"/>
              </a:cxn>
              <a:cxn ang="0">
                <a:pos x="csX2322" y="csY2322"/>
              </a:cxn>
              <a:cxn ang="0">
                <a:pos x="csX2323" y="csY2323"/>
              </a:cxn>
              <a:cxn ang="0">
                <a:pos x="csX2324" y="csY2324"/>
              </a:cxn>
              <a:cxn ang="0">
                <a:pos x="csX2325" y="csY2325"/>
              </a:cxn>
              <a:cxn ang="0">
                <a:pos x="csX2326" y="csY2326"/>
              </a:cxn>
              <a:cxn ang="0">
                <a:pos x="csX2327" y="csY2327"/>
              </a:cxn>
              <a:cxn ang="0">
                <a:pos x="csX2328" y="csY2328"/>
              </a:cxn>
              <a:cxn ang="0">
                <a:pos x="csX2329" y="csY2329"/>
              </a:cxn>
              <a:cxn ang="0">
                <a:pos x="csX2330" y="csY2330"/>
              </a:cxn>
              <a:cxn ang="0">
                <a:pos x="csX2331" y="csY2331"/>
              </a:cxn>
              <a:cxn ang="0">
                <a:pos x="csX2332" y="csY2332"/>
              </a:cxn>
              <a:cxn ang="0">
                <a:pos x="csX2333" y="csY2333"/>
              </a:cxn>
              <a:cxn ang="0">
                <a:pos x="csX2334" y="csY2334"/>
              </a:cxn>
              <a:cxn ang="0">
                <a:pos x="csX2335" y="csY2335"/>
              </a:cxn>
              <a:cxn ang="0">
                <a:pos x="csX2336" y="csY2336"/>
              </a:cxn>
              <a:cxn ang="0">
                <a:pos x="csX2337" y="csY2337"/>
              </a:cxn>
              <a:cxn ang="0">
                <a:pos x="csX2338" y="csY2338"/>
              </a:cxn>
              <a:cxn ang="0">
                <a:pos x="csX2339" y="csY2339"/>
              </a:cxn>
              <a:cxn ang="0">
                <a:pos x="csX2340" y="csY2340"/>
              </a:cxn>
              <a:cxn ang="0">
                <a:pos x="csX2341" y="csY2341"/>
              </a:cxn>
              <a:cxn ang="0">
                <a:pos x="csX2342" y="csY2342"/>
              </a:cxn>
              <a:cxn ang="0">
                <a:pos x="csX2343" y="csY2343"/>
              </a:cxn>
              <a:cxn ang="0">
                <a:pos x="csX2344" y="csY2344"/>
              </a:cxn>
              <a:cxn ang="0">
                <a:pos x="csX2345" y="csY2345"/>
              </a:cxn>
              <a:cxn ang="0">
                <a:pos x="csX2346" y="csY2346"/>
              </a:cxn>
              <a:cxn ang="0">
                <a:pos x="csX2347" y="csY2347"/>
              </a:cxn>
              <a:cxn ang="0">
                <a:pos x="csX2348" y="csY2348"/>
              </a:cxn>
              <a:cxn ang="0">
                <a:pos x="csX2349" y="csY2349"/>
              </a:cxn>
              <a:cxn ang="0">
                <a:pos x="csX2350" y="csY2350"/>
              </a:cxn>
              <a:cxn ang="0">
                <a:pos x="csX2351" y="csY2351"/>
              </a:cxn>
              <a:cxn ang="0">
                <a:pos x="csX2352" y="csY2352"/>
              </a:cxn>
              <a:cxn ang="0">
                <a:pos x="csX2353" y="csY2353"/>
              </a:cxn>
              <a:cxn ang="0">
                <a:pos x="csX2354" y="csY2354"/>
              </a:cxn>
              <a:cxn ang="0">
                <a:pos x="csX2355" y="csY2355"/>
              </a:cxn>
              <a:cxn ang="0">
                <a:pos x="csX2356" y="csY2356"/>
              </a:cxn>
              <a:cxn ang="0">
                <a:pos x="csX2357" y="csY2357"/>
              </a:cxn>
              <a:cxn ang="0">
                <a:pos x="csX2358" y="csY2358"/>
              </a:cxn>
              <a:cxn ang="0">
                <a:pos x="csX2359" y="csY2359"/>
              </a:cxn>
              <a:cxn ang="0">
                <a:pos x="csX2360" y="csY2360"/>
              </a:cxn>
              <a:cxn ang="0">
                <a:pos x="csX2361" y="csY2361"/>
              </a:cxn>
              <a:cxn ang="0">
                <a:pos x="csX2362" y="csY2362"/>
              </a:cxn>
              <a:cxn ang="0">
                <a:pos x="csX2363" y="csY2363"/>
              </a:cxn>
              <a:cxn ang="0">
                <a:pos x="csX2364" y="csY2364"/>
              </a:cxn>
              <a:cxn ang="0">
                <a:pos x="csX2365" y="csY2365"/>
              </a:cxn>
              <a:cxn ang="0">
                <a:pos x="csX2366" y="csY2366"/>
              </a:cxn>
              <a:cxn ang="0">
                <a:pos x="csX2367" y="csY2367"/>
              </a:cxn>
              <a:cxn ang="0">
                <a:pos x="csX2368" y="csY2368"/>
              </a:cxn>
              <a:cxn ang="0">
                <a:pos x="csX2369" y="csY2369"/>
              </a:cxn>
              <a:cxn ang="0">
                <a:pos x="csX2370" y="csY2370"/>
              </a:cxn>
              <a:cxn ang="0">
                <a:pos x="csX2371" y="csY2371"/>
              </a:cxn>
              <a:cxn ang="0">
                <a:pos x="csX2372" y="csY2372"/>
              </a:cxn>
              <a:cxn ang="0">
                <a:pos x="csX2373" y="csY2373"/>
              </a:cxn>
              <a:cxn ang="0">
                <a:pos x="csX2374" y="csY2374"/>
              </a:cxn>
              <a:cxn ang="0">
                <a:pos x="csX2375" y="csY2375"/>
              </a:cxn>
              <a:cxn ang="0">
                <a:pos x="csX2376" y="csY2376"/>
              </a:cxn>
              <a:cxn ang="0">
                <a:pos x="csX2377" y="csY2377"/>
              </a:cxn>
              <a:cxn ang="0">
                <a:pos x="csX2378" y="csY2378"/>
              </a:cxn>
              <a:cxn ang="0">
                <a:pos x="csX2379" y="csY2379"/>
              </a:cxn>
              <a:cxn ang="0">
                <a:pos x="csX2380" y="csY2380"/>
              </a:cxn>
              <a:cxn ang="0">
                <a:pos x="csX2381" y="csY2381"/>
              </a:cxn>
              <a:cxn ang="0">
                <a:pos x="csX2382" y="csY2382"/>
              </a:cxn>
              <a:cxn ang="0">
                <a:pos x="csX2383" y="csY2383"/>
              </a:cxn>
              <a:cxn ang="0">
                <a:pos x="csX2384" y="csY2384"/>
              </a:cxn>
              <a:cxn ang="0">
                <a:pos x="csX2385" y="csY2385"/>
              </a:cxn>
              <a:cxn ang="0">
                <a:pos x="csX2386" y="csY2386"/>
              </a:cxn>
              <a:cxn ang="0">
                <a:pos x="csX2387" y="csY2387"/>
              </a:cxn>
              <a:cxn ang="0">
                <a:pos x="csX2388" y="csY2388"/>
              </a:cxn>
              <a:cxn ang="0">
                <a:pos x="csX2389" y="csY2389"/>
              </a:cxn>
              <a:cxn ang="0">
                <a:pos x="csX2390" y="csY2390"/>
              </a:cxn>
              <a:cxn ang="0">
                <a:pos x="csX2391" y="csY2391"/>
              </a:cxn>
              <a:cxn ang="0">
                <a:pos x="csX2392" y="csY2392"/>
              </a:cxn>
              <a:cxn ang="0">
                <a:pos x="csX2393" y="csY2393"/>
              </a:cxn>
              <a:cxn ang="0">
                <a:pos x="csX2394" y="csY2394"/>
              </a:cxn>
              <a:cxn ang="0">
                <a:pos x="csX2395" y="csY2395"/>
              </a:cxn>
              <a:cxn ang="0">
                <a:pos x="csX2396" y="csY2396"/>
              </a:cxn>
              <a:cxn ang="0">
                <a:pos x="csX2397" y="csY2397"/>
              </a:cxn>
              <a:cxn ang="0">
                <a:pos x="csX2398" y="csY2398"/>
              </a:cxn>
              <a:cxn ang="0">
                <a:pos x="csX2399" y="csY2399"/>
              </a:cxn>
              <a:cxn ang="0">
                <a:pos x="csX2400" y="csY2400"/>
              </a:cxn>
              <a:cxn ang="0">
                <a:pos x="csX2401" y="csY2401"/>
              </a:cxn>
              <a:cxn ang="0">
                <a:pos x="csX2402" y="csY2402"/>
              </a:cxn>
              <a:cxn ang="0">
                <a:pos x="csX2403" y="csY2403"/>
              </a:cxn>
              <a:cxn ang="0">
                <a:pos x="csX2404" y="csY2404"/>
              </a:cxn>
              <a:cxn ang="0">
                <a:pos x="csX2405" y="csY2405"/>
              </a:cxn>
              <a:cxn ang="0">
                <a:pos x="csX2406" y="csY2406"/>
              </a:cxn>
              <a:cxn ang="0">
                <a:pos x="csX2407" y="csY2407"/>
              </a:cxn>
              <a:cxn ang="0">
                <a:pos x="csX2408" y="csY2408"/>
              </a:cxn>
              <a:cxn ang="0">
                <a:pos x="csX2409" y="csY2409"/>
              </a:cxn>
              <a:cxn ang="0">
                <a:pos x="csX2410" y="csY2410"/>
              </a:cxn>
              <a:cxn ang="0">
                <a:pos x="csX2411" y="csY2411"/>
              </a:cxn>
              <a:cxn ang="0">
                <a:pos x="csX2412" y="csY2412"/>
              </a:cxn>
              <a:cxn ang="0">
                <a:pos x="csX2413" y="csY2413"/>
              </a:cxn>
              <a:cxn ang="0">
                <a:pos x="csX2414" y="csY2414"/>
              </a:cxn>
              <a:cxn ang="0">
                <a:pos x="csX2415" y="csY2415"/>
              </a:cxn>
              <a:cxn ang="0">
                <a:pos x="csX2416" y="csY2416"/>
              </a:cxn>
              <a:cxn ang="0">
                <a:pos x="csX2417" y="csY2417"/>
              </a:cxn>
              <a:cxn ang="0">
                <a:pos x="csX2418" y="csY2418"/>
              </a:cxn>
              <a:cxn ang="0">
                <a:pos x="csX2419" y="csY2419"/>
              </a:cxn>
              <a:cxn ang="0">
                <a:pos x="csX2420" y="csY2420"/>
              </a:cxn>
              <a:cxn ang="0">
                <a:pos x="csX2421" y="csY2421"/>
              </a:cxn>
              <a:cxn ang="0">
                <a:pos x="csX2422" y="csY2422"/>
              </a:cxn>
              <a:cxn ang="0">
                <a:pos x="csX2423" y="csY2423"/>
              </a:cxn>
              <a:cxn ang="0">
                <a:pos x="csX2424" y="csY2424"/>
              </a:cxn>
              <a:cxn ang="0">
                <a:pos x="csX2425" y="csY2425"/>
              </a:cxn>
              <a:cxn ang="0">
                <a:pos x="csX2426" y="csY2426"/>
              </a:cxn>
              <a:cxn ang="0">
                <a:pos x="csX2427" y="csY2427"/>
              </a:cxn>
              <a:cxn ang="0">
                <a:pos x="csX2428" y="csY2428"/>
              </a:cxn>
              <a:cxn ang="0">
                <a:pos x="csX2429" y="csY2429"/>
              </a:cxn>
              <a:cxn ang="0">
                <a:pos x="csX2430" y="csY2430"/>
              </a:cxn>
              <a:cxn ang="0">
                <a:pos x="csX2431" y="csY2431"/>
              </a:cxn>
              <a:cxn ang="0">
                <a:pos x="csX2432" y="csY2432"/>
              </a:cxn>
              <a:cxn ang="0">
                <a:pos x="csX2433" y="csY2433"/>
              </a:cxn>
              <a:cxn ang="0">
                <a:pos x="csX2434" y="csY2434"/>
              </a:cxn>
              <a:cxn ang="0">
                <a:pos x="csX2435" y="csY2435"/>
              </a:cxn>
              <a:cxn ang="0">
                <a:pos x="csX2436" y="csY2436"/>
              </a:cxn>
              <a:cxn ang="0">
                <a:pos x="csX2437" y="csY2437"/>
              </a:cxn>
              <a:cxn ang="0">
                <a:pos x="csX2438" y="csY2438"/>
              </a:cxn>
              <a:cxn ang="0">
                <a:pos x="csX2439" y="csY2439"/>
              </a:cxn>
              <a:cxn ang="0">
                <a:pos x="csX2440" y="csY2440"/>
              </a:cxn>
              <a:cxn ang="0">
                <a:pos x="csX2441" y="csY2441"/>
              </a:cxn>
              <a:cxn ang="0">
                <a:pos x="csX2442" y="csY2442"/>
              </a:cxn>
              <a:cxn ang="0">
                <a:pos x="csX2443" y="csY2443"/>
              </a:cxn>
              <a:cxn ang="0">
                <a:pos x="csX2444" y="csY2444"/>
              </a:cxn>
              <a:cxn ang="0">
                <a:pos x="csX2445" y="csY2445"/>
              </a:cxn>
              <a:cxn ang="0">
                <a:pos x="csX2446" y="csY2446"/>
              </a:cxn>
              <a:cxn ang="0">
                <a:pos x="csX2447" y="csY2447"/>
              </a:cxn>
              <a:cxn ang="0">
                <a:pos x="csX2448" y="csY2448"/>
              </a:cxn>
              <a:cxn ang="0">
                <a:pos x="csX2449" y="csY2449"/>
              </a:cxn>
              <a:cxn ang="0">
                <a:pos x="csX2450" y="csY2450"/>
              </a:cxn>
              <a:cxn ang="0">
                <a:pos x="csX2451" y="csY2451"/>
              </a:cxn>
              <a:cxn ang="0">
                <a:pos x="csX2452" y="csY2452"/>
              </a:cxn>
              <a:cxn ang="0">
                <a:pos x="csX2453" y="csY2453"/>
              </a:cxn>
              <a:cxn ang="0">
                <a:pos x="csX2454" y="csY2454"/>
              </a:cxn>
              <a:cxn ang="0">
                <a:pos x="csX2455" y="csY2455"/>
              </a:cxn>
              <a:cxn ang="0">
                <a:pos x="csX2456" y="csY2456"/>
              </a:cxn>
              <a:cxn ang="0">
                <a:pos x="csX2457" y="csY2457"/>
              </a:cxn>
              <a:cxn ang="0">
                <a:pos x="csX2458" y="csY2458"/>
              </a:cxn>
              <a:cxn ang="0">
                <a:pos x="csX2459" y="csY2459"/>
              </a:cxn>
              <a:cxn ang="0">
                <a:pos x="csX2460" y="csY2460"/>
              </a:cxn>
              <a:cxn ang="0">
                <a:pos x="csX2461" y="csY2461"/>
              </a:cxn>
              <a:cxn ang="0">
                <a:pos x="csX2462" y="csY2462"/>
              </a:cxn>
              <a:cxn ang="0">
                <a:pos x="csX2463" y="csY2463"/>
              </a:cxn>
              <a:cxn ang="0">
                <a:pos x="csX2464" y="csY2464"/>
              </a:cxn>
              <a:cxn ang="0">
                <a:pos x="csX2465" y="csY2465"/>
              </a:cxn>
              <a:cxn ang="0">
                <a:pos x="csX2466" y="csY2466"/>
              </a:cxn>
              <a:cxn ang="0">
                <a:pos x="csX2467" y="csY2467"/>
              </a:cxn>
              <a:cxn ang="0">
                <a:pos x="csX2468" y="csY2468"/>
              </a:cxn>
              <a:cxn ang="0">
                <a:pos x="csX2469" y="csY2469"/>
              </a:cxn>
              <a:cxn ang="0">
                <a:pos x="csX2470" y="csY2470"/>
              </a:cxn>
              <a:cxn ang="0">
                <a:pos x="csX2471" y="csY2471"/>
              </a:cxn>
              <a:cxn ang="0">
                <a:pos x="csX2472" y="csY2472"/>
              </a:cxn>
              <a:cxn ang="0">
                <a:pos x="csX2473" y="csY2473"/>
              </a:cxn>
              <a:cxn ang="0">
                <a:pos x="csX2474" y="csY2474"/>
              </a:cxn>
              <a:cxn ang="0">
                <a:pos x="csX2475" y="csY2475"/>
              </a:cxn>
              <a:cxn ang="0">
                <a:pos x="csX2476" y="csY2476"/>
              </a:cxn>
              <a:cxn ang="0">
                <a:pos x="csX2477" y="csY2477"/>
              </a:cxn>
              <a:cxn ang="0">
                <a:pos x="csX2478" y="csY2478"/>
              </a:cxn>
              <a:cxn ang="0">
                <a:pos x="csX2479" y="csY2479"/>
              </a:cxn>
              <a:cxn ang="0">
                <a:pos x="csX2480" y="csY2480"/>
              </a:cxn>
              <a:cxn ang="0">
                <a:pos x="csX2481" y="csY2481"/>
              </a:cxn>
              <a:cxn ang="0">
                <a:pos x="csX2482" y="csY2482"/>
              </a:cxn>
              <a:cxn ang="0">
                <a:pos x="csX2483" y="csY2483"/>
              </a:cxn>
              <a:cxn ang="0">
                <a:pos x="csX2484" y="csY2484"/>
              </a:cxn>
              <a:cxn ang="0">
                <a:pos x="csX2485" y="csY2485"/>
              </a:cxn>
              <a:cxn ang="0">
                <a:pos x="csX2486" y="csY2486"/>
              </a:cxn>
              <a:cxn ang="0">
                <a:pos x="csX2487" y="csY2487"/>
              </a:cxn>
              <a:cxn ang="0">
                <a:pos x="csX2488" y="csY2488"/>
              </a:cxn>
              <a:cxn ang="0">
                <a:pos x="csX2489" y="csY2489"/>
              </a:cxn>
              <a:cxn ang="0">
                <a:pos x="csX2490" y="csY2490"/>
              </a:cxn>
              <a:cxn ang="0">
                <a:pos x="csX2491" y="csY2491"/>
              </a:cxn>
              <a:cxn ang="0">
                <a:pos x="csX2492" y="csY2492"/>
              </a:cxn>
              <a:cxn ang="0">
                <a:pos x="csX2493" y="csY2493"/>
              </a:cxn>
              <a:cxn ang="0">
                <a:pos x="csX2494" y="csY2494"/>
              </a:cxn>
              <a:cxn ang="0">
                <a:pos x="csX2495" y="csY2495"/>
              </a:cxn>
              <a:cxn ang="0">
                <a:pos x="csX2496" y="csY2496"/>
              </a:cxn>
              <a:cxn ang="0">
                <a:pos x="csX2497" y="csY2497"/>
              </a:cxn>
              <a:cxn ang="0">
                <a:pos x="csX2498" y="csY2498"/>
              </a:cxn>
              <a:cxn ang="0">
                <a:pos x="csX2499" y="csY2499"/>
              </a:cxn>
              <a:cxn ang="0">
                <a:pos x="csX2500" y="csY2500"/>
              </a:cxn>
              <a:cxn ang="0">
                <a:pos x="csX2501" y="csY2501"/>
              </a:cxn>
              <a:cxn ang="0">
                <a:pos x="csX2502" y="csY2502"/>
              </a:cxn>
              <a:cxn ang="0">
                <a:pos x="csX2503" y="csY2503"/>
              </a:cxn>
              <a:cxn ang="0">
                <a:pos x="csX2504" y="csY2504"/>
              </a:cxn>
              <a:cxn ang="0">
                <a:pos x="csX2505" y="csY2505"/>
              </a:cxn>
              <a:cxn ang="0">
                <a:pos x="csX2506" y="csY2506"/>
              </a:cxn>
              <a:cxn ang="0">
                <a:pos x="csX2507" y="csY2507"/>
              </a:cxn>
              <a:cxn ang="0">
                <a:pos x="csX2508" y="csY2508"/>
              </a:cxn>
              <a:cxn ang="0">
                <a:pos x="csX2509" y="csY2509"/>
              </a:cxn>
              <a:cxn ang="0">
                <a:pos x="csX2510" y="csY2510"/>
              </a:cxn>
              <a:cxn ang="0">
                <a:pos x="csX2511" y="csY2511"/>
              </a:cxn>
              <a:cxn ang="0">
                <a:pos x="csX2512" y="csY2512"/>
              </a:cxn>
              <a:cxn ang="0">
                <a:pos x="csX2513" y="csY2513"/>
              </a:cxn>
              <a:cxn ang="0">
                <a:pos x="csX2514" y="csY2514"/>
              </a:cxn>
              <a:cxn ang="0">
                <a:pos x="csX2515" y="csY2515"/>
              </a:cxn>
              <a:cxn ang="0">
                <a:pos x="csX2516" y="csY2516"/>
              </a:cxn>
              <a:cxn ang="0">
                <a:pos x="csX2517" y="csY2517"/>
              </a:cxn>
              <a:cxn ang="0">
                <a:pos x="csX2518" y="csY2518"/>
              </a:cxn>
              <a:cxn ang="0">
                <a:pos x="csX2519" y="csY2519"/>
              </a:cxn>
              <a:cxn ang="0">
                <a:pos x="csX2520" y="csY2520"/>
              </a:cxn>
              <a:cxn ang="0">
                <a:pos x="csX2521" y="csY2521"/>
              </a:cxn>
              <a:cxn ang="0">
                <a:pos x="csX2522" y="csY2522"/>
              </a:cxn>
              <a:cxn ang="0">
                <a:pos x="csX2523" y="csY2523"/>
              </a:cxn>
              <a:cxn ang="0">
                <a:pos x="csX2524" y="csY2524"/>
              </a:cxn>
              <a:cxn ang="0">
                <a:pos x="csX2525" y="csY2525"/>
              </a:cxn>
              <a:cxn ang="0">
                <a:pos x="csX2526" y="csY2526"/>
              </a:cxn>
              <a:cxn ang="0">
                <a:pos x="csX2527" y="csY2527"/>
              </a:cxn>
              <a:cxn ang="0">
                <a:pos x="csX2528" y="csY2528"/>
              </a:cxn>
              <a:cxn ang="0">
                <a:pos x="csX2529" y="csY2529"/>
              </a:cxn>
              <a:cxn ang="0">
                <a:pos x="csX2530" y="csY2530"/>
              </a:cxn>
              <a:cxn ang="0">
                <a:pos x="csX2531" y="csY2531"/>
              </a:cxn>
              <a:cxn ang="0">
                <a:pos x="csX2532" y="csY2532"/>
              </a:cxn>
              <a:cxn ang="0">
                <a:pos x="csX2533" y="csY2533"/>
              </a:cxn>
              <a:cxn ang="0">
                <a:pos x="csX2534" y="csY2534"/>
              </a:cxn>
              <a:cxn ang="0">
                <a:pos x="csX2535" y="csY2535"/>
              </a:cxn>
              <a:cxn ang="0">
                <a:pos x="csX2536" y="csY2536"/>
              </a:cxn>
              <a:cxn ang="0">
                <a:pos x="csX2537" y="csY2537"/>
              </a:cxn>
              <a:cxn ang="0">
                <a:pos x="csX2538" y="csY2538"/>
              </a:cxn>
              <a:cxn ang="0">
                <a:pos x="csX2539" y="csY2539"/>
              </a:cxn>
              <a:cxn ang="0">
                <a:pos x="csX2540" y="csY2540"/>
              </a:cxn>
              <a:cxn ang="0">
                <a:pos x="csX2541" y="csY2541"/>
              </a:cxn>
              <a:cxn ang="0">
                <a:pos x="csX2542" y="csY2542"/>
              </a:cxn>
              <a:cxn ang="0">
                <a:pos x="csX2543" y="csY2543"/>
              </a:cxn>
              <a:cxn ang="0">
                <a:pos x="csX2544" y="csY2544"/>
              </a:cxn>
              <a:cxn ang="0">
                <a:pos x="csX2545" y="csY2545"/>
              </a:cxn>
              <a:cxn ang="0">
                <a:pos x="csX2546" y="csY2546"/>
              </a:cxn>
              <a:cxn ang="0">
                <a:pos x="csX2547" y="csY2547"/>
              </a:cxn>
              <a:cxn ang="0">
                <a:pos x="csX2548" y="csY2548"/>
              </a:cxn>
              <a:cxn ang="0">
                <a:pos x="csX2549" y="csY2549"/>
              </a:cxn>
              <a:cxn ang="0">
                <a:pos x="csX2550" y="csY2550"/>
              </a:cxn>
              <a:cxn ang="0">
                <a:pos x="csX2551" y="csY2551"/>
              </a:cxn>
              <a:cxn ang="0">
                <a:pos x="csX2552" y="csY2552"/>
              </a:cxn>
              <a:cxn ang="0">
                <a:pos x="csX2553" y="csY2553"/>
              </a:cxn>
              <a:cxn ang="0">
                <a:pos x="csX2554" y="csY2554"/>
              </a:cxn>
              <a:cxn ang="0">
                <a:pos x="csX2555" y="csY2555"/>
              </a:cxn>
              <a:cxn ang="0">
                <a:pos x="csX2556" y="csY2556"/>
              </a:cxn>
              <a:cxn ang="0">
                <a:pos x="csX2557" y="csY2557"/>
              </a:cxn>
              <a:cxn ang="0">
                <a:pos x="csX2558" y="csY2558"/>
              </a:cxn>
              <a:cxn ang="0">
                <a:pos x="csX2559" y="csY2559"/>
              </a:cxn>
              <a:cxn ang="0">
                <a:pos x="csX2560" y="csY2560"/>
              </a:cxn>
              <a:cxn ang="0">
                <a:pos x="csX2561" y="csY2561"/>
              </a:cxn>
              <a:cxn ang="0">
                <a:pos x="csX2562" y="csY2562"/>
              </a:cxn>
              <a:cxn ang="0">
                <a:pos x="csX2563" y="csY2563"/>
              </a:cxn>
              <a:cxn ang="0">
                <a:pos x="csX2564" y="csY2564"/>
              </a:cxn>
              <a:cxn ang="0">
                <a:pos x="csX2565" y="csY2565"/>
              </a:cxn>
              <a:cxn ang="0">
                <a:pos x="csX2566" y="csY2566"/>
              </a:cxn>
              <a:cxn ang="0">
                <a:pos x="csX2567" y="csY2567"/>
              </a:cxn>
              <a:cxn ang="0">
                <a:pos x="csX2568" y="csY2568"/>
              </a:cxn>
              <a:cxn ang="0">
                <a:pos x="csX2569" y="csY2569"/>
              </a:cxn>
              <a:cxn ang="0">
                <a:pos x="csX2570" y="csY2570"/>
              </a:cxn>
              <a:cxn ang="0">
                <a:pos x="csX2571" y="csY2571"/>
              </a:cxn>
              <a:cxn ang="0">
                <a:pos x="csX2572" y="csY2572"/>
              </a:cxn>
              <a:cxn ang="0">
                <a:pos x="csX2573" y="csY2573"/>
              </a:cxn>
              <a:cxn ang="0">
                <a:pos x="csX2574" y="csY2574"/>
              </a:cxn>
              <a:cxn ang="0">
                <a:pos x="csX2575" y="csY2575"/>
              </a:cxn>
              <a:cxn ang="0">
                <a:pos x="csX2576" y="csY2576"/>
              </a:cxn>
              <a:cxn ang="0">
                <a:pos x="csX2577" y="csY2577"/>
              </a:cxn>
              <a:cxn ang="0">
                <a:pos x="csX2578" y="csY2578"/>
              </a:cxn>
              <a:cxn ang="0">
                <a:pos x="csX2579" y="csY2579"/>
              </a:cxn>
              <a:cxn ang="0">
                <a:pos x="csX2580" y="csY2580"/>
              </a:cxn>
              <a:cxn ang="0">
                <a:pos x="csX2581" y="csY2581"/>
              </a:cxn>
              <a:cxn ang="0">
                <a:pos x="csX2582" y="csY2582"/>
              </a:cxn>
              <a:cxn ang="0">
                <a:pos x="csX2583" y="csY2583"/>
              </a:cxn>
              <a:cxn ang="0">
                <a:pos x="csX2584" y="csY2584"/>
              </a:cxn>
              <a:cxn ang="0">
                <a:pos x="csX2585" y="csY2585"/>
              </a:cxn>
              <a:cxn ang="0">
                <a:pos x="csX2586" y="csY2586"/>
              </a:cxn>
              <a:cxn ang="0">
                <a:pos x="csX2587" y="csY2587"/>
              </a:cxn>
              <a:cxn ang="0">
                <a:pos x="csX2588" y="csY2588"/>
              </a:cxn>
              <a:cxn ang="0">
                <a:pos x="csX2589" y="csY2589"/>
              </a:cxn>
              <a:cxn ang="0">
                <a:pos x="csX2590" y="csY2590"/>
              </a:cxn>
              <a:cxn ang="0">
                <a:pos x="csX2591" y="csY2591"/>
              </a:cxn>
              <a:cxn ang="0">
                <a:pos x="csX2592" y="csY2592"/>
              </a:cxn>
              <a:cxn ang="0">
                <a:pos x="csX2593" y="csY2593"/>
              </a:cxn>
              <a:cxn ang="0">
                <a:pos x="csX2594" y="csY2594"/>
              </a:cxn>
              <a:cxn ang="0">
                <a:pos x="csX2595" y="csY2595"/>
              </a:cxn>
              <a:cxn ang="0">
                <a:pos x="csX2596" y="csY2596"/>
              </a:cxn>
              <a:cxn ang="0">
                <a:pos x="csX2597" y="csY2597"/>
              </a:cxn>
              <a:cxn ang="0">
                <a:pos x="csX2598" y="csY2598"/>
              </a:cxn>
              <a:cxn ang="0">
                <a:pos x="csX2599" y="csY2599"/>
              </a:cxn>
              <a:cxn ang="0">
                <a:pos x="csX2600" y="csY2600"/>
              </a:cxn>
              <a:cxn ang="0">
                <a:pos x="csX2601" y="csY2601"/>
              </a:cxn>
              <a:cxn ang="0">
                <a:pos x="csX2602" y="csY2602"/>
              </a:cxn>
              <a:cxn ang="0">
                <a:pos x="csX2603" y="csY2603"/>
              </a:cxn>
              <a:cxn ang="0">
                <a:pos x="csX2604" y="csY2604"/>
              </a:cxn>
              <a:cxn ang="0">
                <a:pos x="csX2605" y="csY2605"/>
              </a:cxn>
              <a:cxn ang="0">
                <a:pos x="csX2606" y="csY2606"/>
              </a:cxn>
              <a:cxn ang="0">
                <a:pos x="csX2607" y="csY2607"/>
              </a:cxn>
              <a:cxn ang="0">
                <a:pos x="csX2608" y="csY2608"/>
              </a:cxn>
              <a:cxn ang="0">
                <a:pos x="csX2609" y="csY2609"/>
              </a:cxn>
              <a:cxn ang="0">
                <a:pos x="csX2610" y="csY2610"/>
              </a:cxn>
              <a:cxn ang="0">
                <a:pos x="csX2611" y="csY2611"/>
              </a:cxn>
              <a:cxn ang="0">
                <a:pos x="csX2612" y="csY2612"/>
              </a:cxn>
              <a:cxn ang="0">
                <a:pos x="csX2613" y="csY2613"/>
              </a:cxn>
              <a:cxn ang="0">
                <a:pos x="csX2614" y="csY2614"/>
              </a:cxn>
              <a:cxn ang="0">
                <a:pos x="csX2615" y="csY2615"/>
              </a:cxn>
              <a:cxn ang="0">
                <a:pos x="csX2616" y="csY2616"/>
              </a:cxn>
              <a:cxn ang="0">
                <a:pos x="csX2617" y="csY2617"/>
              </a:cxn>
              <a:cxn ang="0">
                <a:pos x="csX2618" y="csY2618"/>
              </a:cxn>
              <a:cxn ang="0">
                <a:pos x="csX2619" y="csY2619"/>
              </a:cxn>
              <a:cxn ang="0">
                <a:pos x="csX2620" y="csY2620"/>
              </a:cxn>
              <a:cxn ang="0">
                <a:pos x="csX2621" y="csY2621"/>
              </a:cxn>
              <a:cxn ang="0">
                <a:pos x="csX2622" y="csY2622"/>
              </a:cxn>
              <a:cxn ang="0">
                <a:pos x="csX2623" y="csY2623"/>
              </a:cxn>
              <a:cxn ang="0">
                <a:pos x="csX2624" y="csY2624"/>
              </a:cxn>
              <a:cxn ang="0">
                <a:pos x="csX2625" y="csY2625"/>
              </a:cxn>
              <a:cxn ang="0">
                <a:pos x="csX2626" y="csY2626"/>
              </a:cxn>
              <a:cxn ang="0">
                <a:pos x="csX2627" y="csY2627"/>
              </a:cxn>
              <a:cxn ang="0">
                <a:pos x="csX2628" y="csY2628"/>
              </a:cxn>
              <a:cxn ang="0">
                <a:pos x="csX2629" y="csY2629"/>
              </a:cxn>
              <a:cxn ang="0">
                <a:pos x="csX2630" y="csY2630"/>
              </a:cxn>
              <a:cxn ang="0">
                <a:pos x="csX2631" y="csY2631"/>
              </a:cxn>
              <a:cxn ang="0">
                <a:pos x="csX2632" y="csY2632"/>
              </a:cxn>
              <a:cxn ang="0">
                <a:pos x="csX2633" y="csY2633"/>
              </a:cxn>
              <a:cxn ang="0">
                <a:pos x="csX2634" y="csY2634"/>
              </a:cxn>
              <a:cxn ang="0">
                <a:pos x="csX2635" y="csY2635"/>
              </a:cxn>
              <a:cxn ang="0">
                <a:pos x="csX2636" y="csY2636"/>
              </a:cxn>
              <a:cxn ang="0">
                <a:pos x="csX2637" y="csY2637"/>
              </a:cxn>
              <a:cxn ang="0">
                <a:pos x="csX2638" y="csY2638"/>
              </a:cxn>
              <a:cxn ang="0">
                <a:pos x="csX2639" y="csY2639"/>
              </a:cxn>
              <a:cxn ang="0">
                <a:pos x="csX2640" y="csY2640"/>
              </a:cxn>
              <a:cxn ang="0">
                <a:pos x="csX2641" y="csY2641"/>
              </a:cxn>
              <a:cxn ang="0">
                <a:pos x="csX2642" y="csY2642"/>
              </a:cxn>
              <a:cxn ang="0">
                <a:pos x="csX2643" y="csY2643"/>
              </a:cxn>
              <a:cxn ang="0">
                <a:pos x="csX2644" y="csY2644"/>
              </a:cxn>
              <a:cxn ang="0">
                <a:pos x="csX2645" y="csY2645"/>
              </a:cxn>
              <a:cxn ang="0">
                <a:pos x="csX2646" y="csY2646"/>
              </a:cxn>
              <a:cxn ang="0">
                <a:pos x="csX2647" y="csY2647"/>
              </a:cxn>
              <a:cxn ang="0">
                <a:pos x="csX2648" y="csY2648"/>
              </a:cxn>
              <a:cxn ang="0">
                <a:pos x="csX2649" y="csY2649"/>
              </a:cxn>
              <a:cxn ang="0">
                <a:pos x="csX2650" y="csY2650"/>
              </a:cxn>
              <a:cxn ang="0">
                <a:pos x="csX2651" y="csY2651"/>
              </a:cxn>
              <a:cxn ang="0">
                <a:pos x="csX2652" y="csY2652"/>
              </a:cxn>
              <a:cxn ang="0">
                <a:pos x="csX2653" y="csY2653"/>
              </a:cxn>
              <a:cxn ang="0">
                <a:pos x="csX2654" y="csY2654"/>
              </a:cxn>
              <a:cxn ang="0">
                <a:pos x="csX2655" y="csY2655"/>
              </a:cxn>
              <a:cxn ang="0">
                <a:pos x="csX2656" y="csY2656"/>
              </a:cxn>
              <a:cxn ang="0">
                <a:pos x="csX2657" y="csY2657"/>
              </a:cxn>
              <a:cxn ang="0">
                <a:pos x="csX2658" y="csY2658"/>
              </a:cxn>
              <a:cxn ang="0">
                <a:pos x="csX2659" y="csY2659"/>
              </a:cxn>
              <a:cxn ang="0">
                <a:pos x="csX2660" y="csY2660"/>
              </a:cxn>
              <a:cxn ang="0">
                <a:pos x="csX2661" y="csY2661"/>
              </a:cxn>
              <a:cxn ang="0">
                <a:pos x="csX2662" y="csY2662"/>
              </a:cxn>
              <a:cxn ang="0">
                <a:pos x="csX2663" y="csY2663"/>
              </a:cxn>
              <a:cxn ang="0">
                <a:pos x="csX2664" y="csY2664"/>
              </a:cxn>
              <a:cxn ang="0">
                <a:pos x="csX2665" y="csY2665"/>
              </a:cxn>
              <a:cxn ang="0">
                <a:pos x="csX2666" y="csY2666"/>
              </a:cxn>
              <a:cxn ang="0">
                <a:pos x="csX2667" y="csY2667"/>
              </a:cxn>
              <a:cxn ang="0">
                <a:pos x="csX2668" y="csY2668"/>
              </a:cxn>
              <a:cxn ang="0">
                <a:pos x="csX2669" y="csY2669"/>
              </a:cxn>
              <a:cxn ang="0">
                <a:pos x="csX2670" y="csY2670"/>
              </a:cxn>
              <a:cxn ang="0">
                <a:pos x="csX2671" y="csY2671"/>
              </a:cxn>
              <a:cxn ang="0">
                <a:pos x="csX2672" y="csY2672"/>
              </a:cxn>
              <a:cxn ang="0">
                <a:pos x="csX2673" y="csY2673"/>
              </a:cxn>
              <a:cxn ang="0">
                <a:pos x="csX2674" y="csY2674"/>
              </a:cxn>
              <a:cxn ang="0">
                <a:pos x="csX2675" y="csY2675"/>
              </a:cxn>
              <a:cxn ang="0">
                <a:pos x="csX2676" y="csY2676"/>
              </a:cxn>
              <a:cxn ang="0">
                <a:pos x="csX2677" y="csY2677"/>
              </a:cxn>
              <a:cxn ang="0">
                <a:pos x="csX2678" y="csY2678"/>
              </a:cxn>
              <a:cxn ang="0">
                <a:pos x="csX2679" y="csY2679"/>
              </a:cxn>
              <a:cxn ang="0">
                <a:pos x="csX2680" y="csY2680"/>
              </a:cxn>
              <a:cxn ang="0">
                <a:pos x="csX2681" y="csY2681"/>
              </a:cxn>
              <a:cxn ang="0">
                <a:pos x="csX2682" y="csY2682"/>
              </a:cxn>
              <a:cxn ang="0">
                <a:pos x="csX2683" y="csY2683"/>
              </a:cxn>
              <a:cxn ang="0">
                <a:pos x="csX2684" y="csY2684"/>
              </a:cxn>
              <a:cxn ang="0">
                <a:pos x="csX2685" y="csY2685"/>
              </a:cxn>
              <a:cxn ang="0">
                <a:pos x="csX2686" y="csY2686"/>
              </a:cxn>
              <a:cxn ang="0">
                <a:pos x="csX2687" y="csY2687"/>
              </a:cxn>
              <a:cxn ang="0">
                <a:pos x="csX2688" y="csY2688"/>
              </a:cxn>
              <a:cxn ang="0">
                <a:pos x="csX2689" y="csY2689"/>
              </a:cxn>
              <a:cxn ang="0">
                <a:pos x="csX2690" y="csY2690"/>
              </a:cxn>
              <a:cxn ang="0">
                <a:pos x="csX2691" y="csY2691"/>
              </a:cxn>
              <a:cxn ang="0">
                <a:pos x="csX2692" y="csY2692"/>
              </a:cxn>
              <a:cxn ang="0">
                <a:pos x="csX2693" y="csY2693"/>
              </a:cxn>
              <a:cxn ang="0">
                <a:pos x="csX2694" y="csY2694"/>
              </a:cxn>
              <a:cxn ang="0">
                <a:pos x="csX2695" y="csY2695"/>
              </a:cxn>
              <a:cxn ang="0">
                <a:pos x="csX2696" y="csY2696"/>
              </a:cxn>
              <a:cxn ang="0">
                <a:pos x="csX2697" y="csY2697"/>
              </a:cxn>
              <a:cxn ang="0">
                <a:pos x="csX2698" y="csY2698"/>
              </a:cxn>
              <a:cxn ang="0">
                <a:pos x="csX2699" y="csY2699"/>
              </a:cxn>
              <a:cxn ang="0">
                <a:pos x="csX2700" y="csY2700"/>
              </a:cxn>
              <a:cxn ang="0">
                <a:pos x="csX2701" y="csY2701"/>
              </a:cxn>
              <a:cxn ang="0">
                <a:pos x="csX2702" y="csY2702"/>
              </a:cxn>
              <a:cxn ang="0">
                <a:pos x="csX2703" y="csY2703"/>
              </a:cxn>
              <a:cxn ang="0">
                <a:pos x="csX2704" y="csY2704"/>
              </a:cxn>
              <a:cxn ang="0">
                <a:pos x="csX2705" y="csY2705"/>
              </a:cxn>
              <a:cxn ang="0">
                <a:pos x="csX2706" y="csY2706"/>
              </a:cxn>
              <a:cxn ang="0">
                <a:pos x="csX2707" y="csY2707"/>
              </a:cxn>
              <a:cxn ang="0">
                <a:pos x="csX2708" y="csY2708"/>
              </a:cxn>
              <a:cxn ang="0">
                <a:pos x="csX2709" y="csY2709"/>
              </a:cxn>
              <a:cxn ang="0">
                <a:pos x="csX2710" y="csY2710"/>
              </a:cxn>
              <a:cxn ang="0">
                <a:pos x="csX2711" y="csY2711"/>
              </a:cxn>
              <a:cxn ang="0">
                <a:pos x="csX2712" y="csY2712"/>
              </a:cxn>
              <a:cxn ang="0">
                <a:pos x="csX2713" y="csY2713"/>
              </a:cxn>
              <a:cxn ang="0">
                <a:pos x="csX2714" y="csY2714"/>
              </a:cxn>
              <a:cxn ang="0">
                <a:pos x="csX2715" y="csY2715"/>
              </a:cxn>
              <a:cxn ang="0">
                <a:pos x="csX2716" y="csY2716"/>
              </a:cxn>
              <a:cxn ang="0">
                <a:pos x="csX2717" y="csY2717"/>
              </a:cxn>
              <a:cxn ang="0">
                <a:pos x="csX2718" y="csY2718"/>
              </a:cxn>
              <a:cxn ang="0">
                <a:pos x="csX2719" y="csY2719"/>
              </a:cxn>
              <a:cxn ang="0">
                <a:pos x="csX2720" y="csY2720"/>
              </a:cxn>
              <a:cxn ang="0">
                <a:pos x="csX2721" y="csY2721"/>
              </a:cxn>
              <a:cxn ang="0">
                <a:pos x="csX2722" y="csY2722"/>
              </a:cxn>
              <a:cxn ang="0">
                <a:pos x="csX2723" y="csY2723"/>
              </a:cxn>
              <a:cxn ang="0">
                <a:pos x="csX2724" y="csY2724"/>
              </a:cxn>
              <a:cxn ang="0">
                <a:pos x="csX2725" y="csY2725"/>
              </a:cxn>
              <a:cxn ang="0">
                <a:pos x="csX2726" y="csY2726"/>
              </a:cxn>
              <a:cxn ang="0">
                <a:pos x="csX2727" y="csY2727"/>
              </a:cxn>
              <a:cxn ang="0">
                <a:pos x="csX2728" y="csY2728"/>
              </a:cxn>
              <a:cxn ang="0">
                <a:pos x="csX2729" y="csY2729"/>
              </a:cxn>
              <a:cxn ang="0">
                <a:pos x="csX2730" y="csY2730"/>
              </a:cxn>
              <a:cxn ang="0">
                <a:pos x="csX2731" y="csY2731"/>
              </a:cxn>
              <a:cxn ang="0">
                <a:pos x="csX2732" y="csY2732"/>
              </a:cxn>
              <a:cxn ang="0">
                <a:pos x="csX2733" y="csY2733"/>
              </a:cxn>
              <a:cxn ang="0">
                <a:pos x="csX2734" y="csY2734"/>
              </a:cxn>
              <a:cxn ang="0">
                <a:pos x="csX2735" y="csY2735"/>
              </a:cxn>
              <a:cxn ang="0">
                <a:pos x="csX2736" y="csY2736"/>
              </a:cxn>
              <a:cxn ang="0">
                <a:pos x="csX2737" y="csY2737"/>
              </a:cxn>
              <a:cxn ang="0">
                <a:pos x="csX2738" y="csY2738"/>
              </a:cxn>
              <a:cxn ang="0">
                <a:pos x="csX2739" y="csY2739"/>
              </a:cxn>
              <a:cxn ang="0">
                <a:pos x="csX2740" y="csY2740"/>
              </a:cxn>
              <a:cxn ang="0">
                <a:pos x="csX2741" y="csY2741"/>
              </a:cxn>
              <a:cxn ang="0">
                <a:pos x="csX2742" y="csY2742"/>
              </a:cxn>
              <a:cxn ang="0">
                <a:pos x="csX2743" y="csY2743"/>
              </a:cxn>
              <a:cxn ang="0">
                <a:pos x="csX2744" y="csY2744"/>
              </a:cxn>
              <a:cxn ang="0">
                <a:pos x="csX2745" y="csY2745"/>
              </a:cxn>
              <a:cxn ang="0">
                <a:pos x="csX2746" y="csY2746"/>
              </a:cxn>
              <a:cxn ang="0">
                <a:pos x="csX2747" y="csY2747"/>
              </a:cxn>
              <a:cxn ang="0">
                <a:pos x="csX2748" y="csY2748"/>
              </a:cxn>
              <a:cxn ang="0">
                <a:pos x="csX2749" y="csY2749"/>
              </a:cxn>
              <a:cxn ang="0">
                <a:pos x="csX2750" y="csY2750"/>
              </a:cxn>
              <a:cxn ang="0">
                <a:pos x="csX2751" y="csY2751"/>
              </a:cxn>
              <a:cxn ang="0">
                <a:pos x="csX2752" y="csY2752"/>
              </a:cxn>
              <a:cxn ang="0">
                <a:pos x="csX2753" y="csY2753"/>
              </a:cxn>
              <a:cxn ang="0">
                <a:pos x="csX2754" y="csY2754"/>
              </a:cxn>
              <a:cxn ang="0">
                <a:pos x="csX2755" y="csY2755"/>
              </a:cxn>
              <a:cxn ang="0">
                <a:pos x="csX2756" y="csY2756"/>
              </a:cxn>
              <a:cxn ang="0">
                <a:pos x="csX2757" y="csY2757"/>
              </a:cxn>
              <a:cxn ang="0">
                <a:pos x="csX2758" y="csY2758"/>
              </a:cxn>
              <a:cxn ang="0">
                <a:pos x="csX2759" y="csY2759"/>
              </a:cxn>
              <a:cxn ang="0">
                <a:pos x="csX2760" y="csY2760"/>
              </a:cxn>
              <a:cxn ang="0">
                <a:pos x="csX2761" y="csY2761"/>
              </a:cxn>
              <a:cxn ang="0">
                <a:pos x="csX2762" y="csY2762"/>
              </a:cxn>
              <a:cxn ang="0">
                <a:pos x="csX2763" y="csY2763"/>
              </a:cxn>
              <a:cxn ang="0">
                <a:pos x="csX2764" y="csY2764"/>
              </a:cxn>
              <a:cxn ang="0">
                <a:pos x="csX2765" y="csY2765"/>
              </a:cxn>
              <a:cxn ang="0">
                <a:pos x="csX2766" y="csY2766"/>
              </a:cxn>
              <a:cxn ang="0">
                <a:pos x="csX2767" y="csY2767"/>
              </a:cxn>
              <a:cxn ang="0">
                <a:pos x="csX2768" y="csY2768"/>
              </a:cxn>
              <a:cxn ang="0">
                <a:pos x="csX2769" y="csY2769"/>
              </a:cxn>
              <a:cxn ang="0">
                <a:pos x="csX2770" y="csY2770"/>
              </a:cxn>
              <a:cxn ang="0">
                <a:pos x="csX2771" y="csY2771"/>
              </a:cxn>
              <a:cxn ang="0">
                <a:pos x="csX2772" y="csY2772"/>
              </a:cxn>
              <a:cxn ang="0">
                <a:pos x="csX2773" y="csY2773"/>
              </a:cxn>
              <a:cxn ang="0">
                <a:pos x="csX2774" y="csY2774"/>
              </a:cxn>
              <a:cxn ang="0">
                <a:pos x="csX2775" y="csY2775"/>
              </a:cxn>
              <a:cxn ang="0">
                <a:pos x="csX2776" y="csY2776"/>
              </a:cxn>
              <a:cxn ang="0">
                <a:pos x="csX2777" y="csY2777"/>
              </a:cxn>
              <a:cxn ang="0">
                <a:pos x="csX2778" y="csY2778"/>
              </a:cxn>
              <a:cxn ang="0">
                <a:pos x="csX2779" y="csY2779"/>
              </a:cxn>
              <a:cxn ang="0">
                <a:pos x="csX2780" y="csY2780"/>
              </a:cxn>
              <a:cxn ang="0">
                <a:pos x="csX2781" y="csY2781"/>
              </a:cxn>
              <a:cxn ang="0">
                <a:pos x="csX2782" y="csY2782"/>
              </a:cxn>
              <a:cxn ang="0">
                <a:pos x="csX2783" y="csY2783"/>
              </a:cxn>
              <a:cxn ang="0">
                <a:pos x="csX2784" y="csY2784"/>
              </a:cxn>
              <a:cxn ang="0">
                <a:pos x="csX2785" y="csY2785"/>
              </a:cxn>
              <a:cxn ang="0">
                <a:pos x="csX2786" y="csY2786"/>
              </a:cxn>
              <a:cxn ang="0">
                <a:pos x="csX2787" y="csY2787"/>
              </a:cxn>
              <a:cxn ang="0">
                <a:pos x="csX2788" y="csY2788"/>
              </a:cxn>
              <a:cxn ang="0">
                <a:pos x="csX2789" y="csY2789"/>
              </a:cxn>
              <a:cxn ang="0">
                <a:pos x="csX2790" y="csY2790"/>
              </a:cxn>
              <a:cxn ang="0">
                <a:pos x="csX2791" y="csY2791"/>
              </a:cxn>
              <a:cxn ang="0">
                <a:pos x="csX2792" y="csY2792"/>
              </a:cxn>
              <a:cxn ang="0">
                <a:pos x="csX2793" y="csY2793"/>
              </a:cxn>
              <a:cxn ang="0">
                <a:pos x="csX2794" y="csY2794"/>
              </a:cxn>
              <a:cxn ang="0">
                <a:pos x="csX2795" y="csY2795"/>
              </a:cxn>
              <a:cxn ang="0">
                <a:pos x="csX2796" y="csY2796"/>
              </a:cxn>
              <a:cxn ang="0">
                <a:pos x="csX2797" y="csY2797"/>
              </a:cxn>
              <a:cxn ang="0">
                <a:pos x="csX2798" y="csY2798"/>
              </a:cxn>
              <a:cxn ang="0">
                <a:pos x="csX2799" y="csY2799"/>
              </a:cxn>
              <a:cxn ang="0">
                <a:pos x="csX2800" y="csY2800"/>
              </a:cxn>
              <a:cxn ang="0">
                <a:pos x="csX2801" y="csY2801"/>
              </a:cxn>
              <a:cxn ang="0">
                <a:pos x="csX2802" y="csY2802"/>
              </a:cxn>
              <a:cxn ang="0">
                <a:pos x="csX2803" y="csY2803"/>
              </a:cxn>
              <a:cxn ang="0">
                <a:pos x="csX2804" y="csY2804"/>
              </a:cxn>
              <a:cxn ang="0">
                <a:pos x="csX2805" y="csY2805"/>
              </a:cxn>
              <a:cxn ang="0">
                <a:pos x="csX2806" y="csY2806"/>
              </a:cxn>
              <a:cxn ang="0">
                <a:pos x="csX2807" y="csY2807"/>
              </a:cxn>
              <a:cxn ang="0">
                <a:pos x="csX2808" y="csY2808"/>
              </a:cxn>
              <a:cxn ang="0">
                <a:pos x="csX2809" y="csY2809"/>
              </a:cxn>
              <a:cxn ang="0">
                <a:pos x="csX2810" y="csY2810"/>
              </a:cxn>
              <a:cxn ang="0">
                <a:pos x="csX2811" y="csY2811"/>
              </a:cxn>
              <a:cxn ang="0">
                <a:pos x="csX2812" y="csY2812"/>
              </a:cxn>
              <a:cxn ang="0">
                <a:pos x="csX2813" y="csY2813"/>
              </a:cxn>
              <a:cxn ang="0">
                <a:pos x="csX2814" y="csY2814"/>
              </a:cxn>
              <a:cxn ang="0">
                <a:pos x="csX2815" y="csY2815"/>
              </a:cxn>
              <a:cxn ang="0">
                <a:pos x="csX2816" y="csY2816"/>
              </a:cxn>
              <a:cxn ang="0">
                <a:pos x="csX2817" y="csY2817"/>
              </a:cxn>
              <a:cxn ang="0">
                <a:pos x="csX2818" y="csY2818"/>
              </a:cxn>
              <a:cxn ang="0">
                <a:pos x="csX2819" y="csY2819"/>
              </a:cxn>
              <a:cxn ang="0">
                <a:pos x="csX2820" y="csY2820"/>
              </a:cxn>
              <a:cxn ang="0">
                <a:pos x="csX2821" y="csY2821"/>
              </a:cxn>
              <a:cxn ang="0">
                <a:pos x="csX2822" y="csY2822"/>
              </a:cxn>
              <a:cxn ang="0">
                <a:pos x="csX2823" y="csY2823"/>
              </a:cxn>
              <a:cxn ang="0">
                <a:pos x="csX2824" y="csY2824"/>
              </a:cxn>
              <a:cxn ang="0">
                <a:pos x="csX2825" y="csY2825"/>
              </a:cxn>
              <a:cxn ang="0">
                <a:pos x="csX2826" y="csY2826"/>
              </a:cxn>
              <a:cxn ang="0">
                <a:pos x="csX2827" y="csY2827"/>
              </a:cxn>
              <a:cxn ang="0">
                <a:pos x="csX2828" y="csY2828"/>
              </a:cxn>
              <a:cxn ang="0">
                <a:pos x="csX2829" y="csY2829"/>
              </a:cxn>
              <a:cxn ang="0">
                <a:pos x="csX2830" y="csY2830"/>
              </a:cxn>
              <a:cxn ang="0">
                <a:pos x="csX2831" y="csY2831"/>
              </a:cxn>
              <a:cxn ang="0">
                <a:pos x="csX2832" y="csY2832"/>
              </a:cxn>
              <a:cxn ang="0">
                <a:pos x="csX2833" y="csY2833"/>
              </a:cxn>
              <a:cxn ang="0">
                <a:pos x="csX2834" y="csY2834"/>
              </a:cxn>
              <a:cxn ang="0">
                <a:pos x="csX2835" y="csY2835"/>
              </a:cxn>
              <a:cxn ang="0">
                <a:pos x="csX2836" y="csY2836"/>
              </a:cxn>
              <a:cxn ang="0">
                <a:pos x="csX2837" y="csY2837"/>
              </a:cxn>
              <a:cxn ang="0">
                <a:pos x="csX2838" y="csY2838"/>
              </a:cxn>
              <a:cxn ang="0">
                <a:pos x="csX2839" y="csY2839"/>
              </a:cxn>
              <a:cxn ang="0">
                <a:pos x="csX2840" y="csY2840"/>
              </a:cxn>
              <a:cxn ang="0">
                <a:pos x="csX2841" y="csY2841"/>
              </a:cxn>
              <a:cxn ang="0">
                <a:pos x="csX2842" y="csY2842"/>
              </a:cxn>
              <a:cxn ang="0">
                <a:pos x="csX2843" y="csY2843"/>
              </a:cxn>
              <a:cxn ang="0">
                <a:pos x="csX2844" y="csY2844"/>
              </a:cxn>
              <a:cxn ang="0">
                <a:pos x="csX2845" y="csY2845"/>
              </a:cxn>
              <a:cxn ang="0">
                <a:pos x="csX2846" y="csY2846"/>
              </a:cxn>
              <a:cxn ang="0">
                <a:pos x="csX2847" y="csY2847"/>
              </a:cxn>
              <a:cxn ang="0">
                <a:pos x="csX2848" y="csY2848"/>
              </a:cxn>
              <a:cxn ang="0">
                <a:pos x="csX2849" y="csY2849"/>
              </a:cxn>
              <a:cxn ang="0">
                <a:pos x="csX2850" y="csY2850"/>
              </a:cxn>
              <a:cxn ang="0">
                <a:pos x="csX2851" y="csY2851"/>
              </a:cxn>
              <a:cxn ang="0">
                <a:pos x="csX2852" y="csY2852"/>
              </a:cxn>
              <a:cxn ang="0">
                <a:pos x="csX2853" y="csY2853"/>
              </a:cxn>
              <a:cxn ang="0">
                <a:pos x="csX2854" y="csY2854"/>
              </a:cxn>
              <a:cxn ang="0">
                <a:pos x="csX2855" y="csY2855"/>
              </a:cxn>
              <a:cxn ang="0">
                <a:pos x="csX2856" y="csY2856"/>
              </a:cxn>
              <a:cxn ang="0">
                <a:pos x="csX2857" y="csY2857"/>
              </a:cxn>
              <a:cxn ang="0">
                <a:pos x="csX2858" y="csY2858"/>
              </a:cxn>
              <a:cxn ang="0">
                <a:pos x="csX2859" y="csY2859"/>
              </a:cxn>
              <a:cxn ang="0">
                <a:pos x="csX2860" y="csY2860"/>
              </a:cxn>
              <a:cxn ang="0">
                <a:pos x="csX2861" y="csY2861"/>
              </a:cxn>
              <a:cxn ang="0">
                <a:pos x="csX2862" y="csY2862"/>
              </a:cxn>
              <a:cxn ang="0">
                <a:pos x="csX2863" y="csY2863"/>
              </a:cxn>
              <a:cxn ang="0">
                <a:pos x="csX2864" y="csY2864"/>
              </a:cxn>
              <a:cxn ang="0">
                <a:pos x="csX2865" y="csY2865"/>
              </a:cxn>
              <a:cxn ang="0">
                <a:pos x="csX2866" y="csY2866"/>
              </a:cxn>
              <a:cxn ang="0">
                <a:pos x="csX2867" y="csY2867"/>
              </a:cxn>
              <a:cxn ang="0">
                <a:pos x="csX2868" y="csY2868"/>
              </a:cxn>
              <a:cxn ang="0">
                <a:pos x="csX2869" y="csY2869"/>
              </a:cxn>
              <a:cxn ang="0">
                <a:pos x="csX2870" y="csY2870"/>
              </a:cxn>
              <a:cxn ang="0">
                <a:pos x="csX2871" y="csY2871"/>
              </a:cxn>
              <a:cxn ang="0">
                <a:pos x="csX2872" y="csY2872"/>
              </a:cxn>
              <a:cxn ang="0">
                <a:pos x="csX2873" y="csY2873"/>
              </a:cxn>
              <a:cxn ang="0">
                <a:pos x="csX2874" y="csY2874"/>
              </a:cxn>
              <a:cxn ang="0">
                <a:pos x="csX2875" y="csY2875"/>
              </a:cxn>
              <a:cxn ang="0">
                <a:pos x="csX2876" y="csY2876"/>
              </a:cxn>
              <a:cxn ang="0">
                <a:pos x="csX2877" y="csY2877"/>
              </a:cxn>
              <a:cxn ang="0">
                <a:pos x="csX2878" y="csY2878"/>
              </a:cxn>
              <a:cxn ang="0">
                <a:pos x="csX2879" y="csY2879"/>
              </a:cxn>
              <a:cxn ang="0">
                <a:pos x="csX2880" y="csY2880"/>
              </a:cxn>
              <a:cxn ang="0">
                <a:pos x="csX2881" y="csY2881"/>
              </a:cxn>
              <a:cxn ang="0">
                <a:pos x="csX2882" y="csY2882"/>
              </a:cxn>
              <a:cxn ang="0">
                <a:pos x="csX2883" y="csY2883"/>
              </a:cxn>
              <a:cxn ang="0">
                <a:pos x="csX2884" y="csY2884"/>
              </a:cxn>
              <a:cxn ang="0">
                <a:pos x="csX2885" y="csY2885"/>
              </a:cxn>
              <a:cxn ang="0">
                <a:pos x="csX2886" y="csY2886"/>
              </a:cxn>
              <a:cxn ang="0">
                <a:pos x="csX2887" y="csY2887"/>
              </a:cxn>
              <a:cxn ang="0">
                <a:pos x="csX2888" y="csY2888"/>
              </a:cxn>
              <a:cxn ang="0">
                <a:pos x="csX2889" y="csY2889"/>
              </a:cxn>
              <a:cxn ang="0">
                <a:pos x="csX2890" y="csY2890"/>
              </a:cxn>
              <a:cxn ang="0">
                <a:pos x="csX2891" y="csY2891"/>
              </a:cxn>
              <a:cxn ang="0">
                <a:pos x="csX2892" y="csY2892"/>
              </a:cxn>
              <a:cxn ang="0">
                <a:pos x="csX2893" y="csY2893"/>
              </a:cxn>
              <a:cxn ang="0">
                <a:pos x="csX2894" y="csY2894"/>
              </a:cxn>
              <a:cxn ang="0">
                <a:pos x="csX2895" y="csY2895"/>
              </a:cxn>
              <a:cxn ang="0">
                <a:pos x="csX2896" y="csY2896"/>
              </a:cxn>
              <a:cxn ang="0">
                <a:pos x="csX2897" y="csY2897"/>
              </a:cxn>
              <a:cxn ang="0">
                <a:pos x="csX2898" y="csY2898"/>
              </a:cxn>
              <a:cxn ang="0">
                <a:pos x="csX2899" y="csY2899"/>
              </a:cxn>
              <a:cxn ang="0">
                <a:pos x="csX2900" y="csY2900"/>
              </a:cxn>
              <a:cxn ang="0">
                <a:pos x="csX2901" y="csY2901"/>
              </a:cxn>
              <a:cxn ang="0">
                <a:pos x="csX2902" y="csY2902"/>
              </a:cxn>
              <a:cxn ang="0">
                <a:pos x="csX2903" y="csY2903"/>
              </a:cxn>
              <a:cxn ang="0">
                <a:pos x="csX2904" y="csY2904"/>
              </a:cxn>
              <a:cxn ang="0">
                <a:pos x="csX2905" y="csY2905"/>
              </a:cxn>
              <a:cxn ang="0">
                <a:pos x="csX2906" y="csY2906"/>
              </a:cxn>
            </a:cxnLst>
            <a:rect l="l" t="t" r="r" b="b"/>
            <a:pathLst>
              <a:path w="5872039" h="3967305">
                <a:moveTo>
                  <a:pt x="1630557" y="3932433"/>
                </a:moveTo>
                <a:cubicBezTo>
                  <a:pt x="1728715" y="3932082"/>
                  <a:pt x="1828777" y="3942959"/>
                  <a:pt x="1926360" y="3953610"/>
                </a:cubicBezTo>
                <a:lnTo>
                  <a:pt x="2063964" y="3967305"/>
                </a:lnTo>
                <a:lnTo>
                  <a:pt x="1912635" y="3967305"/>
                </a:lnTo>
                <a:lnTo>
                  <a:pt x="1728813" y="3950310"/>
                </a:lnTo>
                <a:cubicBezTo>
                  <a:pt x="1663327" y="3946402"/>
                  <a:pt x="1598130" y="3945761"/>
                  <a:pt x="1534608" y="3951794"/>
                </a:cubicBezTo>
                <a:cubicBezTo>
                  <a:pt x="1503735" y="3954677"/>
                  <a:pt x="1474217" y="3959002"/>
                  <a:pt x="1445657" y="3964845"/>
                </a:cubicBezTo>
                <a:lnTo>
                  <a:pt x="1436419" y="3967305"/>
                </a:lnTo>
                <a:lnTo>
                  <a:pt x="1378588" y="3967305"/>
                </a:lnTo>
                <a:lnTo>
                  <a:pt x="1442591" y="3950250"/>
                </a:lnTo>
                <a:cubicBezTo>
                  <a:pt x="1471695" y="3944294"/>
                  <a:pt x="1501761" y="3939889"/>
                  <a:pt x="1533194" y="3936952"/>
                </a:cubicBezTo>
                <a:cubicBezTo>
                  <a:pt x="1565329" y="3933916"/>
                  <a:pt x="1597837" y="3932551"/>
                  <a:pt x="1630557" y="3932433"/>
                </a:cubicBezTo>
                <a:close/>
                <a:moveTo>
                  <a:pt x="3127249" y="3890621"/>
                </a:moveTo>
                <a:lnTo>
                  <a:pt x="3052118" y="3893909"/>
                </a:lnTo>
                <a:lnTo>
                  <a:pt x="3040045" y="3893138"/>
                </a:lnTo>
                <a:lnTo>
                  <a:pt x="3033883" y="3906456"/>
                </a:lnTo>
                <a:lnTo>
                  <a:pt x="3052898" y="3905986"/>
                </a:lnTo>
                <a:close/>
                <a:moveTo>
                  <a:pt x="2938833" y="3882768"/>
                </a:moveTo>
                <a:lnTo>
                  <a:pt x="2935359" y="3888554"/>
                </a:lnTo>
                <a:lnTo>
                  <a:pt x="2916668" y="3909353"/>
                </a:lnTo>
                <a:lnTo>
                  <a:pt x="3017381" y="3906864"/>
                </a:lnTo>
                <a:lnTo>
                  <a:pt x="3024173" y="3892124"/>
                </a:lnTo>
                <a:lnTo>
                  <a:pt x="2976590" y="3889084"/>
                </a:lnTo>
                <a:close/>
                <a:moveTo>
                  <a:pt x="2832196" y="3858204"/>
                </a:moveTo>
                <a:lnTo>
                  <a:pt x="2801624" y="3889633"/>
                </a:lnTo>
                <a:lnTo>
                  <a:pt x="2899037" y="3906747"/>
                </a:lnTo>
                <a:lnTo>
                  <a:pt x="2923025" y="3880123"/>
                </a:lnTo>
                <a:lnTo>
                  <a:pt x="2899621" y="3876207"/>
                </a:lnTo>
                <a:close/>
                <a:moveTo>
                  <a:pt x="3238071" y="3854954"/>
                </a:moveTo>
                <a:lnTo>
                  <a:pt x="3200256" y="3860524"/>
                </a:lnTo>
                <a:cubicBezTo>
                  <a:pt x="3173225" y="3862416"/>
                  <a:pt x="3146396" y="3862621"/>
                  <a:pt x="3119844" y="3861354"/>
                </a:cubicBezTo>
                <a:lnTo>
                  <a:pt x="3057674" y="3855036"/>
                </a:lnTo>
                <a:lnTo>
                  <a:pt x="3047435" y="3877165"/>
                </a:lnTo>
                <a:lnTo>
                  <a:pt x="3126017" y="3875820"/>
                </a:lnTo>
                <a:cubicBezTo>
                  <a:pt x="3162119" y="3872243"/>
                  <a:pt x="3196965" y="3865995"/>
                  <a:pt x="3230734" y="3857387"/>
                </a:cubicBezTo>
                <a:close/>
                <a:moveTo>
                  <a:pt x="2964629" y="3837842"/>
                </a:moveTo>
                <a:lnTo>
                  <a:pt x="2962375" y="3843545"/>
                </a:lnTo>
                <a:lnTo>
                  <a:pt x="2947674" y="3868037"/>
                </a:lnTo>
                <a:lnTo>
                  <a:pt x="3016153" y="3877701"/>
                </a:lnTo>
                <a:lnTo>
                  <a:pt x="3030937" y="3877448"/>
                </a:lnTo>
                <a:lnTo>
                  <a:pt x="3041999" y="3853442"/>
                </a:lnTo>
                <a:lnTo>
                  <a:pt x="3041092" y="3853350"/>
                </a:lnTo>
                <a:close/>
                <a:moveTo>
                  <a:pt x="2732451" y="3822201"/>
                </a:moveTo>
                <a:lnTo>
                  <a:pt x="2697710" y="3855589"/>
                </a:lnTo>
                <a:lnTo>
                  <a:pt x="2693539" y="3858180"/>
                </a:lnTo>
                <a:lnTo>
                  <a:pt x="2771758" y="3884386"/>
                </a:lnTo>
                <a:lnTo>
                  <a:pt x="2783967" y="3886531"/>
                </a:lnTo>
                <a:lnTo>
                  <a:pt x="2816201" y="3853467"/>
                </a:lnTo>
                <a:lnTo>
                  <a:pt x="2740819" y="3826125"/>
                </a:lnTo>
                <a:close/>
                <a:moveTo>
                  <a:pt x="2871292" y="3808603"/>
                </a:moveTo>
                <a:lnTo>
                  <a:pt x="2851830" y="3838019"/>
                </a:lnTo>
                <a:lnTo>
                  <a:pt x="2844063" y="3846005"/>
                </a:lnTo>
                <a:lnTo>
                  <a:pt x="2903153" y="3861755"/>
                </a:lnTo>
                <a:lnTo>
                  <a:pt x="2931649" y="3865776"/>
                </a:lnTo>
                <a:lnTo>
                  <a:pt x="2949134" y="3836658"/>
                </a:lnTo>
                <a:lnTo>
                  <a:pt x="2950319" y="3833649"/>
                </a:lnTo>
                <a:lnTo>
                  <a:pt x="2890346" y="3816008"/>
                </a:lnTo>
                <a:close/>
                <a:moveTo>
                  <a:pt x="3072729" y="3807675"/>
                </a:moveTo>
                <a:lnTo>
                  <a:pt x="3066588" y="3835769"/>
                </a:lnTo>
                <a:lnTo>
                  <a:pt x="3064298" y="3840720"/>
                </a:lnTo>
                <a:lnTo>
                  <a:pt x="3120087" y="3846435"/>
                </a:lnTo>
                <a:cubicBezTo>
                  <a:pt x="3146216" y="3847699"/>
                  <a:pt x="3172607" y="3847510"/>
                  <a:pt x="3199188" y="3845654"/>
                </a:cubicBezTo>
                <a:lnTo>
                  <a:pt x="3283247" y="3833467"/>
                </a:lnTo>
                <a:lnTo>
                  <a:pt x="3292593" y="3828251"/>
                </a:lnTo>
                <a:lnTo>
                  <a:pt x="3273001" y="3830465"/>
                </a:lnTo>
                <a:cubicBezTo>
                  <a:pt x="3222035" y="3832448"/>
                  <a:pt x="3171835" y="3828702"/>
                  <a:pt x="3122586" y="3820448"/>
                </a:cubicBezTo>
                <a:close/>
                <a:moveTo>
                  <a:pt x="3386652" y="3796937"/>
                </a:moveTo>
                <a:lnTo>
                  <a:pt x="3378327" y="3797613"/>
                </a:lnTo>
                <a:lnTo>
                  <a:pt x="3367680" y="3804745"/>
                </a:lnTo>
                <a:lnTo>
                  <a:pt x="3371355" y="3804328"/>
                </a:lnTo>
                <a:close/>
                <a:moveTo>
                  <a:pt x="2985388" y="3785300"/>
                </a:moveTo>
                <a:lnTo>
                  <a:pt x="2971369" y="3820782"/>
                </a:lnTo>
                <a:lnTo>
                  <a:pt x="3042566" y="3838493"/>
                </a:lnTo>
                <a:lnTo>
                  <a:pt x="3048603" y="3839112"/>
                </a:lnTo>
                <a:lnTo>
                  <a:pt x="3052646" y="3830338"/>
                </a:lnTo>
                <a:lnTo>
                  <a:pt x="3058349" y="3803991"/>
                </a:lnTo>
                <a:close/>
                <a:moveTo>
                  <a:pt x="2638323" y="3778057"/>
                </a:moveTo>
                <a:lnTo>
                  <a:pt x="2613671" y="3799752"/>
                </a:lnTo>
                <a:lnTo>
                  <a:pt x="2591849" y="3812381"/>
                </a:lnTo>
                <a:lnTo>
                  <a:pt x="2674471" y="3851792"/>
                </a:lnTo>
                <a:lnTo>
                  <a:pt x="2675143" y="3852017"/>
                </a:lnTo>
                <a:lnTo>
                  <a:pt x="2684642" y="3846368"/>
                </a:lnTo>
                <a:lnTo>
                  <a:pt x="2717610" y="3815241"/>
                </a:lnTo>
                <a:close/>
                <a:moveTo>
                  <a:pt x="2780224" y="3771494"/>
                </a:moveTo>
                <a:lnTo>
                  <a:pt x="2768407" y="3787646"/>
                </a:lnTo>
                <a:lnTo>
                  <a:pt x="2744653" y="3810475"/>
                </a:lnTo>
                <a:lnTo>
                  <a:pt x="2825850" y="3841150"/>
                </a:lnTo>
                <a:lnTo>
                  <a:pt x="2827721" y="3841649"/>
                </a:lnTo>
                <a:lnTo>
                  <a:pt x="2839978" y="3829076"/>
                </a:lnTo>
                <a:lnTo>
                  <a:pt x="2857149" y="3803107"/>
                </a:lnTo>
                <a:lnTo>
                  <a:pt x="2796279" y="3779452"/>
                </a:lnTo>
                <a:close/>
                <a:moveTo>
                  <a:pt x="3438744" y="3769122"/>
                </a:moveTo>
                <a:lnTo>
                  <a:pt x="3419439" y="3770075"/>
                </a:lnTo>
                <a:lnTo>
                  <a:pt x="3403664" y="3780641"/>
                </a:lnTo>
                <a:lnTo>
                  <a:pt x="3423251" y="3779039"/>
                </a:lnTo>
                <a:close/>
                <a:moveTo>
                  <a:pt x="3478335" y="3767169"/>
                </a:moveTo>
                <a:lnTo>
                  <a:pt x="3469346" y="3767612"/>
                </a:lnTo>
                <a:lnTo>
                  <a:pt x="3453909" y="3775671"/>
                </a:lnTo>
                <a:lnTo>
                  <a:pt x="3464712" y="3773221"/>
                </a:lnTo>
                <a:close/>
                <a:moveTo>
                  <a:pt x="3084257" y="3754928"/>
                </a:moveTo>
                <a:lnTo>
                  <a:pt x="3075885" y="3793231"/>
                </a:lnTo>
                <a:lnTo>
                  <a:pt x="3124287" y="3805683"/>
                </a:lnTo>
                <a:cubicBezTo>
                  <a:pt x="3172811" y="3813853"/>
                  <a:pt x="3222233" y="3817552"/>
                  <a:pt x="3272360" y="3815569"/>
                </a:cubicBezTo>
                <a:lnTo>
                  <a:pt x="3326296" y="3809445"/>
                </a:lnTo>
                <a:lnTo>
                  <a:pt x="3342710" y="3800285"/>
                </a:lnTo>
                <a:lnTo>
                  <a:pt x="3339205" y="3800299"/>
                </a:lnTo>
                <a:cubicBezTo>
                  <a:pt x="3288836" y="3800299"/>
                  <a:pt x="3239237" y="3794830"/>
                  <a:pt x="3190550" y="3785114"/>
                </a:cubicBezTo>
                <a:close/>
                <a:moveTo>
                  <a:pt x="2899190" y="3752722"/>
                </a:moveTo>
                <a:lnTo>
                  <a:pt x="2879753" y="3795814"/>
                </a:lnTo>
                <a:lnTo>
                  <a:pt x="2879667" y="3795945"/>
                </a:lnTo>
                <a:lnTo>
                  <a:pt x="2894036" y="3801544"/>
                </a:lnTo>
                <a:lnTo>
                  <a:pt x="2956812" y="3817160"/>
                </a:lnTo>
                <a:lnTo>
                  <a:pt x="2971147" y="3780754"/>
                </a:lnTo>
                <a:close/>
                <a:moveTo>
                  <a:pt x="3528935" y="3739357"/>
                </a:moveTo>
                <a:lnTo>
                  <a:pt x="3511251" y="3739642"/>
                </a:lnTo>
                <a:lnTo>
                  <a:pt x="3494169" y="3751548"/>
                </a:lnTo>
                <a:lnTo>
                  <a:pt x="3509773" y="3750775"/>
                </a:lnTo>
                <a:close/>
                <a:moveTo>
                  <a:pt x="3569320" y="3738707"/>
                </a:moveTo>
                <a:lnTo>
                  <a:pt x="3559842" y="3738859"/>
                </a:lnTo>
                <a:lnTo>
                  <a:pt x="3551374" y="3744369"/>
                </a:lnTo>
                <a:lnTo>
                  <a:pt x="3561523" y="3742431"/>
                </a:lnTo>
                <a:lnTo>
                  <a:pt x="3565463" y="3740834"/>
                </a:lnTo>
                <a:close/>
                <a:moveTo>
                  <a:pt x="3465649" y="3737131"/>
                </a:moveTo>
                <a:lnTo>
                  <a:pt x="3449873" y="3749689"/>
                </a:lnTo>
                <a:lnTo>
                  <a:pt x="3443337" y="3754067"/>
                </a:lnTo>
                <a:lnTo>
                  <a:pt x="3463852" y="3753050"/>
                </a:lnTo>
                <a:lnTo>
                  <a:pt x="3485295" y="3739325"/>
                </a:lnTo>
                <a:close/>
                <a:moveTo>
                  <a:pt x="2692314" y="3727916"/>
                </a:moveTo>
                <a:lnTo>
                  <a:pt x="2684851" y="3737111"/>
                </a:lnTo>
                <a:lnTo>
                  <a:pt x="2652006" y="3766016"/>
                </a:lnTo>
                <a:lnTo>
                  <a:pt x="2720057" y="3801183"/>
                </a:lnTo>
                <a:lnTo>
                  <a:pt x="2728944" y="3804540"/>
                </a:lnTo>
                <a:lnTo>
                  <a:pt x="2756902" y="3778142"/>
                </a:lnTo>
                <a:lnTo>
                  <a:pt x="2766673" y="3764776"/>
                </a:lnTo>
                <a:close/>
                <a:moveTo>
                  <a:pt x="2551797" y="3727013"/>
                </a:moveTo>
                <a:lnTo>
                  <a:pt x="2533980" y="3741535"/>
                </a:lnTo>
                <a:lnTo>
                  <a:pt x="2497432" y="3761971"/>
                </a:lnTo>
                <a:lnTo>
                  <a:pt x="2541602" y="3788413"/>
                </a:lnTo>
                <a:lnTo>
                  <a:pt x="2575738" y="3804696"/>
                </a:lnTo>
                <a:lnTo>
                  <a:pt x="2604268" y="3788268"/>
                </a:lnTo>
                <a:lnTo>
                  <a:pt x="2624346" y="3770634"/>
                </a:lnTo>
                <a:close/>
                <a:moveTo>
                  <a:pt x="3003352" y="3726446"/>
                </a:moveTo>
                <a:lnTo>
                  <a:pt x="2997471" y="3754716"/>
                </a:lnTo>
                <a:lnTo>
                  <a:pt x="2990893" y="3771366"/>
                </a:lnTo>
                <a:lnTo>
                  <a:pt x="3061480" y="3789525"/>
                </a:lnTo>
                <a:lnTo>
                  <a:pt x="3069854" y="3750838"/>
                </a:lnTo>
                <a:lnTo>
                  <a:pt x="3047366" y="3744451"/>
                </a:lnTo>
                <a:close/>
                <a:moveTo>
                  <a:pt x="2815387" y="3713027"/>
                </a:moveTo>
                <a:lnTo>
                  <a:pt x="2797212" y="3748270"/>
                </a:lnTo>
                <a:lnTo>
                  <a:pt x="2789100" y="3759360"/>
                </a:lnTo>
                <a:lnTo>
                  <a:pt x="2801264" y="3765398"/>
                </a:lnTo>
                <a:lnTo>
                  <a:pt x="2865527" y="3790436"/>
                </a:lnTo>
                <a:lnTo>
                  <a:pt x="2866913" y="3788339"/>
                </a:lnTo>
                <a:lnTo>
                  <a:pt x="2885351" y="3747331"/>
                </a:lnTo>
                <a:lnTo>
                  <a:pt x="2885130" y="3747244"/>
                </a:lnTo>
                <a:close/>
                <a:moveTo>
                  <a:pt x="3649552" y="3711240"/>
                </a:moveTo>
                <a:lnTo>
                  <a:pt x="3642128" y="3715856"/>
                </a:lnTo>
                <a:lnTo>
                  <a:pt x="3650651" y="3714536"/>
                </a:lnTo>
                <a:lnTo>
                  <a:pt x="3656907" y="3711365"/>
                </a:lnTo>
                <a:close/>
                <a:moveTo>
                  <a:pt x="3603499" y="3710454"/>
                </a:moveTo>
                <a:lnTo>
                  <a:pt x="3583305" y="3723593"/>
                </a:lnTo>
                <a:lnTo>
                  <a:pt x="3593265" y="3723424"/>
                </a:lnTo>
                <a:lnTo>
                  <a:pt x="3598489" y="3722615"/>
                </a:lnTo>
                <a:lnTo>
                  <a:pt x="3620021" y="3710736"/>
                </a:lnTo>
                <a:close/>
                <a:moveTo>
                  <a:pt x="3555696" y="3708663"/>
                </a:moveTo>
                <a:lnTo>
                  <a:pt x="3533047" y="3724450"/>
                </a:lnTo>
                <a:lnTo>
                  <a:pt x="3554569" y="3724083"/>
                </a:lnTo>
                <a:lnTo>
                  <a:pt x="3578167" y="3710022"/>
                </a:lnTo>
                <a:lnTo>
                  <a:pt x="3563738" y="3709776"/>
                </a:lnTo>
                <a:close/>
                <a:moveTo>
                  <a:pt x="3509459" y="3702261"/>
                </a:moveTo>
                <a:lnTo>
                  <a:pt x="3482072" y="3724059"/>
                </a:lnTo>
                <a:lnTo>
                  <a:pt x="3491822" y="3725152"/>
                </a:lnTo>
                <a:lnTo>
                  <a:pt x="3507864" y="3724879"/>
                </a:lnTo>
                <a:lnTo>
                  <a:pt x="3532109" y="3709360"/>
                </a:lnTo>
                <a:lnTo>
                  <a:pt x="3536263" y="3705972"/>
                </a:lnTo>
                <a:close/>
                <a:moveTo>
                  <a:pt x="3093286" y="3692502"/>
                </a:moveTo>
                <a:lnTo>
                  <a:pt x="3090889" y="3724585"/>
                </a:lnTo>
                <a:lnTo>
                  <a:pt x="3087411" y="3740498"/>
                </a:lnTo>
                <a:lnTo>
                  <a:pt x="3197486" y="3771350"/>
                </a:lnTo>
                <a:cubicBezTo>
                  <a:pt x="3245991" y="3780776"/>
                  <a:pt x="3295364" y="3785876"/>
                  <a:pt x="3345452" y="3785403"/>
                </a:cubicBezTo>
                <a:lnTo>
                  <a:pt x="3373489" y="3783110"/>
                </a:lnTo>
                <a:lnTo>
                  <a:pt x="3394981" y="3771117"/>
                </a:lnTo>
                <a:lnTo>
                  <a:pt x="3398457" y="3768537"/>
                </a:lnTo>
                <a:lnTo>
                  <a:pt x="3333482" y="3763298"/>
                </a:lnTo>
                <a:cubicBezTo>
                  <a:pt x="3278245" y="3755662"/>
                  <a:pt x="3223737" y="3742068"/>
                  <a:pt x="3169696" y="3723976"/>
                </a:cubicBezTo>
                <a:close/>
                <a:moveTo>
                  <a:pt x="2922971" y="3690611"/>
                </a:moveTo>
                <a:lnTo>
                  <a:pt x="2917388" y="3712378"/>
                </a:lnTo>
                <a:lnTo>
                  <a:pt x="2905307" y="3739161"/>
                </a:lnTo>
                <a:lnTo>
                  <a:pt x="2976561" y="3767007"/>
                </a:lnTo>
                <a:lnTo>
                  <a:pt x="2983314" y="3749855"/>
                </a:lnTo>
                <a:lnTo>
                  <a:pt x="2989333" y="3720711"/>
                </a:lnTo>
                <a:lnTo>
                  <a:pt x="2955365" y="3706815"/>
                </a:lnTo>
                <a:close/>
                <a:moveTo>
                  <a:pt x="3749263" y="3684045"/>
                </a:moveTo>
                <a:lnTo>
                  <a:pt x="3739299" y="3684842"/>
                </a:lnTo>
                <a:lnTo>
                  <a:pt x="3732261" y="3688882"/>
                </a:lnTo>
                <a:lnTo>
                  <a:pt x="3740688" y="3687887"/>
                </a:lnTo>
                <a:close/>
                <a:moveTo>
                  <a:pt x="3695505" y="3682665"/>
                </a:moveTo>
                <a:lnTo>
                  <a:pt x="3674544" y="3695699"/>
                </a:lnTo>
                <a:lnTo>
                  <a:pt x="3691848" y="3693656"/>
                </a:lnTo>
                <a:lnTo>
                  <a:pt x="3711905" y="3683490"/>
                </a:lnTo>
                <a:close/>
                <a:moveTo>
                  <a:pt x="3649418" y="3680346"/>
                </a:moveTo>
                <a:lnTo>
                  <a:pt x="3647746" y="3681665"/>
                </a:lnTo>
                <a:lnTo>
                  <a:pt x="3625672" y="3696027"/>
                </a:lnTo>
                <a:lnTo>
                  <a:pt x="3646081" y="3696359"/>
                </a:lnTo>
                <a:lnTo>
                  <a:pt x="3672959" y="3681531"/>
                </a:lnTo>
                <a:close/>
                <a:moveTo>
                  <a:pt x="2608621" y="3678604"/>
                </a:moveTo>
                <a:lnTo>
                  <a:pt x="2601375" y="3686603"/>
                </a:lnTo>
                <a:lnTo>
                  <a:pt x="2562372" y="3718394"/>
                </a:lnTo>
                <a:lnTo>
                  <a:pt x="2573643" y="3725519"/>
                </a:lnTo>
                <a:lnTo>
                  <a:pt x="2637903" y="3758728"/>
                </a:lnTo>
                <a:lnTo>
                  <a:pt x="2673853" y="3727154"/>
                </a:lnTo>
                <a:lnTo>
                  <a:pt x="2678839" y="3721008"/>
                </a:lnTo>
                <a:close/>
                <a:moveTo>
                  <a:pt x="2466324" y="3674102"/>
                </a:moveTo>
                <a:lnTo>
                  <a:pt x="2450231" y="3685980"/>
                </a:lnTo>
                <a:lnTo>
                  <a:pt x="2411659" y="3705874"/>
                </a:lnTo>
                <a:lnTo>
                  <a:pt x="2463947" y="3741926"/>
                </a:lnTo>
                <a:lnTo>
                  <a:pt x="2482861" y="3753248"/>
                </a:lnTo>
                <a:lnTo>
                  <a:pt x="2524903" y="3729839"/>
                </a:lnTo>
                <a:lnTo>
                  <a:pt x="2538327" y="3718914"/>
                </a:lnTo>
                <a:lnTo>
                  <a:pt x="2478685" y="3683054"/>
                </a:lnTo>
                <a:close/>
                <a:moveTo>
                  <a:pt x="3600695" y="3673751"/>
                </a:moveTo>
                <a:lnTo>
                  <a:pt x="3576041" y="3694482"/>
                </a:lnTo>
                <a:lnTo>
                  <a:pt x="3575006" y="3695203"/>
                </a:lnTo>
                <a:lnTo>
                  <a:pt x="3602292" y="3695647"/>
                </a:lnTo>
                <a:lnTo>
                  <a:pt x="3604100" y="3694570"/>
                </a:lnTo>
                <a:lnTo>
                  <a:pt x="3625852" y="3677939"/>
                </a:lnTo>
                <a:close/>
                <a:moveTo>
                  <a:pt x="2733007" y="3669258"/>
                </a:moveTo>
                <a:lnTo>
                  <a:pt x="2714510" y="3700565"/>
                </a:lnTo>
                <a:lnTo>
                  <a:pt x="2701921" y="3716078"/>
                </a:lnTo>
                <a:lnTo>
                  <a:pt x="2775550" y="3752633"/>
                </a:lnTo>
                <a:lnTo>
                  <a:pt x="2784691" y="3740128"/>
                </a:lnTo>
                <a:lnTo>
                  <a:pt x="2802004" y="3706461"/>
                </a:lnTo>
                <a:lnTo>
                  <a:pt x="2766749" y="3689164"/>
                </a:lnTo>
                <a:close/>
                <a:moveTo>
                  <a:pt x="3553562" y="3665101"/>
                </a:moveTo>
                <a:lnTo>
                  <a:pt x="3536639" y="3680626"/>
                </a:lnTo>
                <a:lnTo>
                  <a:pt x="3525436" y="3689543"/>
                </a:lnTo>
                <a:lnTo>
                  <a:pt x="3551899" y="3693218"/>
                </a:lnTo>
                <a:lnTo>
                  <a:pt x="3579990" y="3670305"/>
                </a:lnTo>
                <a:lnTo>
                  <a:pt x="3562336" y="3667367"/>
                </a:lnTo>
                <a:close/>
                <a:moveTo>
                  <a:pt x="3016954" y="3661061"/>
                </a:moveTo>
                <a:lnTo>
                  <a:pt x="3006427" y="3711666"/>
                </a:lnTo>
                <a:lnTo>
                  <a:pt x="3054726" y="3731338"/>
                </a:lnTo>
                <a:lnTo>
                  <a:pt x="3072968" y="3736450"/>
                </a:lnTo>
                <a:lnTo>
                  <a:pt x="3076260" y="3721242"/>
                </a:lnTo>
                <a:lnTo>
                  <a:pt x="3078818" y="3686543"/>
                </a:lnTo>
                <a:close/>
                <a:moveTo>
                  <a:pt x="3845010" y="3656904"/>
                </a:moveTo>
                <a:lnTo>
                  <a:pt x="3835042" y="3657326"/>
                </a:lnTo>
                <a:lnTo>
                  <a:pt x="3823939" y="3663169"/>
                </a:lnTo>
                <a:lnTo>
                  <a:pt x="3830847" y="3662610"/>
                </a:lnTo>
                <a:close/>
                <a:moveTo>
                  <a:pt x="3788898" y="3656365"/>
                </a:moveTo>
                <a:lnTo>
                  <a:pt x="3769359" y="3667584"/>
                </a:lnTo>
                <a:lnTo>
                  <a:pt x="3789674" y="3665940"/>
                </a:lnTo>
                <a:lnTo>
                  <a:pt x="3799250" y="3661650"/>
                </a:lnTo>
                <a:lnTo>
                  <a:pt x="3806159" y="3657827"/>
                </a:lnTo>
                <a:close/>
                <a:moveTo>
                  <a:pt x="3743926" y="3652557"/>
                </a:moveTo>
                <a:lnTo>
                  <a:pt x="3717573" y="3668943"/>
                </a:lnTo>
                <a:lnTo>
                  <a:pt x="3738531" y="3669995"/>
                </a:lnTo>
                <a:lnTo>
                  <a:pt x="3748214" y="3665088"/>
                </a:lnTo>
                <a:lnTo>
                  <a:pt x="3764508" y="3654300"/>
                </a:lnTo>
                <a:close/>
                <a:moveTo>
                  <a:pt x="2843516" y="3650867"/>
                </a:moveTo>
                <a:lnTo>
                  <a:pt x="2837438" y="3670265"/>
                </a:lnTo>
                <a:lnTo>
                  <a:pt x="2822188" y="3699838"/>
                </a:lnTo>
                <a:lnTo>
                  <a:pt x="2890028" y="3733189"/>
                </a:lnTo>
                <a:lnTo>
                  <a:pt x="2891458" y="3733748"/>
                </a:lnTo>
                <a:lnTo>
                  <a:pt x="2903522" y="3706918"/>
                </a:lnTo>
                <a:lnTo>
                  <a:pt x="2909406" y="3683826"/>
                </a:lnTo>
                <a:close/>
                <a:moveTo>
                  <a:pt x="3693175" y="3645839"/>
                </a:moveTo>
                <a:lnTo>
                  <a:pt x="3667090" y="3666410"/>
                </a:lnTo>
                <a:lnTo>
                  <a:pt x="3692988" y="3667709"/>
                </a:lnTo>
                <a:lnTo>
                  <a:pt x="3717370" y="3650307"/>
                </a:lnTo>
                <a:lnTo>
                  <a:pt x="3709067" y="3649604"/>
                </a:lnTo>
                <a:close/>
                <a:moveTo>
                  <a:pt x="3646926" y="3634880"/>
                </a:moveTo>
                <a:lnTo>
                  <a:pt x="3615616" y="3661206"/>
                </a:lnTo>
                <a:lnTo>
                  <a:pt x="3638111" y="3664955"/>
                </a:lnTo>
                <a:lnTo>
                  <a:pt x="3642542" y="3665178"/>
                </a:lnTo>
                <a:lnTo>
                  <a:pt x="3673831" y="3641255"/>
                </a:lnTo>
                <a:close/>
                <a:moveTo>
                  <a:pt x="3884003" y="3631564"/>
                </a:moveTo>
                <a:lnTo>
                  <a:pt x="3865963" y="3641056"/>
                </a:lnTo>
                <a:lnTo>
                  <a:pt x="3883465" y="3640295"/>
                </a:lnTo>
                <a:lnTo>
                  <a:pt x="3900718" y="3631607"/>
                </a:lnTo>
                <a:lnTo>
                  <a:pt x="3884973" y="3631679"/>
                </a:lnTo>
                <a:close/>
                <a:moveTo>
                  <a:pt x="3943049" y="3631412"/>
                </a:moveTo>
                <a:lnTo>
                  <a:pt x="3932658" y="3631460"/>
                </a:lnTo>
                <a:lnTo>
                  <a:pt x="3919952" y="3637533"/>
                </a:lnTo>
                <a:lnTo>
                  <a:pt x="3930850" y="3635774"/>
                </a:lnTo>
                <a:close/>
                <a:moveTo>
                  <a:pt x="2526756" y="3627288"/>
                </a:moveTo>
                <a:lnTo>
                  <a:pt x="2517740" y="3636150"/>
                </a:lnTo>
                <a:lnTo>
                  <a:pt x="2478857" y="3664851"/>
                </a:lnTo>
                <a:lnTo>
                  <a:pt x="2486961" y="3670721"/>
                </a:lnTo>
                <a:lnTo>
                  <a:pt x="2549199" y="3710067"/>
                </a:lnTo>
                <a:lnTo>
                  <a:pt x="2590857" y="3676166"/>
                </a:lnTo>
                <a:lnTo>
                  <a:pt x="2595711" y="3670808"/>
                </a:lnTo>
                <a:lnTo>
                  <a:pt x="2549107" y="3642664"/>
                </a:lnTo>
                <a:close/>
                <a:moveTo>
                  <a:pt x="3837594" y="3626035"/>
                </a:moveTo>
                <a:lnTo>
                  <a:pt x="3819484" y="3638805"/>
                </a:lnTo>
                <a:lnTo>
                  <a:pt x="3811641" y="3643309"/>
                </a:lnTo>
                <a:lnTo>
                  <a:pt x="3812502" y="3643381"/>
                </a:lnTo>
                <a:lnTo>
                  <a:pt x="3833953" y="3642448"/>
                </a:lnTo>
                <a:lnTo>
                  <a:pt x="3859005" y="3628586"/>
                </a:lnTo>
                <a:close/>
                <a:moveTo>
                  <a:pt x="3098317" y="3625139"/>
                </a:moveTo>
                <a:lnTo>
                  <a:pt x="3094451" y="3676905"/>
                </a:lnTo>
                <a:lnTo>
                  <a:pt x="3173483" y="3709537"/>
                </a:lnTo>
                <a:cubicBezTo>
                  <a:pt x="3226896" y="3727479"/>
                  <a:pt x="3280707" y="3740957"/>
                  <a:pt x="3335156" y="3748524"/>
                </a:cubicBezTo>
                <a:lnTo>
                  <a:pt x="3416541" y="3755119"/>
                </a:lnTo>
                <a:lnTo>
                  <a:pt x="3444037" y="3734718"/>
                </a:lnTo>
                <a:lnTo>
                  <a:pt x="3405643" y="3730431"/>
                </a:lnTo>
                <a:cubicBezTo>
                  <a:pt x="3350018" y="3721050"/>
                  <a:pt x="3295204" y="3705814"/>
                  <a:pt x="3241096" y="3686439"/>
                </a:cubicBezTo>
                <a:close/>
                <a:moveTo>
                  <a:pt x="3598908" y="3623502"/>
                </a:moveTo>
                <a:lnTo>
                  <a:pt x="3566695" y="3653054"/>
                </a:lnTo>
                <a:lnTo>
                  <a:pt x="3595296" y="3657820"/>
                </a:lnTo>
                <a:lnTo>
                  <a:pt x="3628712" y="3630564"/>
                </a:lnTo>
                <a:close/>
                <a:moveTo>
                  <a:pt x="2940201" y="3622377"/>
                </a:moveTo>
                <a:lnTo>
                  <a:pt x="2939888" y="3624654"/>
                </a:lnTo>
                <a:lnTo>
                  <a:pt x="2926749" y="3675879"/>
                </a:lnTo>
                <a:lnTo>
                  <a:pt x="2962897" y="3693936"/>
                </a:lnTo>
                <a:lnTo>
                  <a:pt x="2992383" y="3705945"/>
                </a:lnTo>
                <a:lnTo>
                  <a:pt x="3002321" y="3657824"/>
                </a:lnTo>
                <a:lnTo>
                  <a:pt x="3002628" y="3654532"/>
                </a:lnTo>
                <a:close/>
                <a:moveTo>
                  <a:pt x="2652902" y="3622000"/>
                </a:moveTo>
                <a:lnTo>
                  <a:pt x="2631888" y="3652914"/>
                </a:lnTo>
                <a:lnTo>
                  <a:pt x="2618764" y="3667405"/>
                </a:lnTo>
                <a:lnTo>
                  <a:pt x="2687430" y="3708885"/>
                </a:lnTo>
                <a:lnTo>
                  <a:pt x="2688315" y="3709324"/>
                </a:lnTo>
                <a:lnTo>
                  <a:pt x="2702497" y="3691836"/>
                </a:lnTo>
                <a:lnTo>
                  <a:pt x="2720244" y="3661728"/>
                </a:lnTo>
                <a:close/>
                <a:moveTo>
                  <a:pt x="3787373" y="3620051"/>
                </a:moveTo>
                <a:lnTo>
                  <a:pt x="3762208" y="3639149"/>
                </a:lnTo>
                <a:lnTo>
                  <a:pt x="3784552" y="3641029"/>
                </a:lnTo>
                <a:lnTo>
                  <a:pt x="3811835" y="3622966"/>
                </a:lnTo>
                <a:close/>
                <a:moveTo>
                  <a:pt x="2388099" y="3617449"/>
                </a:moveTo>
                <a:lnTo>
                  <a:pt x="2380131" y="3622930"/>
                </a:lnTo>
                <a:lnTo>
                  <a:pt x="2332847" y="3647483"/>
                </a:lnTo>
                <a:lnTo>
                  <a:pt x="2373563" y="3679608"/>
                </a:lnTo>
                <a:lnTo>
                  <a:pt x="2397899" y="3696387"/>
                </a:lnTo>
                <a:lnTo>
                  <a:pt x="2442206" y="3673567"/>
                </a:lnTo>
                <a:lnTo>
                  <a:pt x="2453789" y="3665024"/>
                </a:lnTo>
                <a:close/>
                <a:moveTo>
                  <a:pt x="3740496" y="3608519"/>
                </a:moveTo>
                <a:lnTo>
                  <a:pt x="3708069" y="3634092"/>
                </a:lnTo>
                <a:lnTo>
                  <a:pt x="3711336" y="3634868"/>
                </a:lnTo>
                <a:lnTo>
                  <a:pt x="3736084" y="3636951"/>
                </a:lnTo>
                <a:lnTo>
                  <a:pt x="3766377" y="3615330"/>
                </a:lnTo>
                <a:close/>
                <a:moveTo>
                  <a:pt x="4029765" y="3607701"/>
                </a:moveTo>
                <a:lnTo>
                  <a:pt x="4021037" y="3611921"/>
                </a:lnTo>
                <a:lnTo>
                  <a:pt x="4030828" y="3610751"/>
                </a:lnTo>
                <a:lnTo>
                  <a:pt x="4037710" y="3607970"/>
                </a:lnTo>
                <a:close/>
                <a:moveTo>
                  <a:pt x="3981753" y="3606075"/>
                </a:moveTo>
                <a:lnTo>
                  <a:pt x="3965666" y="3615683"/>
                </a:lnTo>
                <a:lnTo>
                  <a:pt x="3964135" y="3616415"/>
                </a:lnTo>
                <a:lnTo>
                  <a:pt x="3976939" y="3616345"/>
                </a:lnTo>
                <a:lnTo>
                  <a:pt x="3998326" y="3606636"/>
                </a:lnTo>
                <a:close/>
                <a:moveTo>
                  <a:pt x="2765678" y="3606047"/>
                </a:moveTo>
                <a:lnTo>
                  <a:pt x="2757256" y="3628215"/>
                </a:lnTo>
                <a:lnTo>
                  <a:pt x="2740548" y="3656495"/>
                </a:lnTo>
                <a:lnTo>
                  <a:pt x="2773042" y="3675676"/>
                </a:lnTo>
                <a:lnTo>
                  <a:pt x="2808796" y="3693253"/>
                </a:lnTo>
                <a:lnTo>
                  <a:pt x="2823790" y="3664095"/>
                </a:lnTo>
                <a:lnTo>
                  <a:pt x="2830178" y="3643596"/>
                </a:lnTo>
                <a:close/>
                <a:moveTo>
                  <a:pt x="3932193" y="3601211"/>
                </a:moveTo>
                <a:lnTo>
                  <a:pt x="3908384" y="3616720"/>
                </a:lnTo>
                <a:lnTo>
                  <a:pt x="3930522" y="3616599"/>
                </a:lnTo>
                <a:lnTo>
                  <a:pt x="3954288" y="3604631"/>
                </a:lnTo>
                <a:close/>
                <a:moveTo>
                  <a:pt x="3693109" y="3596048"/>
                </a:moveTo>
                <a:lnTo>
                  <a:pt x="3661126" y="3622940"/>
                </a:lnTo>
                <a:lnTo>
                  <a:pt x="3689095" y="3629585"/>
                </a:lnTo>
                <a:lnTo>
                  <a:pt x="3722754" y="3603850"/>
                </a:lnTo>
                <a:close/>
                <a:moveTo>
                  <a:pt x="3883487" y="3593672"/>
                </a:moveTo>
                <a:lnTo>
                  <a:pt x="3855740" y="3613239"/>
                </a:lnTo>
                <a:lnTo>
                  <a:pt x="3881256" y="3616273"/>
                </a:lnTo>
                <a:lnTo>
                  <a:pt x="3886026" y="3613634"/>
                </a:lnTo>
                <a:lnTo>
                  <a:pt x="3910282" y="3597819"/>
                </a:lnTo>
                <a:close/>
                <a:moveTo>
                  <a:pt x="3023842" y="3587958"/>
                </a:moveTo>
                <a:lnTo>
                  <a:pt x="3018423" y="3645514"/>
                </a:lnTo>
                <a:lnTo>
                  <a:pt x="3079969" y="3670926"/>
                </a:lnTo>
                <a:lnTo>
                  <a:pt x="3083803" y="3618908"/>
                </a:lnTo>
                <a:lnTo>
                  <a:pt x="3080780" y="3617610"/>
                </a:lnTo>
                <a:close/>
                <a:moveTo>
                  <a:pt x="4127896" y="3585980"/>
                </a:moveTo>
                <a:lnTo>
                  <a:pt x="4120821" y="3589036"/>
                </a:lnTo>
                <a:lnTo>
                  <a:pt x="4127271" y="3588537"/>
                </a:lnTo>
                <a:lnTo>
                  <a:pt x="4133376" y="3586376"/>
                </a:lnTo>
                <a:close/>
                <a:moveTo>
                  <a:pt x="3835336" y="3583653"/>
                </a:moveTo>
                <a:lnTo>
                  <a:pt x="3804397" y="3607132"/>
                </a:lnTo>
                <a:lnTo>
                  <a:pt x="3830976" y="3610293"/>
                </a:lnTo>
                <a:lnTo>
                  <a:pt x="3861275" y="3590233"/>
                </a:lnTo>
                <a:lnTo>
                  <a:pt x="3854556" y="3589193"/>
                </a:lnTo>
                <a:close/>
                <a:moveTo>
                  <a:pt x="4081612" y="3582632"/>
                </a:moveTo>
                <a:lnTo>
                  <a:pt x="4058659" y="3593730"/>
                </a:lnTo>
                <a:lnTo>
                  <a:pt x="4059767" y="3593767"/>
                </a:lnTo>
                <a:lnTo>
                  <a:pt x="4075966" y="3592512"/>
                </a:lnTo>
                <a:lnTo>
                  <a:pt x="4097562" y="3583785"/>
                </a:lnTo>
                <a:close/>
                <a:moveTo>
                  <a:pt x="3644112" y="3582032"/>
                </a:moveTo>
                <a:lnTo>
                  <a:pt x="3612192" y="3611315"/>
                </a:lnTo>
                <a:lnTo>
                  <a:pt x="3643262" y="3618696"/>
                </a:lnTo>
                <a:lnTo>
                  <a:pt x="3676415" y="3591654"/>
                </a:lnTo>
                <a:lnTo>
                  <a:pt x="3652452" y="3585348"/>
                </a:lnTo>
                <a:close/>
                <a:moveTo>
                  <a:pt x="2864426" y="3581182"/>
                </a:moveTo>
                <a:lnTo>
                  <a:pt x="2863029" y="3588586"/>
                </a:lnTo>
                <a:lnTo>
                  <a:pt x="2848004" y="3636544"/>
                </a:lnTo>
                <a:lnTo>
                  <a:pt x="2913160" y="3669091"/>
                </a:lnTo>
                <a:lnTo>
                  <a:pt x="2925449" y="3620864"/>
                </a:lnTo>
                <a:lnTo>
                  <a:pt x="2926225" y="3615179"/>
                </a:lnTo>
                <a:lnTo>
                  <a:pt x="2902169" y="3602788"/>
                </a:lnTo>
                <a:close/>
                <a:moveTo>
                  <a:pt x="4028303" y="3578272"/>
                </a:moveTo>
                <a:lnTo>
                  <a:pt x="4005352" y="3591980"/>
                </a:lnTo>
                <a:lnTo>
                  <a:pt x="4028911" y="3592753"/>
                </a:lnTo>
                <a:lnTo>
                  <a:pt x="4034618" y="3590163"/>
                </a:lnTo>
                <a:lnTo>
                  <a:pt x="4052371" y="3580517"/>
                </a:lnTo>
                <a:lnTo>
                  <a:pt x="4032568" y="3579084"/>
                </a:lnTo>
                <a:close/>
                <a:moveTo>
                  <a:pt x="2448408" y="3573387"/>
                </a:moveTo>
                <a:lnTo>
                  <a:pt x="2434183" y="3585750"/>
                </a:lnTo>
                <a:lnTo>
                  <a:pt x="2401085" y="3608517"/>
                </a:lnTo>
                <a:lnTo>
                  <a:pt x="2466329" y="3655776"/>
                </a:lnTo>
                <a:lnTo>
                  <a:pt x="2507889" y="3625124"/>
                </a:lnTo>
                <a:lnTo>
                  <a:pt x="2514358" y="3618758"/>
                </a:lnTo>
                <a:close/>
                <a:moveTo>
                  <a:pt x="2574577" y="3572826"/>
                </a:moveTo>
                <a:lnTo>
                  <a:pt x="2549134" y="3605290"/>
                </a:lnTo>
                <a:lnTo>
                  <a:pt x="2537536" y="3616691"/>
                </a:lnTo>
                <a:lnTo>
                  <a:pt x="2557168" y="3630197"/>
                </a:lnTo>
                <a:lnTo>
                  <a:pt x="2605856" y="3659608"/>
                </a:lnTo>
                <a:lnTo>
                  <a:pt x="2620382" y="3643571"/>
                </a:lnTo>
                <a:lnTo>
                  <a:pt x="2640122" y="3614461"/>
                </a:lnTo>
                <a:lnTo>
                  <a:pt x="2619555" y="3602327"/>
                </a:lnTo>
                <a:close/>
                <a:moveTo>
                  <a:pt x="3788973" y="3570288"/>
                </a:moveTo>
                <a:lnTo>
                  <a:pt x="3755013" y="3597070"/>
                </a:lnTo>
                <a:lnTo>
                  <a:pt x="3782058" y="3604138"/>
                </a:lnTo>
                <a:lnTo>
                  <a:pt x="3817830" y="3578606"/>
                </a:lnTo>
                <a:close/>
                <a:moveTo>
                  <a:pt x="3981182" y="3569301"/>
                </a:moveTo>
                <a:lnTo>
                  <a:pt x="3950848" y="3589060"/>
                </a:lnTo>
                <a:lnTo>
                  <a:pt x="3960167" y="3590496"/>
                </a:lnTo>
                <a:lnTo>
                  <a:pt x="3977845" y="3591077"/>
                </a:lnTo>
                <a:lnTo>
                  <a:pt x="4006290" y="3574081"/>
                </a:lnTo>
                <a:close/>
                <a:moveTo>
                  <a:pt x="4181040" y="3561390"/>
                </a:moveTo>
                <a:lnTo>
                  <a:pt x="4162752" y="3570684"/>
                </a:lnTo>
                <a:lnTo>
                  <a:pt x="4179369" y="3570097"/>
                </a:lnTo>
                <a:lnTo>
                  <a:pt x="4187427" y="3567245"/>
                </a:lnTo>
                <a:lnTo>
                  <a:pt x="4196856" y="3563147"/>
                </a:lnTo>
                <a:close/>
                <a:moveTo>
                  <a:pt x="2688692" y="3561182"/>
                </a:moveTo>
                <a:lnTo>
                  <a:pt x="2677100" y="3586400"/>
                </a:lnTo>
                <a:lnTo>
                  <a:pt x="2661264" y="3609698"/>
                </a:lnTo>
                <a:lnTo>
                  <a:pt x="2727772" y="3648955"/>
                </a:lnTo>
                <a:lnTo>
                  <a:pt x="2744020" y="3621388"/>
                </a:lnTo>
                <a:lnTo>
                  <a:pt x="2752683" y="3598482"/>
                </a:lnTo>
                <a:lnTo>
                  <a:pt x="2689817" y="3561884"/>
                </a:lnTo>
                <a:close/>
                <a:moveTo>
                  <a:pt x="3931468" y="3559837"/>
                </a:moveTo>
                <a:lnTo>
                  <a:pt x="3900937" y="3581366"/>
                </a:lnTo>
                <a:lnTo>
                  <a:pt x="3928905" y="3585677"/>
                </a:lnTo>
                <a:lnTo>
                  <a:pt x="3960159" y="3565299"/>
                </a:lnTo>
                <a:close/>
                <a:moveTo>
                  <a:pt x="2311210" y="3558685"/>
                </a:moveTo>
                <a:lnTo>
                  <a:pt x="2279407" y="3577591"/>
                </a:lnTo>
                <a:lnTo>
                  <a:pt x="2257587" y="3586975"/>
                </a:lnTo>
                <a:lnTo>
                  <a:pt x="2268020" y="3596334"/>
                </a:lnTo>
                <a:lnTo>
                  <a:pt x="2320038" y="3637376"/>
                </a:lnTo>
                <a:lnTo>
                  <a:pt x="2371910" y="3610521"/>
                </a:lnTo>
                <a:lnTo>
                  <a:pt x="2375308" y="3608186"/>
                </a:lnTo>
                <a:lnTo>
                  <a:pt x="2342827" y="3584662"/>
                </a:lnTo>
                <a:close/>
                <a:moveTo>
                  <a:pt x="3738582" y="3555762"/>
                </a:moveTo>
                <a:lnTo>
                  <a:pt x="3717943" y="3575167"/>
                </a:lnTo>
                <a:lnTo>
                  <a:pt x="3706860" y="3584486"/>
                </a:lnTo>
                <a:lnTo>
                  <a:pt x="3737580" y="3592514"/>
                </a:lnTo>
                <a:lnTo>
                  <a:pt x="3762172" y="3573712"/>
                </a:lnTo>
                <a:lnTo>
                  <a:pt x="3771711" y="3565312"/>
                </a:lnTo>
                <a:close/>
                <a:moveTo>
                  <a:pt x="4129727" y="3555689"/>
                </a:moveTo>
                <a:lnTo>
                  <a:pt x="4105368" y="3569422"/>
                </a:lnTo>
                <a:lnTo>
                  <a:pt x="4126114" y="3570904"/>
                </a:lnTo>
                <a:lnTo>
                  <a:pt x="4152135" y="3558179"/>
                </a:lnTo>
                <a:close/>
                <a:moveTo>
                  <a:pt x="3099953" y="3549856"/>
                </a:moveTo>
                <a:lnTo>
                  <a:pt x="3099539" y="3608786"/>
                </a:lnTo>
                <a:lnTo>
                  <a:pt x="3099490" y="3609443"/>
                </a:lnTo>
                <a:lnTo>
                  <a:pt x="3245084" y="3672082"/>
                </a:lnTo>
                <a:cubicBezTo>
                  <a:pt x="3298617" y="3691309"/>
                  <a:pt x="3352780" y="3706423"/>
                  <a:pt x="3407651" y="3715717"/>
                </a:cubicBezTo>
                <a:lnTo>
                  <a:pt x="3461509" y="3721754"/>
                </a:lnTo>
                <a:lnTo>
                  <a:pt x="3491190" y="3699731"/>
                </a:lnTo>
                <a:lnTo>
                  <a:pt x="3484408" y="3698792"/>
                </a:lnTo>
                <a:cubicBezTo>
                  <a:pt x="3381001" y="3679078"/>
                  <a:pt x="3280351" y="3639496"/>
                  <a:pt x="3181806" y="3591728"/>
                </a:cubicBezTo>
                <a:close/>
                <a:moveTo>
                  <a:pt x="2950339" y="3548582"/>
                </a:moveTo>
                <a:lnTo>
                  <a:pt x="2942352" y="3606724"/>
                </a:lnTo>
                <a:lnTo>
                  <a:pt x="3004119" y="3638572"/>
                </a:lnTo>
                <a:lnTo>
                  <a:pt x="3009541" y="3580510"/>
                </a:lnTo>
                <a:lnTo>
                  <a:pt x="2975936" y="3563010"/>
                </a:lnTo>
                <a:close/>
                <a:moveTo>
                  <a:pt x="4080487" y="3547105"/>
                </a:moveTo>
                <a:lnTo>
                  <a:pt x="4049774" y="3565448"/>
                </a:lnTo>
                <a:lnTo>
                  <a:pt x="4076577" y="3567364"/>
                </a:lnTo>
                <a:lnTo>
                  <a:pt x="4104035" y="3552444"/>
                </a:lnTo>
                <a:close/>
                <a:moveTo>
                  <a:pt x="3884599" y="3545523"/>
                </a:moveTo>
                <a:lnTo>
                  <a:pt x="3874289" y="3554092"/>
                </a:lnTo>
                <a:lnTo>
                  <a:pt x="3850042" y="3572493"/>
                </a:lnTo>
                <a:lnTo>
                  <a:pt x="3857679" y="3574698"/>
                </a:lnTo>
                <a:lnTo>
                  <a:pt x="3879628" y="3578082"/>
                </a:lnTo>
                <a:lnTo>
                  <a:pt x="3907827" y="3559412"/>
                </a:lnTo>
                <a:lnTo>
                  <a:pt x="3913848" y="3554791"/>
                </a:lnTo>
                <a:close/>
                <a:moveTo>
                  <a:pt x="4282255" y="3542665"/>
                </a:moveTo>
                <a:lnTo>
                  <a:pt x="4265105" y="3550431"/>
                </a:lnTo>
                <a:lnTo>
                  <a:pt x="4274234" y="3550492"/>
                </a:lnTo>
                <a:lnTo>
                  <a:pt x="4292951" y="3544202"/>
                </a:lnTo>
                <a:lnTo>
                  <a:pt x="4292301" y="3544170"/>
                </a:lnTo>
                <a:close/>
                <a:moveTo>
                  <a:pt x="2789519" y="3538302"/>
                </a:moveTo>
                <a:lnTo>
                  <a:pt x="2785907" y="3552807"/>
                </a:lnTo>
                <a:lnTo>
                  <a:pt x="2771027" y="3591970"/>
                </a:lnTo>
                <a:lnTo>
                  <a:pt x="2834714" y="3629043"/>
                </a:lnTo>
                <a:lnTo>
                  <a:pt x="2848730" y="3584068"/>
                </a:lnTo>
                <a:lnTo>
                  <a:pt x="2850744" y="3573349"/>
                </a:lnTo>
                <a:close/>
                <a:moveTo>
                  <a:pt x="3690848" y="3536695"/>
                </a:moveTo>
                <a:lnTo>
                  <a:pt x="3661137" y="3566415"/>
                </a:lnTo>
                <a:lnTo>
                  <a:pt x="3656120" y="3571017"/>
                </a:lnTo>
                <a:lnTo>
                  <a:pt x="3657669" y="3571630"/>
                </a:lnTo>
                <a:lnTo>
                  <a:pt x="3690365" y="3580175"/>
                </a:lnTo>
                <a:lnTo>
                  <a:pt x="3722762" y="3549820"/>
                </a:lnTo>
                <a:close/>
                <a:moveTo>
                  <a:pt x="4031339" y="3535962"/>
                </a:moveTo>
                <a:lnTo>
                  <a:pt x="4021115" y="3543290"/>
                </a:lnTo>
                <a:lnTo>
                  <a:pt x="3999128" y="3557612"/>
                </a:lnTo>
                <a:lnTo>
                  <a:pt x="4025478" y="3562616"/>
                </a:lnTo>
                <a:lnTo>
                  <a:pt x="4059429" y="3542331"/>
                </a:lnTo>
                <a:close/>
                <a:moveTo>
                  <a:pt x="4232545" y="3535216"/>
                </a:moveTo>
                <a:lnTo>
                  <a:pt x="4205217" y="3549104"/>
                </a:lnTo>
                <a:lnTo>
                  <a:pt x="4214163" y="3550091"/>
                </a:lnTo>
                <a:lnTo>
                  <a:pt x="4226707" y="3550175"/>
                </a:lnTo>
                <a:lnTo>
                  <a:pt x="4253799" y="3538401"/>
                </a:lnTo>
                <a:close/>
                <a:moveTo>
                  <a:pt x="3834946" y="3529790"/>
                </a:moveTo>
                <a:lnTo>
                  <a:pt x="3802244" y="3558688"/>
                </a:lnTo>
                <a:lnTo>
                  <a:pt x="3833208" y="3567631"/>
                </a:lnTo>
                <a:lnTo>
                  <a:pt x="3834562" y="3566665"/>
                </a:lnTo>
                <a:lnTo>
                  <a:pt x="3866976" y="3539939"/>
                </a:lnTo>
                <a:close/>
                <a:moveTo>
                  <a:pt x="4180456" y="3527091"/>
                </a:moveTo>
                <a:lnTo>
                  <a:pt x="4151854" y="3543215"/>
                </a:lnTo>
                <a:lnTo>
                  <a:pt x="4177047" y="3545995"/>
                </a:lnTo>
                <a:lnTo>
                  <a:pt x="4206935" y="3531378"/>
                </a:lnTo>
                <a:lnTo>
                  <a:pt x="4183265" y="3527831"/>
                </a:lnTo>
                <a:close/>
                <a:moveTo>
                  <a:pt x="4387516" y="3525865"/>
                </a:moveTo>
                <a:lnTo>
                  <a:pt x="4369575" y="3532999"/>
                </a:lnTo>
                <a:lnTo>
                  <a:pt x="4379628" y="3533484"/>
                </a:lnTo>
                <a:lnTo>
                  <a:pt x="4401888" y="3527150"/>
                </a:lnTo>
                <a:close/>
                <a:moveTo>
                  <a:pt x="2498303" y="3522798"/>
                </a:moveTo>
                <a:lnTo>
                  <a:pt x="2466404" y="3557746"/>
                </a:lnTo>
                <a:lnTo>
                  <a:pt x="2459976" y="3563333"/>
                </a:lnTo>
                <a:lnTo>
                  <a:pt x="2525130" y="3608156"/>
                </a:lnTo>
                <a:lnTo>
                  <a:pt x="2538295" y="3595199"/>
                </a:lnTo>
                <a:lnTo>
                  <a:pt x="2562168" y="3564687"/>
                </a:lnTo>
                <a:close/>
                <a:moveTo>
                  <a:pt x="3981273" y="3522379"/>
                </a:moveTo>
                <a:lnTo>
                  <a:pt x="3948239" y="3547947"/>
                </a:lnTo>
                <a:lnTo>
                  <a:pt x="3978081" y="3553615"/>
                </a:lnTo>
                <a:lnTo>
                  <a:pt x="4011911" y="3531557"/>
                </a:lnTo>
                <a:lnTo>
                  <a:pt x="3999911" y="3528836"/>
                </a:lnTo>
                <a:close/>
                <a:moveTo>
                  <a:pt x="2372542" y="3518556"/>
                </a:moveTo>
                <a:lnTo>
                  <a:pt x="2350601" y="3535269"/>
                </a:lnTo>
                <a:lnTo>
                  <a:pt x="2324781" y="3550618"/>
                </a:lnTo>
                <a:lnTo>
                  <a:pt x="2351840" y="3572846"/>
                </a:lnTo>
                <a:lnTo>
                  <a:pt x="2388301" y="3599257"/>
                </a:lnTo>
                <a:lnTo>
                  <a:pt x="2424973" y="3574057"/>
                </a:lnTo>
                <a:lnTo>
                  <a:pt x="2435761" y="3564686"/>
                </a:lnTo>
                <a:lnTo>
                  <a:pt x="2412491" y="3548677"/>
                </a:lnTo>
                <a:close/>
                <a:moveTo>
                  <a:pt x="4337476" y="3517659"/>
                </a:moveTo>
                <a:lnTo>
                  <a:pt x="4309951" y="3530123"/>
                </a:lnTo>
                <a:lnTo>
                  <a:pt x="4331722" y="3531173"/>
                </a:lnTo>
                <a:lnTo>
                  <a:pt x="4357850" y="3522393"/>
                </a:lnTo>
                <a:lnTo>
                  <a:pt x="4359318" y="3521772"/>
                </a:lnTo>
                <a:close/>
                <a:moveTo>
                  <a:pt x="2613512" y="3514270"/>
                </a:moveTo>
                <a:lnTo>
                  <a:pt x="2596546" y="3544793"/>
                </a:lnTo>
                <a:lnTo>
                  <a:pt x="2583771" y="3561093"/>
                </a:lnTo>
                <a:lnTo>
                  <a:pt x="2627430" y="3589727"/>
                </a:lnTo>
                <a:lnTo>
                  <a:pt x="2648472" y="3602147"/>
                </a:lnTo>
                <a:lnTo>
                  <a:pt x="2664276" y="3578841"/>
                </a:lnTo>
                <a:lnTo>
                  <a:pt x="2675991" y="3553257"/>
                </a:lnTo>
                <a:close/>
                <a:moveTo>
                  <a:pt x="4131762" y="3514254"/>
                </a:moveTo>
                <a:lnTo>
                  <a:pt x="4098725" y="3536033"/>
                </a:lnTo>
                <a:lnTo>
                  <a:pt x="4110083" y="3538605"/>
                </a:lnTo>
                <a:lnTo>
                  <a:pt x="4126226" y="3540387"/>
                </a:lnTo>
                <a:lnTo>
                  <a:pt x="4160418" y="3521808"/>
                </a:lnTo>
                <a:close/>
                <a:moveTo>
                  <a:pt x="4496045" y="3511656"/>
                </a:moveTo>
                <a:lnTo>
                  <a:pt x="4476518" y="3518823"/>
                </a:lnTo>
                <a:lnTo>
                  <a:pt x="4487155" y="3519766"/>
                </a:lnTo>
                <a:lnTo>
                  <a:pt x="4512753" y="3513791"/>
                </a:lnTo>
                <a:close/>
                <a:moveTo>
                  <a:pt x="3786013" y="3511165"/>
                </a:moveTo>
                <a:lnTo>
                  <a:pt x="3751161" y="3543934"/>
                </a:lnTo>
                <a:lnTo>
                  <a:pt x="3784917" y="3553683"/>
                </a:lnTo>
                <a:lnTo>
                  <a:pt x="3818110" y="3524455"/>
                </a:lnTo>
                <a:lnTo>
                  <a:pt x="3813887" y="3523117"/>
                </a:lnTo>
                <a:close/>
                <a:moveTo>
                  <a:pt x="3028169" y="3510968"/>
                </a:moveTo>
                <a:lnTo>
                  <a:pt x="3026039" y="3564615"/>
                </a:lnTo>
                <a:lnTo>
                  <a:pt x="3025344" y="3571998"/>
                </a:lnTo>
                <a:lnTo>
                  <a:pt x="3084693" y="3602931"/>
                </a:lnTo>
                <a:lnTo>
                  <a:pt x="3085115" y="3542265"/>
                </a:lnTo>
                <a:lnTo>
                  <a:pt x="3083939" y="3541663"/>
                </a:lnTo>
                <a:close/>
                <a:moveTo>
                  <a:pt x="2878242" y="3507944"/>
                </a:moveTo>
                <a:lnTo>
                  <a:pt x="2867347" y="3565697"/>
                </a:lnTo>
                <a:lnTo>
                  <a:pt x="2908639" y="3589341"/>
                </a:lnTo>
                <a:lnTo>
                  <a:pt x="2928365" y="3599512"/>
                </a:lnTo>
                <a:lnTo>
                  <a:pt x="2936395" y="3540722"/>
                </a:lnTo>
                <a:close/>
                <a:moveTo>
                  <a:pt x="4285311" y="3507838"/>
                </a:moveTo>
                <a:lnTo>
                  <a:pt x="4270783" y="3515784"/>
                </a:lnTo>
                <a:lnTo>
                  <a:pt x="4255476" y="3523563"/>
                </a:lnTo>
                <a:lnTo>
                  <a:pt x="4279643" y="3527170"/>
                </a:lnTo>
                <a:lnTo>
                  <a:pt x="4312393" y="3512937"/>
                </a:lnTo>
                <a:close/>
                <a:moveTo>
                  <a:pt x="4889884" y="3506286"/>
                </a:moveTo>
                <a:lnTo>
                  <a:pt x="4887206" y="3506702"/>
                </a:lnTo>
                <a:lnTo>
                  <a:pt x="4890673" y="3507120"/>
                </a:lnTo>
                <a:lnTo>
                  <a:pt x="4892727" y="3506976"/>
                </a:lnTo>
                <a:close/>
                <a:moveTo>
                  <a:pt x="4774198" y="3505885"/>
                </a:moveTo>
                <a:lnTo>
                  <a:pt x="4769619" y="3506823"/>
                </a:lnTo>
                <a:lnTo>
                  <a:pt x="4772864" y="3507079"/>
                </a:lnTo>
                <a:lnTo>
                  <a:pt x="4777497" y="3506554"/>
                </a:lnTo>
                <a:close/>
                <a:moveTo>
                  <a:pt x="5066047" y="3505868"/>
                </a:moveTo>
                <a:lnTo>
                  <a:pt x="5049868" y="3507733"/>
                </a:lnTo>
                <a:lnTo>
                  <a:pt x="5063006" y="3510662"/>
                </a:lnTo>
                <a:lnTo>
                  <a:pt x="5078706" y="3510115"/>
                </a:lnTo>
                <a:close/>
                <a:moveTo>
                  <a:pt x="3932695" y="3505549"/>
                </a:moveTo>
                <a:lnTo>
                  <a:pt x="3898136" y="3534272"/>
                </a:lnTo>
                <a:lnTo>
                  <a:pt x="3928170" y="3543798"/>
                </a:lnTo>
                <a:lnTo>
                  <a:pt x="3963912" y="3516364"/>
                </a:lnTo>
                <a:close/>
                <a:moveTo>
                  <a:pt x="4443806" y="3503061"/>
                </a:moveTo>
                <a:lnTo>
                  <a:pt x="4431576" y="3508346"/>
                </a:lnTo>
                <a:lnTo>
                  <a:pt x="4418229" y="3513653"/>
                </a:lnTo>
                <a:lnTo>
                  <a:pt x="4441825" y="3515746"/>
                </a:lnTo>
                <a:lnTo>
                  <a:pt x="4464084" y="3507574"/>
                </a:lnTo>
                <a:lnTo>
                  <a:pt x="4463432" y="3507491"/>
                </a:lnTo>
                <a:close/>
                <a:moveTo>
                  <a:pt x="4606407" y="3501364"/>
                </a:moveTo>
                <a:lnTo>
                  <a:pt x="4585080" y="3508008"/>
                </a:lnTo>
                <a:lnTo>
                  <a:pt x="4587873" y="3508363"/>
                </a:lnTo>
                <a:lnTo>
                  <a:pt x="4600782" y="3508943"/>
                </a:lnTo>
                <a:lnTo>
                  <a:pt x="4620224" y="3505379"/>
                </a:lnTo>
                <a:lnTo>
                  <a:pt x="4624471" y="3504286"/>
                </a:lnTo>
                <a:close/>
                <a:moveTo>
                  <a:pt x="4080488" y="3500736"/>
                </a:moveTo>
                <a:lnTo>
                  <a:pt x="4047444" y="3524420"/>
                </a:lnTo>
                <a:lnTo>
                  <a:pt x="4077872" y="3531311"/>
                </a:lnTo>
                <a:lnTo>
                  <a:pt x="4088734" y="3524821"/>
                </a:lnTo>
                <a:lnTo>
                  <a:pt x="4112478" y="3509170"/>
                </a:lnTo>
                <a:close/>
                <a:moveTo>
                  <a:pt x="2239126" y="3499459"/>
                </a:moveTo>
                <a:lnTo>
                  <a:pt x="2198202" y="3521044"/>
                </a:lnTo>
                <a:lnTo>
                  <a:pt x="2188396" y="3524906"/>
                </a:lnTo>
                <a:lnTo>
                  <a:pt x="2245431" y="3576071"/>
                </a:lnTo>
                <a:lnTo>
                  <a:pt x="2271992" y="3564688"/>
                </a:lnTo>
                <a:lnTo>
                  <a:pt x="2299005" y="3548657"/>
                </a:lnTo>
                <a:close/>
                <a:moveTo>
                  <a:pt x="4948561" y="3497175"/>
                </a:moveTo>
                <a:lnTo>
                  <a:pt x="4931378" y="3499843"/>
                </a:lnTo>
                <a:lnTo>
                  <a:pt x="4950367" y="3502938"/>
                </a:lnTo>
                <a:lnTo>
                  <a:pt x="4954442" y="3502653"/>
                </a:lnTo>
                <a:lnTo>
                  <a:pt x="4963389" y="3501663"/>
                </a:lnTo>
                <a:close/>
                <a:moveTo>
                  <a:pt x="2715905" y="3495358"/>
                </a:moveTo>
                <a:lnTo>
                  <a:pt x="2708798" y="3517443"/>
                </a:lnTo>
                <a:lnTo>
                  <a:pt x="2694947" y="3547574"/>
                </a:lnTo>
                <a:lnTo>
                  <a:pt x="2697559" y="3549204"/>
                </a:lnTo>
                <a:lnTo>
                  <a:pt x="2758012" y="3584394"/>
                </a:lnTo>
                <a:lnTo>
                  <a:pt x="2771935" y="3547582"/>
                </a:lnTo>
                <a:lnTo>
                  <a:pt x="2776140" y="3530642"/>
                </a:lnTo>
                <a:lnTo>
                  <a:pt x="2760159" y="3521494"/>
                </a:lnTo>
                <a:lnTo>
                  <a:pt x="2720490" y="3498055"/>
                </a:lnTo>
                <a:close/>
                <a:moveTo>
                  <a:pt x="4234094" y="3495188"/>
                </a:moveTo>
                <a:lnTo>
                  <a:pt x="4200688" y="3515386"/>
                </a:lnTo>
                <a:lnTo>
                  <a:pt x="4230528" y="3519840"/>
                </a:lnTo>
                <a:lnTo>
                  <a:pt x="4242609" y="3513932"/>
                </a:lnTo>
                <a:lnTo>
                  <a:pt x="4261904" y="3503431"/>
                </a:lnTo>
                <a:lnTo>
                  <a:pt x="4260798" y="3503223"/>
                </a:lnTo>
                <a:close/>
                <a:moveTo>
                  <a:pt x="4720285" y="3494955"/>
                </a:moveTo>
                <a:lnTo>
                  <a:pt x="4697108" y="3500918"/>
                </a:lnTo>
                <a:lnTo>
                  <a:pt x="4699285" y="3501269"/>
                </a:lnTo>
                <a:lnTo>
                  <a:pt x="4715254" y="3502530"/>
                </a:lnTo>
                <a:lnTo>
                  <a:pt x="4719198" y="3502000"/>
                </a:lnTo>
                <a:lnTo>
                  <a:pt x="4737018" y="3498347"/>
                </a:lnTo>
                <a:close/>
                <a:moveTo>
                  <a:pt x="4836057" y="3493217"/>
                </a:moveTo>
                <a:lnTo>
                  <a:pt x="4813604" y="3497815"/>
                </a:lnTo>
                <a:lnTo>
                  <a:pt x="4832710" y="3500122"/>
                </a:lnTo>
                <a:lnTo>
                  <a:pt x="4852094" y="3497111"/>
                </a:lnTo>
                <a:close/>
                <a:moveTo>
                  <a:pt x="4551099" y="3491451"/>
                </a:moveTo>
                <a:lnTo>
                  <a:pt x="4526326" y="3500543"/>
                </a:lnTo>
                <a:lnTo>
                  <a:pt x="4549650" y="3503507"/>
                </a:lnTo>
                <a:lnTo>
                  <a:pt x="4573568" y="3496052"/>
                </a:lnTo>
                <a:lnTo>
                  <a:pt x="4560869" y="3493998"/>
                </a:lnTo>
                <a:close/>
                <a:moveTo>
                  <a:pt x="4392097" y="3491389"/>
                </a:moveTo>
                <a:lnTo>
                  <a:pt x="4360551" y="3506826"/>
                </a:lnTo>
                <a:lnTo>
                  <a:pt x="4377855" y="3510073"/>
                </a:lnTo>
                <a:lnTo>
                  <a:pt x="4385379" y="3510740"/>
                </a:lnTo>
                <a:lnTo>
                  <a:pt x="4417531" y="3497130"/>
                </a:lnTo>
                <a:close/>
                <a:moveTo>
                  <a:pt x="3737267" y="3490264"/>
                </a:moveTo>
                <a:lnTo>
                  <a:pt x="3702211" y="3525330"/>
                </a:lnTo>
                <a:lnTo>
                  <a:pt x="3734642" y="3538689"/>
                </a:lnTo>
                <a:lnTo>
                  <a:pt x="3770923" y="3504695"/>
                </a:lnTo>
                <a:close/>
                <a:moveTo>
                  <a:pt x="5011165" y="3487455"/>
                </a:moveTo>
                <a:lnTo>
                  <a:pt x="4982446" y="3491914"/>
                </a:lnTo>
                <a:lnTo>
                  <a:pt x="4992348" y="3494910"/>
                </a:lnTo>
                <a:lnTo>
                  <a:pt x="5002993" y="3497283"/>
                </a:lnTo>
                <a:lnTo>
                  <a:pt x="5031168" y="3494166"/>
                </a:lnTo>
                <a:close/>
                <a:moveTo>
                  <a:pt x="3883040" y="3487290"/>
                </a:moveTo>
                <a:lnTo>
                  <a:pt x="3847902" y="3518341"/>
                </a:lnTo>
                <a:lnTo>
                  <a:pt x="3880596" y="3528710"/>
                </a:lnTo>
                <a:lnTo>
                  <a:pt x="3915790" y="3499693"/>
                </a:lnTo>
                <a:lnTo>
                  <a:pt x="3893458" y="3491956"/>
                </a:lnTo>
                <a:close/>
                <a:moveTo>
                  <a:pt x="4663764" y="3483496"/>
                </a:moveTo>
                <a:lnTo>
                  <a:pt x="4638272" y="3491437"/>
                </a:lnTo>
                <a:lnTo>
                  <a:pt x="4660486" y="3495017"/>
                </a:lnTo>
                <a:lnTo>
                  <a:pt x="4686970" y="3488200"/>
                </a:lnTo>
                <a:close/>
                <a:moveTo>
                  <a:pt x="4031848" y="3483235"/>
                </a:moveTo>
                <a:lnTo>
                  <a:pt x="3995262" y="3511552"/>
                </a:lnTo>
                <a:lnTo>
                  <a:pt x="4003995" y="3514580"/>
                </a:lnTo>
                <a:lnTo>
                  <a:pt x="4028125" y="3520045"/>
                </a:lnTo>
                <a:lnTo>
                  <a:pt x="4063016" y="3495034"/>
                </a:lnTo>
                <a:close/>
                <a:moveTo>
                  <a:pt x="4895355" y="3481073"/>
                </a:moveTo>
                <a:lnTo>
                  <a:pt x="4870307" y="3486203"/>
                </a:lnTo>
                <a:lnTo>
                  <a:pt x="4890615" y="3491126"/>
                </a:lnTo>
                <a:lnTo>
                  <a:pt x="4915698" y="3487230"/>
                </a:lnTo>
                <a:close/>
                <a:moveTo>
                  <a:pt x="4183691" y="3480021"/>
                </a:moveTo>
                <a:lnTo>
                  <a:pt x="4148465" y="3503243"/>
                </a:lnTo>
                <a:lnTo>
                  <a:pt x="4178549" y="3511167"/>
                </a:lnTo>
                <a:lnTo>
                  <a:pt x="4214769" y="3489372"/>
                </a:lnTo>
                <a:close/>
                <a:moveTo>
                  <a:pt x="4779969" y="3479599"/>
                </a:moveTo>
                <a:lnTo>
                  <a:pt x="4753325" y="3486454"/>
                </a:lnTo>
                <a:lnTo>
                  <a:pt x="4774324" y="3490702"/>
                </a:lnTo>
                <a:lnTo>
                  <a:pt x="4802182" y="3484992"/>
                </a:lnTo>
                <a:close/>
                <a:moveTo>
                  <a:pt x="4338199" y="3478914"/>
                </a:moveTo>
                <a:lnTo>
                  <a:pt x="4305910" y="3496573"/>
                </a:lnTo>
                <a:lnTo>
                  <a:pt x="4335602" y="3502144"/>
                </a:lnTo>
                <a:lnTo>
                  <a:pt x="4368596" y="3486085"/>
                </a:lnTo>
                <a:lnTo>
                  <a:pt x="4340948" y="3479844"/>
                </a:lnTo>
                <a:close/>
                <a:moveTo>
                  <a:pt x="4500929" y="3478374"/>
                </a:moveTo>
                <a:lnTo>
                  <a:pt x="4467056" y="3493013"/>
                </a:lnTo>
                <a:lnTo>
                  <a:pt x="4494314" y="3496476"/>
                </a:lnTo>
                <a:lnTo>
                  <a:pt x="4525896" y="3484882"/>
                </a:lnTo>
                <a:close/>
                <a:moveTo>
                  <a:pt x="2424022" y="3472511"/>
                </a:moveTo>
                <a:lnTo>
                  <a:pt x="2384682" y="3509134"/>
                </a:lnTo>
                <a:lnTo>
                  <a:pt x="2421080" y="3536574"/>
                </a:lnTo>
                <a:lnTo>
                  <a:pt x="2447333" y="3554634"/>
                </a:lnTo>
                <a:lnTo>
                  <a:pt x="2456287" y="3546855"/>
                </a:lnTo>
                <a:lnTo>
                  <a:pt x="2485736" y="3514555"/>
                </a:lnTo>
                <a:lnTo>
                  <a:pt x="2468651" y="3503349"/>
                </a:lnTo>
                <a:close/>
                <a:moveTo>
                  <a:pt x="2957285" y="3471955"/>
                </a:moveTo>
                <a:lnTo>
                  <a:pt x="2952412" y="3532715"/>
                </a:lnTo>
                <a:lnTo>
                  <a:pt x="2982292" y="3549559"/>
                </a:lnTo>
                <a:lnTo>
                  <a:pt x="3011033" y="3564539"/>
                </a:lnTo>
                <a:lnTo>
                  <a:pt x="3011191" y="3562844"/>
                </a:lnTo>
                <a:lnTo>
                  <a:pt x="3013555" y="3502925"/>
                </a:lnTo>
                <a:close/>
                <a:moveTo>
                  <a:pt x="3100494" y="3470157"/>
                </a:moveTo>
                <a:lnTo>
                  <a:pt x="3100362" y="3491676"/>
                </a:lnTo>
                <a:lnTo>
                  <a:pt x="3100070" y="3533255"/>
                </a:lnTo>
                <a:lnTo>
                  <a:pt x="3187389" y="3577958"/>
                </a:lnTo>
                <a:cubicBezTo>
                  <a:pt x="3285114" y="3625380"/>
                  <a:pt x="3384773" y="3664658"/>
                  <a:pt x="3486810" y="3684180"/>
                </a:cubicBezTo>
                <a:lnTo>
                  <a:pt x="3505835" y="3686822"/>
                </a:lnTo>
                <a:lnTo>
                  <a:pt x="3535385" y="3660409"/>
                </a:lnTo>
                <a:lnTo>
                  <a:pt x="3489224" y="3648490"/>
                </a:lnTo>
                <a:cubicBezTo>
                  <a:pt x="3416558" y="3626664"/>
                  <a:pt x="3345209" y="3596480"/>
                  <a:pt x="3274956" y="3562358"/>
                </a:cubicBezTo>
                <a:close/>
                <a:moveTo>
                  <a:pt x="4612113" y="3469059"/>
                </a:moveTo>
                <a:lnTo>
                  <a:pt x="4577723" y="3481680"/>
                </a:lnTo>
                <a:lnTo>
                  <a:pt x="4605382" y="3486137"/>
                </a:lnTo>
                <a:lnTo>
                  <a:pt x="4636584" y="3476413"/>
                </a:lnTo>
                <a:close/>
                <a:moveTo>
                  <a:pt x="4956812" y="3468413"/>
                </a:moveTo>
                <a:lnTo>
                  <a:pt x="4936779" y="3472589"/>
                </a:lnTo>
                <a:lnTo>
                  <a:pt x="4925917" y="3474814"/>
                </a:lnTo>
                <a:lnTo>
                  <a:pt x="4949566" y="3481968"/>
                </a:lnTo>
                <a:lnTo>
                  <a:pt x="4980490" y="3477164"/>
                </a:lnTo>
                <a:lnTo>
                  <a:pt x="4968417" y="3473114"/>
                </a:lnTo>
                <a:close/>
                <a:moveTo>
                  <a:pt x="2539755" y="3468247"/>
                </a:moveTo>
                <a:lnTo>
                  <a:pt x="2515910" y="3503507"/>
                </a:lnTo>
                <a:lnTo>
                  <a:pt x="2508442" y="3511689"/>
                </a:lnTo>
                <a:lnTo>
                  <a:pt x="2571352" y="3552948"/>
                </a:lnTo>
                <a:lnTo>
                  <a:pt x="2584339" y="3536349"/>
                </a:lnTo>
                <a:lnTo>
                  <a:pt x="2600928" y="3506418"/>
                </a:lnTo>
                <a:close/>
                <a:moveTo>
                  <a:pt x="2806615" y="3467575"/>
                </a:moveTo>
                <a:lnTo>
                  <a:pt x="2805087" y="3475797"/>
                </a:lnTo>
                <a:lnTo>
                  <a:pt x="2793262" y="3523275"/>
                </a:lnTo>
                <a:lnTo>
                  <a:pt x="2853654" y="3557856"/>
                </a:lnTo>
                <a:lnTo>
                  <a:pt x="2864176" y="3501838"/>
                </a:lnTo>
                <a:lnTo>
                  <a:pt x="2864394" y="3500139"/>
                </a:lnTo>
                <a:lnTo>
                  <a:pt x="2838296" y="3485429"/>
                </a:lnTo>
                <a:lnTo>
                  <a:pt x="2830662" y="3481051"/>
                </a:lnTo>
                <a:close/>
                <a:moveTo>
                  <a:pt x="3834520" y="3465558"/>
                </a:moveTo>
                <a:lnTo>
                  <a:pt x="3797782" y="3500100"/>
                </a:lnTo>
                <a:lnTo>
                  <a:pt x="3818714" y="3509085"/>
                </a:lnTo>
                <a:lnTo>
                  <a:pt x="3831103" y="3513014"/>
                </a:lnTo>
                <a:lnTo>
                  <a:pt x="3867978" y="3480544"/>
                </a:lnTo>
                <a:close/>
                <a:moveTo>
                  <a:pt x="3982172" y="3464427"/>
                </a:moveTo>
                <a:lnTo>
                  <a:pt x="3946017" y="3494477"/>
                </a:lnTo>
                <a:lnTo>
                  <a:pt x="3977986" y="3505562"/>
                </a:lnTo>
                <a:lnTo>
                  <a:pt x="4015258" y="3476953"/>
                </a:lnTo>
                <a:close/>
                <a:moveTo>
                  <a:pt x="4447275" y="3464389"/>
                </a:moveTo>
                <a:lnTo>
                  <a:pt x="4413374" y="3480978"/>
                </a:lnTo>
                <a:lnTo>
                  <a:pt x="4441000" y="3487196"/>
                </a:lnTo>
                <a:lnTo>
                  <a:pt x="4476737" y="3472068"/>
                </a:lnTo>
                <a:close/>
                <a:moveTo>
                  <a:pt x="4839687" y="3464226"/>
                </a:moveTo>
                <a:lnTo>
                  <a:pt x="4827863" y="3467276"/>
                </a:lnTo>
                <a:lnTo>
                  <a:pt x="4810582" y="3471723"/>
                </a:lnTo>
                <a:lnTo>
                  <a:pt x="4836393" y="3477980"/>
                </a:lnTo>
                <a:lnTo>
                  <a:pt x="4865455" y="3472024"/>
                </a:lnTo>
                <a:close/>
                <a:moveTo>
                  <a:pt x="4726402" y="3463982"/>
                </a:moveTo>
                <a:lnTo>
                  <a:pt x="4693264" y="3474306"/>
                </a:lnTo>
                <a:lnTo>
                  <a:pt x="4719969" y="3479707"/>
                </a:lnTo>
                <a:lnTo>
                  <a:pt x="4750020" y="3471973"/>
                </a:lnTo>
                <a:close/>
                <a:moveTo>
                  <a:pt x="2299396" y="3463406"/>
                </a:moveTo>
                <a:lnTo>
                  <a:pt x="2266938" y="3484789"/>
                </a:lnTo>
                <a:lnTo>
                  <a:pt x="2253363" y="3491949"/>
                </a:lnTo>
                <a:lnTo>
                  <a:pt x="2312585" y="3540599"/>
                </a:lnTo>
                <a:lnTo>
                  <a:pt x="2342031" y="3523123"/>
                </a:lnTo>
                <a:lnTo>
                  <a:pt x="2360216" y="3509263"/>
                </a:lnTo>
                <a:close/>
                <a:moveTo>
                  <a:pt x="4132709" y="3463309"/>
                </a:moveTo>
                <a:lnTo>
                  <a:pt x="4096201" y="3489475"/>
                </a:lnTo>
                <a:lnTo>
                  <a:pt x="4129178" y="3498162"/>
                </a:lnTo>
                <a:lnTo>
                  <a:pt x="4165160" y="3474444"/>
                </a:lnTo>
                <a:lnTo>
                  <a:pt x="4145240" y="3468450"/>
                </a:lnTo>
                <a:close/>
                <a:moveTo>
                  <a:pt x="4288717" y="3462161"/>
                </a:moveTo>
                <a:lnTo>
                  <a:pt x="4251256" y="3484811"/>
                </a:lnTo>
                <a:lnTo>
                  <a:pt x="4264578" y="3488817"/>
                </a:lnTo>
                <a:lnTo>
                  <a:pt x="4282559" y="3492191"/>
                </a:lnTo>
                <a:lnTo>
                  <a:pt x="4318939" y="3472393"/>
                </a:lnTo>
                <a:close/>
                <a:moveTo>
                  <a:pt x="4559537" y="3453260"/>
                </a:moveTo>
                <a:lnTo>
                  <a:pt x="4547857" y="3458093"/>
                </a:lnTo>
                <a:lnTo>
                  <a:pt x="4523120" y="3468784"/>
                </a:lnTo>
                <a:lnTo>
                  <a:pt x="4550411" y="3475882"/>
                </a:lnTo>
                <a:lnTo>
                  <a:pt x="4588403" y="3461935"/>
                </a:lnTo>
                <a:close/>
                <a:moveTo>
                  <a:pt x="2643415" y="3452730"/>
                </a:moveTo>
                <a:lnTo>
                  <a:pt x="2631151" y="3482536"/>
                </a:lnTo>
                <a:lnTo>
                  <a:pt x="2620740" y="3501266"/>
                </a:lnTo>
                <a:lnTo>
                  <a:pt x="2682227" y="3539636"/>
                </a:lnTo>
                <a:lnTo>
                  <a:pt x="2695153" y="3511406"/>
                </a:lnTo>
                <a:lnTo>
                  <a:pt x="2702782" y="3487641"/>
                </a:lnTo>
                <a:close/>
                <a:moveTo>
                  <a:pt x="4395695" y="3447495"/>
                </a:moveTo>
                <a:lnTo>
                  <a:pt x="4382320" y="3454783"/>
                </a:lnTo>
                <a:lnTo>
                  <a:pt x="4357444" y="3468388"/>
                </a:lnTo>
                <a:lnTo>
                  <a:pt x="4389930" y="3475701"/>
                </a:lnTo>
                <a:lnTo>
                  <a:pt x="4425140" y="3458562"/>
                </a:lnTo>
                <a:close/>
                <a:moveTo>
                  <a:pt x="4904926" y="3447394"/>
                </a:moveTo>
                <a:lnTo>
                  <a:pt x="4867335" y="3457093"/>
                </a:lnTo>
                <a:lnTo>
                  <a:pt x="4895999" y="3465764"/>
                </a:lnTo>
                <a:lnTo>
                  <a:pt x="4932039" y="3458377"/>
                </a:lnTo>
                <a:close/>
                <a:moveTo>
                  <a:pt x="4674445" y="3446404"/>
                </a:moveTo>
                <a:lnTo>
                  <a:pt x="4635738" y="3460389"/>
                </a:lnTo>
                <a:lnTo>
                  <a:pt x="4635412" y="3460509"/>
                </a:lnTo>
                <a:lnTo>
                  <a:pt x="4656830" y="3466936"/>
                </a:lnTo>
                <a:lnTo>
                  <a:pt x="4662993" y="3468183"/>
                </a:lnTo>
                <a:lnTo>
                  <a:pt x="4702461" y="3455882"/>
                </a:lnTo>
                <a:close/>
                <a:moveTo>
                  <a:pt x="4788232" y="3444866"/>
                </a:moveTo>
                <a:lnTo>
                  <a:pt x="4750682" y="3456472"/>
                </a:lnTo>
                <a:lnTo>
                  <a:pt x="4758291" y="3459045"/>
                </a:lnTo>
                <a:lnTo>
                  <a:pt x="4779897" y="3464283"/>
                </a:lnTo>
                <a:lnTo>
                  <a:pt x="4814720" y="3455321"/>
                </a:lnTo>
                <a:close/>
                <a:moveTo>
                  <a:pt x="4237235" y="3444731"/>
                </a:moveTo>
                <a:lnTo>
                  <a:pt x="4225700" y="3452327"/>
                </a:lnTo>
                <a:lnTo>
                  <a:pt x="4199863" y="3469360"/>
                </a:lnTo>
                <a:lnTo>
                  <a:pt x="4231980" y="3479016"/>
                </a:lnTo>
                <a:lnTo>
                  <a:pt x="4270334" y="3455937"/>
                </a:lnTo>
                <a:close/>
                <a:moveTo>
                  <a:pt x="4083631" y="3443176"/>
                </a:moveTo>
                <a:lnTo>
                  <a:pt x="4074471" y="3450245"/>
                </a:lnTo>
                <a:lnTo>
                  <a:pt x="4045639" y="3472561"/>
                </a:lnTo>
                <a:lnTo>
                  <a:pt x="4077193" y="3484468"/>
                </a:lnTo>
                <a:lnTo>
                  <a:pt x="4077606" y="3484577"/>
                </a:lnTo>
                <a:lnTo>
                  <a:pt x="4116533" y="3456673"/>
                </a:lnTo>
                <a:close/>
                <a:moveTo>
                  <a:pt x="3784728" y="3442807"/>
                </a:moveTo>
                <a:lnTo>
                  <a:pt x="3781331" y="3446187"/>
                </a:lnTo>
                <a:lnTo>
                  <a:pt x="3748558" y="3478969"/>
                </a:lnTo>
                <a:lnTo>
                  <a:pt x="3782726" y="3493637"/>
                </a:lnTo>
                <a:lnTo>
                  <a:pt x="3819754" y="3458944"/>
                </a:lnTo>
                <a:lnTo>
                  <a:pt x="3789753" y="3445507"/>
                </a:lnTo>
                <a:close/>
                <a:moveTo>
                  <a:pt x="3933651" y="3442566"/>
                </a:moveTo>
                <a:lnTo>
                  <a:pt x="3927407" y="3448083"/>
                </a:lnTo>
                <a:lnTo>
                  <a:pt x="3895228" y="3476519"/>
                </a:lnTo>
                <a:lnTo>
                  <a:pt x="3898639" y="3478048"/>
                </a:lnTo>
                <a:lnTo>
                  <a:pt x="3929193" y="3488643"/>
                </a:lnTo>
                <a:lnTo>
                  <a:pt x="3966408" y="3457959"/>
                </a:lnTo>
                <a:close/>
                <a:moveTo>
                  <a:pt x="2169290" y="3440723"/>
                </a:moveTo>
                <a:lnTo>
                  <a:pt x="2121151" y="3462948"/>
                </a:lnTo>
                <a:lnTo>
                  <a:pt x="2144300" y="3485349"/>
                </a:lnTo>
                <a:lnTo>
                  <a:pt x="2176061" y="3513840"/>
                </a:lnTo>
                <a:lnTo>
                  <a:pt x="2191371" y="3507827"/>
                </a:lnTo>
                <a:lnTo>
                  <a:pt x="2226674" y="3489228"/>
                </a:lnTo>
                <a:lnTo>
                  <a:pt x="2197878" y="3465568"/>
                </a:lnTo>
                <a:close/>
                <a:moveTo>
                  <a:pt x="4504493" y="3436431"/>
                </a:moveTo>
                <a:lnTo>
                  <a:pt x="4467740" y="3454379"/>
                </a:lnTo>
                <a:lnTo>
                  <a:pt x="4499197" y="3462561"/>
                </a:lnTo>
                <a:lnTo>
                  <a:pt x="4537097" y="3446517"/>
                </a:lnTo>
                <a:lnTo>
                  <a:pt x="4507007" y="3437476"/>
                </a:lnTo>
                <a:close/>
                <a:moveTo>
                  <a:pt x="2887965" y="3433760"/>
                </a:moveTo>
                <a:lnTo>
                  <a:pt x="2880454" y="3492148"/>
                </a:lnTo>
                <a:lnTo>
                  <a:pt x="2938161" y="3524680"/>
                </a:lnTo>
                <a:lnTo>
                  <a:pt x="2943022" y="3464023"/>
                </a:lnTo>
                <a:lnTo>
                  <a:pt x="2901029" y="3440634"/>
                </a:lnTo>
                <a:close/>
                <a:moveTo>
                  <a:pt x="3031314" y="3432969"/>
                </a:moveTo>
                <a:lnTo>
                  <a:pt x="3029887" y="3467677"/>
                </a:lnTo>
                <a:lnTo>
                  <a:pt x="3028826" y="3494409"/>
                </a:lnTo>
                <a:lnTo>
                  <a:pt x="3085232" y="3525463"/>
                </a:lnTo>
                <a:lnTo>
                  <a:pt x="3085466" y="3491756"/>
                </a:lnTo>
                <a:lnTo>
                  <a:pt x="3085652" y="3462313"/>
                </a:lnTo>
                <a:lnTo>
                  <a:pt x="3067261" y="3452594"/>
                </a:lnTo>
                <a:close/>
                <a:moveTo>
                  <a:pt x="4344807" y="3428369"/>
                </a:moveTo>
                <a:lnTo>
                  <a:pt x="4305303" y="3452139"/>
                </a:lnTo>
                <a:lnTo>
                  <a:pt x="4336665" y="3462746"/>
                </a:lnTo>
                <a:lnTo>
                  <a:pt x="4375139" y="3441809"/>
                </a:lnTo>
                <a:lnTo>
                  <a:pt x="4377355" y="3440602"/>
                </a:lnTo>
                <a:close/>
                <a:moveTo>
                  <a:pt x="2736253" y="3428144"/>
                </a:moveTo>
                <a:lnTo>
                  <a:pt x="2731385" y="3447254"/>
                </a:lnTo>
                <a:lnTo>
                  <a:pt x="2720584" y="3480818"/>
                </a:lnTo>
                <a:lnTo>
                  <a:pt x="2728152" y="3485268"/>
                </a:lnTo>
                <a:lnTo>
                  <a:pt x="2767821" y="3508707"/>
                </a:lnTo>
                <a:lnTo>
                  <a:pt x="2779872" y="3515607"/>
                </a:lnTo>
                <a:lnTo>
                  <a:pt x="2790705" y="3471964"/>
                </a:lnTo>
                <a:lnTo>
                  <a:pt x="2792942" y="3459913"/>
                </a:lnTo>
                <a:close/>
                <a:moveTo>
                  <a:pt x="4620342" y="3428099"/>
                </a:moveTo>
                <a:lnTo>
                  <a:pt x="4581278" y="3444264"/>
                </a:lnTo>
                <a:lnTo>
                  <a:pt x="4611683" y="3453388"/>
                </a:lnTo>
                <a:lnTo>
                  <a:pt x="4630426" y="3446507"/>
                </a:lnTo>
                <a:lnTo>
                  <a:pt x="4651865" y="3438764"/>
                </a:lnTo>
                <a:close/>
                <a:moveTo>
                  <a:pt x="4850880" y="3425501"/>
                </a:moveTo>
                <a:lnTo>
                  <a:pt x="4810901" y="3437858"/>
                </a:lnTo>
                <a:lnTo>
                  <a:pt x="4834389" y="3447127"/>
                </a:lnTo>
                <a:lnTo>
                  <a:pt x="4839967" y="3448814"/>
                </a:lnTo>
                <a:lnTo>
                  <a:pt x="4881796" y="3438024"/>
                </a:lnTo>
                <a:close/>
                <a:moveTo>
                  <a:pt x="4186960" y="3424482"/>
                </a:moveTo>
                <a:lnTo>
                  <a:pt x="4149485" y="3451285"/>
                </a:lnTo>
                <a:lnTo>
                  <a:pt x="4146964" y="3453092"/>
                </a:lnTo>
                <a:lnTo>
                  <a:pt x="4150312" y="3454462"/>
                </a:lnTo>
                <a:lnTo>
                  <a:pt x="4181328" y="3463787"/>
                </a:lnTo>
                <a:lnTo>
                  <a:pt x="4217424" y="3439994"/>
                </a:lnTo>
                <a:lnTo>
                  <a:pt x="4219401" y="3438693"/>
                </a:lnTo>
                <a:lnTo>
                  <a:pt x="4217957" y="3438204"/>
                </a:lnTo>
                <a:close/>
                <a:moveTo>
                  <a:pt x="4735885" y="3424204"/>
                </a:moveTo>
                <a:lnTo>
                  <a:pt x="4696898" y="3438291"/>
                </a:lnTo>
                <a:lnTo>
                  <a:pt x="4726654" y="3448350"/>
                </a:lnTo>
                <a:lnTo>
                  <a:pt x="4766140" y="3436145"/>
                </a:lnTo>
                <a:close/>
                <a:moveTo>
                  <a:pt x="2467538" y="3423062"/>
                </a:moveTo>
                <a:lnTo>
                  <a:pt x="2435111" y="3462120"/>
                </a:lnTo>
                <a:lnTo>
                  <a:pt x="2476860" y="3490975"/>
                </a:lnTo>
                <a:lnTo>
                  <a:pt x="2495868" y="3503442"/>
                </a:lnTo>
                <a:lnTo>
                  <a:pt x="2504407" y="3494077"/>
                </a:lnTo>
                <a:lnTo>
                  <a:pt x="2527144" y="3460378"/>
                </a:lnTo>
                <a:lnTo>
                  <a:pt x="2491525" y="3438152"/>
                </a:lnTo>
                <a:close/>
                <a:moveTo>
                  <a:pt x="2351749" y="3422572"/>
                </a:moveTo>
                <a:lnTo>
                  <a:pt x="2311589" y="3454032"/>
                </a:lnTo>
                <a:lnTo>
                  <a:pt x="2372466" y="3499925"/>
                </a:lnTo>
                <a:lnTo>
                  <a:pt x="2374252" y="3498563"/>
                </a:lnTo>
                <a:lnTo>
                  <a:pt x="2411493" y="3463854"/>
                </a:lnTo>
                <a:close/>
                <a:moveTo>
                  <a:pt x="4034025" y="3421435"/>
                </a:moveTo>
                <a:lnTo>
                  <a:pt x="4000392" y="3449284"/>
                </a:lnTo>
                <a:lnTo>
                  <a:pt x="3995260" y="3453550"/>
                </a:lnTo>
                <a:lnTo>
                  <a:pt x="4029108" y="3466323"/>
                </a:lnTo>
                <a:lnTo>
                  <a:pt x="4065288" y="3438552"/>
                </a:lnTo>
                <a:lnTo>
                  <a:pt x="4067743" y="3436658"/>
                </a:lnTo>
                <a:lnTo>
                  <a:pt x="4051055" y="3429811"/>
                </a:lnTo>
                <a:close/>
                <a:moveTo>
                  <a:pt x="3883875" y="3419176"/>
                </a:moveTo>
                <a:lnTo>
                  <a:pt x="3854156" y="3447095"/>
                </a:lnTo>
                <a:lnTo>
                  <a:pt x="3846227" y="3454551"/>
                </a:lnTo>
                <a:lnTo>
                  <a:pt x="3880200" y="3469782"/>
                </a:lnTo>
                <a:lnTo>
                  <a:pt x="3917423" y="3437004"/>
                </a:lnTo>
                <a:lnTo>
                  <a:pt x="3918948" y="3435657"/>
                </a:lnTo>
                <a:close/>
                <a:moveTo>
                  <a:pt x="4454280" y="3415574"/>
                </a:moveTo>
                <a:lnTo>
                  <a:pt x="4412927" y="3438106"/>
                </a:lnTo>
                <a:lnTo>
                  <a:pt x="4430381" y="3444662"/>
                </a:lnTo>
                <a:lnTo>
                  <a:pt x="4445578" y="3448614"/>
                </a:lnTo>
                <a:lnTo>
                  <a:pt x="4457147" y="3442983"/>
                </a:lnTo>
                <a:lnTo>
                  <a:pt x="4486164" y="3428818"/>
                </a:lnTo>
                <a:close/>
                <a:moveTo>
                  <a:pt x="2571568" y="3410722"/>
                </a:moveTo>
                <a:lnTo>
                  <a:pt x="2553341" y="3448156"/>
                </a:lnTo>
                <a:lnTo>
                  <a:pt x="2548086" y="3455927"/>
                </a:lnTo>
                <a:lnTo>
                  <a:pt x="2608141" y="3493404"/>
                </a:lnTo>
                <a:lnTo>
                  <a:pt x="2618057" y="3475512"/>
                </a:lnTo>
                <a:lnTo>
                  <a:pt x="2630525" y="3445149"/>
                </a:lnTo>
                <a:lnTo>
                  <a:pt x="2584675" y="3418187"/>
                </a:lnTo>
                <a:close/>
                <a:moveTo>
                  <a:pt x="4292140" y="3408574"/>
                </a:moveTo>
                <a:lnTo>
                  <a:pt x="4252900" y="3434415"/>
                </a:lnTo>
                <a:lnTo>
                  <a:pt x="4286958" y="3445934"/>
                </a:lnTo>
                <a:lnTo>
                  <a:pt x="4295454" y="3440821"/>
                </a:lnTo>
                <a:lnTo>
                  <a:pt x="4327170" y="3421740"/>
                </a:lnTo>
                <a:close/>
                <a:moveTo>
                  <a:pt x="2227629" y="3408529"/>
                </a:moveTo>
                <a:lnTo>
                  <a:pt x="2217953" y="3414767"/>
                </a:lnTo>
                <a:lnTo>
                  <a:pt x="2184014" y="3433854"/>
                </a:lnTo>
                <a:lnTo>
                  <a:pt x="2207568" y="3454329"/>
                </a:lnTo>
                <a:lnTo>
                  <a:pt x="2240916" y="3481724"/>
                </a:lnTo>
                <a:lnTo>
                  <a:pt x="2259117" y="3472135"/>
                </a:lnTo>
                <a:lnTo>
                  <a:pt x="2286780" y="3453894"/>
                </a:lnTo>
                <a:lnTo>
                  <a:pt x="2261759" y="3435029"/>
                </a:lnTo>
                <a:lnTo>
                  <a:pt x="2228844" y="3409454"/>
                </a:lnTo>
                <a:close/>
                <a:moveTo>
                  <a:pt x="4565905" y="3406443"/>
                </a:moveTo>
                <a:lnTo>
                  <a:pt x="4523785" y="3427011"/>
                </a:lnTo>
                <a:lnTo>
                  <a:pt x="4558763" y="3437507"/>
                </a:lnTo>
                <a:lnTo>
                  <a:pt x="4598973" y="3420869"/>
                </a:lnTo>
                <a:lnTo>
                  <a:pt x="4593912" y="3419157"/>
                </a:lnTo>
                <a:close/>
                <a:moveTo>
                  <a:pt x="4681569" y="3402764"/>
                </a:moveTo>
                <a:lnTo>
                  <a:pt x="4641209" y="3419465"/>
                </a:lnTo>
                <a:lnTo>
                  <a:pt x="4674315" y="3430656"/>
                </a:lnTo>
                <a:lnTo>
                  <a:pt x="4715003" y="3415961"/>
                </a:lnTo>
                <a:close/>
                <a:moveTo>
                  <a:pt x="4136690" y="3402227"/>
                </a:moveTo>
                <a:lnTo>
                  <a:pt x="4097173" y="3432725"/>
                </a:lnTo>
                <a:lnTo>
                  <a:pt x="4130770" y="3446468"/>
                </a:lnTo>
                <a:lnTo>
                  <a:pt x="4140809" y="3439272"/>
                </a:lnTo>
                <a:lnTo>
                  <a:pt x="4171229" y="3417517"/>
                </a:lnTo>
                <a:close/>
                <a:moveTo>
                  <a:pt x="4798651" y="3401525"/>
                </a:moveTo>
                <a:lnTo>
                  <a:pt x="4756980" y="3416582"/>
                </a:lnTo>
                <a:lnTo>
                  <a:pt x="4788806" y="3429140"/>
                </a:lnTo>
                <a:lnTo>
                  <a:pt x="4829795" y="3416471"/>
                </a:lnTo>
                <a:close/>
                <a:moveTo>
                  <a:pt x="2819584" y="3397777"/>
                </a:moveTo>
                <a:lnTo>
                  <a:pt x="2819422" y="3398642"/>
                </a:lnTo>
                <a:lnTo>
                  <a:pt x="2809480" y="3452156"/>
                </a:lnTo>
                <a:lnTo>
                  <a:pt x="2838029" y="3468157"/>
                </a:lnTo>
                <a:lnTo>
                  <a:pt x="2845664" y="3472535"/>
                </a:lnTo>
                <a:lnTo>
                  <a:pt x="2866435" y="3484245"/>
                </a:lnTo>
                <a:lnTo>
                  <a:pt x="2873871" y="3426343"/>
                </a:lnTo>
                <a:close/>
                <a:moveTo>
                  <a:pt x="3984910" y="3397278"/>
                </a:moveTo>
                <a:lnTo>
                  <a:pt x="3945742" y="3431884"/>
                </a:lnTo>
                <a:lnTo>
                  <a:pt x="3978301" y="3447150"/>
                </a:lnTo>
                <a:lnTo>
                  <a:pt x="3979136" y="3447465"/>
                </a:lnTo>
                <a:lnTo>
                  <a:pt x="3990755" y="3437885"/>
                </a:lnTo>
                <a:lnTo>
                  <a:pt x="4019346" y="3414215"/>
                </a:lnTo>
                <a:close/>
                <a:moveTo>
                  <a:pt x="2963409" y="3396289"/>
                </a:moveTo>
                <a:lnTo>
                  <a:pt x="2959518" y="3444104"/>
                </a:lnTo>
                <a:lnTo>
                  <a:pt x="2958587" y="3455713"/>
                </a:lnTo>
                <a:lnTo>
                  <a:pt x="2962668" y="3457986"/>
                </a:lnTo>
                <a:lnTo>
                  <a:pt x="3014208" y="3486362"/>
                </a:lnTo>
                <a:lnTo>
                  <a:pt x="3014964" y="3467196"/>
                </a:lnTo>
                <a:lnTo>
                  <a:pt x="3016703" y="3424993"/>
                </a:lnTo>
                <a:lnTo>
                  <a:pt x="2971371" y="3400245"/>
                </a:lnTo>
                <a:close/>
                <a:moveTo>
                  <a:pt x="4402096" y="3393898"/>
                </a:moveTo>
                <a:lnTo>
                  <a:pt x="4361024" y="3418611"/>
                </a:lnTo>
                <a:lnTo>
                  <a:pt x="4394582" y="3431215"/>
                </a:lnTo>
                <a:lnTo>
                  <a:pt x="4436694" y="3408269"/>
                </a:lnTo>
                <a:close/>
                <a:moveTo>
                  <a:pt x="3834720" y="3393056"/>
                </a:moveTo>
                <a:lnTo>
                  <a:pt x="3795697" y="3431891"/>
                </a:lnTo>
                <a:lnTo>
                  <a:pt x="3795766" y="3431929"/>
                </a:lnTo>
                <a:lnTo>
                  <a:pt x="3831493" y="3447945"/>
                </a:lnTo>
                <a:lnTo>
                  <a:pt x="3843825" y="3436390"/>
                </a:lnTo>
                <a:lnTo>
                  <a:pt x="3869594" y="3412183"/>
                </a:lnTo>
                <a:close/>
                <a:moveTo>
                  <a:pt x="3100973" y="3391770"/>
                </a:moveTo>
                <a:lnTo>
                  <a:pt x="3100596" y="3453446"/>
                </a:lnTo>
                <a:lnTo>
                  <a:pt x="3280640" y="3548620"/>
                </a:lnTo>
                <a:cubicBezTo>
                  <a:pt x="3350331" y="3582499"/>
                  <a:pt x="3421025" y="3612456"/>
                  <a:pt x="3492864" y="3634090"/>
                </a:cubicBezTo>
                <a:lnTo>
                  <a:pt x="3548669" y="3648535"/>
                </a:lnTo>
                <a:lnTo>
                  <a:pt x="3581334" y="3619338"/>
                </a:lnTo>
                <a:lnTo>
                  <a:pt x="3571248" y="3616949"/>
                </a:lnTo>
                <a:cubicBezTo>
                  <a:pt x="3435045" y="3573645"/>
                  <a:pt x="3303534" y="3501773"/>
                  <a:pt x="3175297" y="3431718"/>
                </a:cubicBezTo>
                <a:close/>
                <a:moveTo>
                  <a:pt x="2667064" y="3390231"/>
                </a:moveTo>
                <a:lnTo>
                  <a:pt x="2657103" y="3419463"/>
                </a:lnTo>
                <a:lnTo>
                  <a:pt x="2649143" y="3438809"/>
                </a:lnTo>
                <a:lnTo>
                  <a:pt x="2707451" y="3473095"/>
                </a:lnTo>
                <a:lnTo>
                  <a:pt x="2717255" y="3442555"/>
                </a:lnTo>
                <a:lnTo>
                  <a:pt x="2722840" y="3420627"/>
                </a:lnTo>
                <a:lnTo>
                  <a:pt x="2697045" y="3406171"/>
                </a:lnTo>
                <a:close/>
                <a:moveTo>
                  <a:pt x="4243482" y="3384055"/>
                </a:moveTo>
                <a:lnTo>
                  <a:pt x="4200943" y="3414481"/>
                </a:lnTo>
                <a:lnTo>
                  <a:pt x="4223457" y="3424456"/>
                </a:lnTo>
                <a:lnTo>
                  <a:pt x="4235061" y="3428381"/>
                </a:lnTo>
                <a:lnTo>
                  <a:pt x="4276731" y="3400944"/>
                </a:lnTo>
                <a:close/>
                <a:moveTo>
                  <a:pt x="4514467" y="3383091"/>
                </a:moveTo>
                <a:lnTo>
                  <a:pt x="4510062" y="3385179"/>
                </a:lnTo>
                <a:lnTo>
                  <a:pt x="4471041" y="3406441"/>
                </a:lnTo>
                <a:lnTo>
                  <a:pt x="4503983" y="3420119"/>
                </a:lnTo>
                <a:lnTo>
                  <a:pt x="4548336" y="3398466"/>
                </a:lnTo>
                <a:close/>
                <a:moveTo>
                  <a:pt x="2102152" y="3382492"/>
                </a:moveTo>
                <a:lnTo>
                  <a:pt x="2099480" y="3383747"/>
                </a:lnTo>
                <a:lnTo>
                  <a:pt x="2055479" y="3399402"/>
                </a:lnTo>
                <a:lnTo>
                  <a:pt x="2109686" y="3451853"/>
                </a:lnTo>
                <a:lnTo>
                  <a:pt x="2156990" y="3430034"/>
                </a:lnTo>
                <a:lnTo>
                  <a:pt x="2114295" y="3392930"/>
                </a:lnTo>
                <a:close/>
                <a:moveTo>
                  <a:pt x="2396955" y="3378659"/>
                </a:moveTo>
                <a:lnTo>
                  <a:pt x="2395743" y="3380123"/>
                </a:lnTo>
                <a:lnTo>
                  <a:pt x="2362791" y="3412134"/>
                </a:lnTo>
                <a:lnTo>
                  <a:pt x="2422618" y="3453485"/>
                </a:lnTo>
                <a:lnTo>
                  <a:pt x="2424112" y="3452093"/>
                </a:lnTo>
                <a:lnTo>
                  <a:pt x="2454807" y="3415053"/>
                </a:lnTo>
                <a:close/>
                <a:moveTo>
                  <a:pt x="4629438" y="3377944"/>
                </a:moveTo>
                <a:lnTo>
                  <a:pt x="4587983" y="3395662"/>
                </a:lnTo>
                <a:lnTo>
                  <a:pt x="4583245" y="3397975"/>
                </a:lnTo>
                <a:lnTo>
                  <a:pt x="4599597" y="3405398"/>
                </a:lnTo>
                <a:lnTo>
                  <a:pt x="4619832" y="3412238"/>
                </a:lnTo>
                <a:lnTo>
                  <a:pt x="4662529" y="3394571"/>
                </a:lnTo>
                <a:close/>
                <a:moveTo>
                  <a:pt x="4087346" y="3377282"/>
                </a:moveTo>
                <a:lnTo>
                  <a:pt x="4046520" y="3411088"/>
                </a:lnTo>
                <a:lnTo>
                  <a:pt x="4057726" y="3416588"/>
                </a:lnTo>
                <a:lnTo>
                  <a:pt x="4081271" y="3426219"/>
                </a:lnTo>
                <a:lnTo>
                  <a:pt x="4121735" y="3394995"/>
                </a:lnTo>
                <a:close/>
                <a:moveTo>
                  <a:pt x="4745827" y="3376174"/>
                </a:moveTo>
                <a:lnTo>
                  <a:pt x="4701285" y="3394605"/>
                </a:lnTo>
                <a:lnTo>
                  <a:pt x="4736099" y="3408342"/>
                </a:lnTo>
                <a:lnTo>
                  <a:pt x="4779896" y="3392524"/>
                </a:lnTo>
                <a:close/>
                <a:moveTo>
                  <a:pt x="2280463" y="3373234"/>
                </a:moveTo>
                <a:lnTo>
                  <a:pt x="2270171" y="3381099"/>
                </a:lnTo>
                <a:lnTo>
                  <a:pt x="2240863" y="3399996"/>
                </a:lnTo>
                <a:lnTo>
                  <a:pt x="2270836" y="3423309"/>
                </a:lnTo>
                <a:lnTo>
                  <a:pt x="2299310" y="3444775"/>
                </a:lnTo>
                <a:lnTo>
                  <a:pt x="2339003" y="3413765"/>
                </a:lnTo>
                <a:lnTo>
                  <a:pt x="2325694" y="3404569"/>
                </a:lnTo>
                <a:close/>
                <a:moveTo>
                  <a:pt x="2502061" y="3371138"/>
                </a:moveTo>
                <a:lnTo>
                  <a:pt x="2476725" y="3411282"/>
                </a:lnTo>
                <a:lnTo>
                  <a:pt x="2499454" y="3425579"/>
                </a:lnTo>
                <a:lnTo>
                  <a:pt x="2535462" y="3448049"/>
                </a:lnTo>
                <a:lnTo>
                  <a:pt x="2540901" y="3439987"/>
                </a:lnTo>
                <a:lnTo>
                  <a:pt x="2558697" y="3403392"/>
                </a:lnTo>
                <a:close/>
                <a:moveTo>
                  <a:pt x="3935051" y="3371099"/>
                </a:moveTo>
                <a:lnTo>
                  <a:pt x="3895448" y="3408304"/>
                </a:lnTo>
                <a:lnTo>
                  <a:pt x="3931026" y="3424985"/>
                </a:lnTo>
                <a:lnTo>
                  <a:pt x="3970440" y="3390161"/>
                </a:lnTo>
                <a:lnTo>
                  <a:pt x="3958641" y="3384357"/>
                </a:lnTo>
                <a:close/>
                <a:moveTo>
                  <a:pt x="4349886" y="3370545"/>
                </a:moveTo>
                <a:lnTo>
                  <a:pt x="4307452" y="3398490"/>
                </a:lnTo>
                <a:lnTo>
                  <a:pt x="4343384" y="3411986"/>
                </a:lnTo>
                <a:lnTo>
                  <a:pt x="4385150" y="3386859"/>
                </a:lnTo>
                <a:lnTo>
                  <a:pt x="4363393" y="3377821"/>
                </a:lnTo>
                <a:close/>
                <a:moveTo>
                  <a:pt x="2897079" y="3363335"/>
                </a:moveTo>
                <a:lnTo>
                  <a:pt x="2889986" y="3418071"/>
                </a:lnTo>
                <a:lnTo>
                  <a:pt x="2908264" y="3427687"/>
                </a:lnTo>
                <a:lnTo>
                  <a:pt x="2944324" y="3447770"/>
                </a:lnTo>
                <a:lnTo>
                  <a:pt x="2944703" y="3443036"/>
                </a:lnTo>
                <a:lnTo>
                  <a:pt x="2949109" y="3389185"/>
                </a:lnTo>
                <a:close/>
                <a:moveTo>
                  <a:pt x="2752940" y="3362708"/>
                </a:moveTo>
                <a:lnTo>
                  <a:pt x="2749267" y="3377046"/>
                </a:lnTo>
                <a:lnTo>
                  <a:pt x="2740048" y="3413243"/>
                </a:lnTo>
                <a:lnTo>
                  <a:pt x="2795805" y="3444493"/>
                </a:lnTo>
                <a:lnTo>
                  <a:pt x="2804793" y="3396080"/>
                </a:lnTo>
                <a:lnTo>
                  <a:pt x="2805829" y="3390539"/>
                </a:lnTo>
                <a:close/>
                <a:moveTo>
                  <a:pt x="4461863" y="3359209"/>
                </a:moveTo>
                <a:lnTo>
                  <a:pt x="4433794" y="3374825"/>
                </a:lnTo>
                <a:lnTo>
                  <a:pt x="4417912" y="3384381"/>
                </a:lnTo>
                <a:lnTo>
                  <a:pt x="4453452" y="3399138"/>
                </a:lnTo>
                <a:lnTo>
                  <a:pt x="4497249" y="3375274"/>
                </a:lnTo>
                <a:close/>
                <a:moveTo>
                  <a:pt x="4193279" y="3358553"/>
                </a:moveTo>
                <a:lnTo>
                  <a:pt x="4150037" y="3391926"/>
                </a:lnTo>
                <a:lnTo>
                  <a:pt x="4185217" y="3407513"/>
                </a:lnTo>
                <a:lnTo>
                  <a:pt x="4228593" y="3376492"/>
                </a:lnTo>
                <a:close/>
                <a:moveTo>
                  <a:pt x="3034934" y="3356743"/>
                </a:moveTo>
                <a:lnTo>
                  <a:pt x="3034132" y="3364381"/>
                </a:lnTo>
                <a:lnTo>
                  <a:pt x="3031992" y="3416460"/>
                </a:lnTo>
                <a:lnTo>
                  <a:pt x="3074441" y="3439620"/>
                </a:lnTo>
                <a:lnTo>
                  <a:pt x="3085757" y="3445602"/>
                </a:lnTo>
                <a:lnTo>
                  <a:pt x="3086147" y="3383802"/>
                </a:lnTo>
                <a:lnTo>
                  <a:pt x="3041740" y="3359934"/>
                </a:lnTo>
                <a:close/>
                <a:moveTo>
                  <a:pt x="2157713" y="3355291"/>
                </a:moveTo>
                <a:lnTo>
                  <a:pt x="2134930" y="3367089"/>
                </a:lnTo>
                <a:lnTo>
                  <a:pt x="2116881" y="3375570"/>
                </a:lnTo>
                <a:lnTo>
                  <a:pt x="2124066" y="3381745"/>
                </a:lnTo>
                <a:lnTo>
                  <a:pt x="2171773" y="3423215"/>
                </a:lnTo>
                <a:lnTo>
                  <a:pt x="2176255" y="3421147"/>
                </a:lnTo>
                <a:cubicBezTo>
                  <a:pt x="2188241" y="3414767"/>
                  <a:pt x="2199533" y="3408333"/>
                  <a:pt x="2210344" y="3401980"/>
                </a:cubicBezTo>
                <a:lnTo>
                  <a:pt x="2215045" y="3398947"/>
                </a:lnTo>
                <a:close/>
                <a:moveTo>
                  <a:pt x="2599132" y="3354115"/>
                </a:moveTo>
                <a:lnTo>
                  <a:pt x="2578106" y="3397297"/>
                </a:lnTo>
                <a:lnTo>
                  <a:pt x="2592180" y="3405313"/>
                </a:lnTo>
                <a:lnTo>
                  <a:pt x="2636243" y="3431223"/>
                </a:lnTo>
                <a:lnTo>
                  <a:pt x="2643442" y="3413693"/>
                </a:lnTo>
                <a:lnTo>
                  <a:pt x="2653827" y="3383194"/>
                </a:lnTo>
                <a:close/>
                <a:moveTo>
                  <a:pt x="4578900" y="3352551"/>
                </a:moveTo>
                <a:lnTo>
                  <a:pt x="4532070" y="3374747"/>
                </a:lnTo>
                <a:lnTo>
                  <a:pt x="4565676" y="3390001"/>
                </a:lnTo>
                <a:lnTo>
                  <a:pt x="4582139" y="3381964"/>
                </a:lnTo>
                <a:lnTo>
                  <a:pt x="4612030" y="3369197"/>
                </a:lnTo>
                <a:close/>
                <a:moveTo>
                  <a:pt x="4037231" y="3351051"/>
                </a:moveTo>
                <a:lnTo>
                  <a:pt x="3996865" y="3386715"/>
                </a:lnTo>
                <a:lnTo>
                  <a:pt x="4031832" y="3403878"/>
                </a:lnTo>
                <a:lnTo>
                  <a:pt x="4072927" y="3369856"/>
                </a:lnTo>
                <a:lnTo>
                  <a:pt x="4043978" y="3354946"/>
                </a:lnTo>
                <a:close/>
                <a:moveTo>
                  <a:pt x="4694122" y="3350300"/>
                </a:moveTo>
                <a:lnTo>
                  <a:pt x="4647285" y="3370317"/>
                </a:lnTo>
                <a:lnTo>
                  <a:pt x="4674939" y="3384210"/>
                </a:lnTo>
                <a:lnTo>
                  <a:pt x="4681404" y="3386761"/>
                </a:lnTo>
                <a:lnTo>
                  <a:pt x="4727845" y="3367545"/>
                </a:lnTo>
                <a:lnTo>
                  <a:pt x="4707040" y="3357561"/>
                </a:lnTo>
                <a:close/>
                <a:moveTo>
                  <a:pt x="4300704" y="3344049"/>
                </a:moveTo>
                <a:lnTo>
                  <a:pt x="4284699" y="3354575"/>
                </a:lnTo>
                <a:lnTo>
                  <a:pt x="4257077" y="3374331"/>
                </a:lnTo>
                <a:lnTo>
                  <a:pt x="4290986" y="3391558"/>
                </a:lnTo>
                <a:lnTo>
                  <a:pt x="4335043" y="3362548"/>
                </a:lnTo>
                <a:close/>
                <a:moveTo>
                  <a:pt x="3885031" y="3342987"/>
                </a:moveTo>
                <a:lnTo>
                  <a:pt x="3845719" y="3382110"/>
                </a:lnTo>
                <a:lnTo>
                  <a:pt x="3880995" y="3401472"/>
                </a:lnTo>
                <a:lnTo>
                  <a:pt x="3921458" y="3363460"/>
                </a:lnTo>
                <a:close/>
                <a:moveTo>
                  <a:pt x="2326544" y="3336200"/>
                </a:moveTo>
                <a:lnTo>
                  <a:pt x="2313692" y="3347839"/>
                </a:lnTo>
                <a:lnTo>
                  <a:pt x="2292870" y="3363751"/>
                </a:lnTo>
                <a:lnTo>
                  <a:pt x="2334157" y="3392343"/>
                </a:lnTo>
                <a:lnTo>
                  <a:pt x="2350372" y="3403551"/>
                </a:lnTo>
                <a:lnTo>
                  <a:pt x="2384187" y="3370781"/>
                </a:lnTo>
                <a:close/>
                <a:moveTo>
                  <a:pt x="2434287" y="3333516"/>
                </a:moveTo>
                <a:lnTo>
                  <a:pt x="2406504" y="3367111"/>
                </a:lnTo>
                <a:lnTo>
                  <a:pt x="2464163" y="3403380"/>
                </a:lnTo>
                <a:lnTo>
                  <a:pt x="2489146" y="3363783"/>
                </a:lnTo>
                <a:lnTo>
                  <a:pt x="2453324" y="3343383"/>
                </a:lnTo>
                <a:close/>
                <a:moveTo>
                  <a:pt x="4410822" y="3333089"/>
                </a:moveTo>
                <a:lnTo>
                  <a:pt x="4364206" y="3361393"/>
                </a:lnTo>
                <a:lnTo>
                  <a:pt x="4369773" y="3364393"/>
                </a:lnTo>
                <a:lnTo>
                  <a:pt x="4400965" y="3377344"/>
                </a:lnTo>
                <a:lnTo>
                  <a:pt x="4426905" y="3361738"/>
                </a:lnTo>
                <a:lnTo>
                  <a:pt x="4445121" y="3351608"/>
                </a:lnTo>
                <a:lnTo>
                  <a:pt x="4436058" y="3347494"/>
                </a:lnTo>
                <a:close/>
                <a:moveTo>
                  <a:pt x="4141781" y="3332394"/>
                </a:moveTo>
                <a:lnTo>
                  <a:pt x="4139116" y="3334413"/>
                </a:lnTo>
                <a:lnTo>
                  <a:pt x="4099761" y="3367002"/>
                </a:lnTo>
                <a:lnTo>
                  <a:pt x="4134687" y="3385000"/>
                </a:lnTo>
                <a:lnTo>
                  <a:pt x="4178614" y="3351104"/>
                </a:lnTo>
                <a:close/>
                <a:moveTo>
                  <a:pt x="2832043" y="3331023"/>
                </a:moveTo>
                <a:lnTo>
                  <a:pt x="2822429" y="3382531"/>
                </a:lnTo>
                <a:lnTo>
                  <a:pt x="2875900" y="3410661"/>
                </a:lnTo>
                <a:lnTo>
                  <a:pt x="2882973" y="3356326"/>
                </a:lnTo>
                <a:close/>
                <a:moveTo>
                  <a:pt x="2687295" y="3330983"/>
                </a:moveTo>
                <a:lnTo>
                  <a:pt x="2678552" y="3356517"/>
                </a:lnTo>
                <a:lnTo>
                  <a:pt x="2671918" y="3375986"/>
                </a:lnTo>
                <a:lnTo>
                  <a:pt x="2704082" y="3393086"/>
                </a:lnTo>
                <a:lnTo>
                  <a:pt x="2726636" y="3405726"/>
                </a:lnTo>
                <a:lnTo>
                  <a:pt x="2734825" y="3373575"/>
                </a:lnTo>
                <a:lnTo>
                  <a:pt x="2739430" y="3355599"/>
                </a:lnTo>
                <a:lnTo>
                  <a:pt x="2730357" y="3350825"/>
                </a:lnTo>
                <a:close/>
                <a:moveTo>
                  <a:pt x="2970448" y="3326510"/>
                </a:moveTo>
                <a:lnTo>
                  <a:pt x="2967431" y="3346862"/>
                </a:lnTo>
                <a:lnTo>
                  <a:pt x="2964700" y="3380415"/>
                </a:lnTo>
                <a:lnTo>
                  <a:pt x="2978392" y="3387217"/>
                </a:lnTo>
                <a:lnTo>
                  <a:pt x="3017383" y="3408490"/>
                </a:lnTo>
                <a:lnTo>
                  <a:pt x="3019283" y="3362380"/>
                </a:lnTo>
                <a:lnTo>
                  <a:pt x="3020593" y="3350020"/>
                </a:lnTo>
                <a:close/>
                <a:moveTo>
                  <a:pt x="2211095" y="3325886"/>
                </a:moveTo>
                <a:lnTo>
                  <a:pt x="2184412" y="3341465"/>
                </a:lnTo>
                <a:lnTo>
                  <a:pt x="2172299" y="3347738"/>
                </a:lnTo>
                <a:lnTo>
                  <a:pt x="2228309" y="3390389"/>
                </a:lnTo>
                <a:lnTo>
                  <a:pt x="2261589" y="3368915"/>
                </a:lnTo>
                <a:lnTo>
                  <a:pt x="2267597" y="3364320"/>
                </a:lnTo>
                <a:lnTo>
                  <a:pt x="2254905" y="3355528"/>
                </a:lnTo>
                <a:close/>
                <a:moveTo>
                  <a:pt x="2035911" y="3325560"/>
                </a:moveTo>
                <a:lnTo>
                  <a:pt x="2015711" y="3333266"/>
                </a:lnTo>
                <a:lnTo>
                  <a:pt x="1993660" y="3340121"/>
                </a:lnTo>
                <a:lnTo>
                  <a:pt x="2041205" y="3385589"/>
                </a:lnTo>
                <a:lnTo>
                  <a:pt x="2043602" y="3387908"/>
                </a:lnTo>
                <a:lnTo>
                  <a:pt x="2089481" y="3371602"/>
                </a:lnTo>
                <a:close/>
                <a:moveTo>
                  <a:pt x="4523692" y="3324811"/>
                </a:moveTo>
                <a:lnTo>
                  <a:pt x="4478027" y="3350216"/>
                </a:lnTo>
                <a:lnTo>
                  <a:pt x="4514366" y="3366711"/>
                </a:lnTo>
                <a:lnTo>
                  <a:pt x="4562089" y="3344104"/>
                </a:lnTo>
                <a:close/>
                <a:moveTo>
                  <a:pt x="3987158" y="3322148"/>
                </a:moveTo>
                <a:lnTo>
                  <a:pt x="3946386" y="3360451"/>
                </a:lnTo>
                <a:lnTo>
                  <a:pt x="3967220" y="3372164"/>
                </a:lnTo>
                <a:lnTo>
                  <a:pt x="3982384" y="3379607"/>
                </a:lnTo>
                <a:lnTo>
                  <a:pt x="4023605" y="3343186"/>
                </a:lnTo>
                <a:close/>
                <a:moveTo>
                  <a:pt x="4643579" y="3321894"/>
                </a:moveTo>
                <a:lnTo>
                  <a:pt x="4595890" y="3344498"/>
                </a:lnTo>
                <a:lnTo>
                  <a:pt x="4629879" y="3361573"/>
                </a:lnTo>
                <a:lnTo>
                  <a:pt x="4677779" y="3341115"/>
                </a:lnTo>
                <a:close/>
                <a:moveTo>
                  <a:pt x="2533734" y="3320954"/>
                </a:moveTo>
                <a:lnTo>
                  <a:pt x="2510023" y="3358523"/>
                </a:lnTo>
                <a:lnTo>
                  <a:pt x="2565228" y="3389963"/>
                </a:lnTo>
                <a:lnTo>
                  <a:pt x="2586045" y="3347157"/>
                </a:lnTo>
                <a:lnTo>
                  <a:pt x="2583805" y="3345966"/>
                </a:lnTo>
                <a:close/>
                <a:moveTo>
                  <a:pt x="4250401" y="3316950"/>
                </a:moveTo>
                <a:lnTo>
                  <a:pt x="4211539" y="3344461"/>
                </a:lnTo>
                <a:lnTo>
                  <a:pt x="4206276" y="3348523"/>
                </a:lnTo>
                <a:lnTo>
                  <a:pt x="4242190" y="3366768"/>
                </a:lnTo>
                <a:lnTo>
                  <a:pt x="4276934" y="3341920"/>
                </a:lnTo>
                <a:lnTo>
                  <a:pt x="4285860" y="3336053"/>
                </a:lnTo>
                <a:close/>
                <a:moveTo>
                  <a:pt x="3105361" y="3316459"/>
                </a:moveTo>
                <a:lnTo>
                  <a:pt x="3101369" y="3375022"/>
                </a:lnTo>
                <a:lnTo>
                  <a:pt x="3182477" y="3418610"/>
                </a:lnTo>
                <a:cubicBezTo>
                  <a:pt x="3309854" y="3488225"/>
                  <a:pt x="3440488" y="3559596"/>
                  <a:pt x="3575215" y="3602531"/>
                </a:cubicBezTo>
                <a:lnTo>
                  <a:pt x="3594905" y="3607208"/>
                </a:lnTo>
                <a:lnTo>
                  <a:pt x="3629548" y="3576243"/>
                </a:lnTo>
                <a:lnTo>
                  <a:pt x="3525958" y="3535062"/>
                </a:lnTo>
                <a:cubicBezTo>
                  <a:pt x="3442516" y="3497409"/>
                  <a:pt x="3360788" y="3452781"/>
                  <a:pt x="3280422" y="3408894"/>
                </a:cubicBezTo>
                <a:cubicBezTo>
                  <a:pt x="3225536" y="3378942"/>
                  <a:pt x="3168809" y="3347949"/>
                  <a:pt x="3112162" y="3319465"/>
                </a:cubicBezTo>
                <a:close/>
                <a:moveTo>
                  <a:pt x="5819570" y="3307482"/>
                </a:moveTo>
                <a:lnTo>
                  <a:pt x="5681176" y="3312177"/>
                </a:lnTo>
                <a:cubicBezTo>
                  <a:pt x="5518815" y="3315033"/>
                  <a:pt x="5350930" y="3317997"/>
                  <a:pt x="5178826" y="3344318"/>
                </a:cubicBezTo>
                <a:cubicBezTo>
                  <a:pt x="5099755" y="3356411"/>
                  <a:pt x="5023079" y="3374511"/>
                  <a:pt x="4948209" y="3395417"/>
                </a:cubicBezTo>
                <a:lnTo>
                  <a:pt x="4873156" y="3418616"/>
                </a:lnTo>
                <a:lnTo>
                  <a:pt x="4905759" y="3431843"/>
                </a:lnTo>
                <a:lnTo>
                  <a:pt x="5027987" y="3400315"/>
                </a:lnTo>
                <a:cubicBezTo>
                  <a:pt x="5097318" y="3383988"/>
                  <a:pt x="5168067" y="3369639"/>
                  <a:pt x="5240518" y="3359561"/>
                </a:cubicBezTo>
                <a:cubicBezTo>
                  <a:pt x="5388622" y="3338952"/>
                  <a:pt x="5533257" y="3332332"/>
                  <a:pt x="5673140" y="3325952"/>
                </a:cubicBezTo>
                <a:cubicBezTo>
                  <a:pt x="5728960" y="3323403"/>
                  <a:pt x="5783238" y="3320927"/>
                  <a:pt x="5835597" y="3317626"/>
                </a:cubicBezTo>
                <a:lnTo>
                  <a:pt x="5849907" y="3316368"/>
                </a:lnTo>
                <a:close/>
                <a:moveTo>
                  <a:pt x="4360793" y="3304532"/>
                </a:moveTo>
                <a:lnTo>
                  <a:pt x="4314808" y="3334774"/>
                </a:lnTo>
                <a:lnTo>
                  <a:pt x="4349133" y="3353270"/>
                </a:lnTo>
                <a:lnTo>
                  <a:pt x="4351385" y="3351787"/>
                </a:lnTo>
                <a:lnTo>
                  <a:pt x="4396073" y="3324670"/>
                </a:lnTo>
                <a:close/>
                <a:moveTo>
                  <a:pt x="4092450" y="3304171"/>
                </a:moveTo>
                <a:lnTo>
                  <a:pt x="4067517" y="3324293"/>
                </a:lnTo>
                <a:lnTo>
                  <a:pt x="4048943" y="3340703"/>
                </a:lnTo>
                <a:lnTo>
                  <a:pt x="4050749" y="3341745"/>
                </a:lnTo>
                <a:lnTo>
                  <a:pt x="4085347" y="3359574"/>
                </a:lnTo>
                <a:lnTo>
                  <a:pt x="4127276" y="3324860"/>
                </a:lnTo>
                <a:close/>
                <a:moveTo>
                  <a:pt x="2089908" y="3303661"/>
                </a:moveTo>
                <a:lnTo>
                  <a:pt x="2051937" y="3319411"/>
                </a:lnTo>
                <a:lnTo>
                  <a:pt x="2051660" y="3319521"/>
                </a:lnTo>
                <a:lnTo>
                  <a:pt x="2104548" y="3364971"/>
                </a:lnTo>
                <a:lnTo>
                  <a:pt x="2128443" y="3353741"/>
                </a:lnTo>
                <a:lnTo>
                  <a:pt x="2144652" y="3345346"/>
                </a:lnTo>
                <a:close/>
                <a:moveTo>
                  <a:pt x="2768657" y="3302246"/>
                </a:moveTo>
                <a:lnTo>
                  <a:pt x="2767674" y="3305192"/>
                </a:lnTo>
                <a:lnTo>
                  <a:pt x="2756718" y="3347962"/>
                </a:lnTo>
                <a:lnTo>
                  <a:pt x="2808678" y="3375297"/>
                </a:lnTo>
                <a:lnTo>
                  <a:pt x="2818235" y="3324163"/>
                </a:lnTo>
                <a:lnTo>
                  <a:pt x="2800256" y="3315230"/>
                </a:lnTo>
                <a:close/>
                <a:moveTo>
                  <a:pt x="2624772" y="3302173"/>
                </a:moveTo>
                <a:lnTo>
                  <a:pt x="2607542" y="3336843"/>
                </a:lnTo>
                <a:lnTo>
                  <a:pt x="2605640" y="3340751"/>
                </a:lnTo>
                <a:lnTo>
                  <a:pt x="2658678" y="3368948"/>
                </a:lnTo>
                <a:lnTo>
                  <a:pt x="2664483" y="3351899"/>
                </a:lnTo>
                <a:lnTo>
                  <a:pt x="2673783" y="3324757"/>
                </a:lnTo>
                <a:close/>
                <a:moveTo>
                  <a:pt x="2367649" y="3298976"/>
                </a:moveTo>
                <a:lnTo>
                  <a:pt x="2338051" y="3325779"/>
                </a:lnTo>
                <a:lnTo>
                  <a:pt x="2393784" y="3359213"/>
                </a:lnTo>
                <a:lnTo>
                  <a:pt x="2420784" y="3326517"/>
                </a:lnTo>
                <a:close/>
                <a:moveTo>
                  <a:pt x="2908083" y="3297271"/>
                </a:moveTo>
                <a:lnTo>
                  <a:pt x="2901079" y="3332459"/>
                </a:lnTo>
                <a:lnTo>
                  <a:pt x="2899089" y="3347819"/>
                </a:lnTo>
                <a:lnTo>
                  <a:pt x="2950407" y="3373314"/>
                </a:lnTo>
                <a:lnTo>
                  <a:pt x="2952585" y="3346687"/>
                </a:lnTo>
                <a:lnTo>
                  <a:pt x="2956564" y="3320000"/>
                </a:lnTo>
                <a:close/>
                <a:moveTo>
                  <a:pt x="4473774" y="3296155"/>
                </a:moveTo>
                <a:lnTo>
                  <a:pt x="4461549" y="3302289"/>
                </a:lnTo>
                <a:lnTo>
                  <a:pt x="4425367" y="3324258"/>
                </a:lnTo>
                <a:lnTo>
                  <a:pt x="4442918" y="3334280"/>
                </a:lnTo>
                <a:lnTo>
                  <a:pt x="4461287" y="3342618"/>
                </a:lnTo>
                <a:lnTo>
                  <a:pt x="4507826" y="3316739"/>
                </a:lnTo>
                <a:close/>
                <a:moveTo>
                  <a:pt x="2258915" y="3295628"/>
                </a:moveTo>
                <a:lnTo>
                  <a:pt x="2226996" y="3316602"/>
                </a:lnTo>
                <a:lnTo>
                  <a:pt x="2225321" y="3317580"/>
                </a:lnTo>
                <a:lnTo>
                  <a:pt x="2263196" y="3343201"/>
                </a:lnTo>
                <a:lnTo>
                  <a:pt x="2279998" y="3354837"/>
                </a:lnTo>
                <a:lnTo>
                  <a:pt x="2304382" y="3336190"/>
                </a:lnTo>
                <a:lnTo>
                  <a:pt x="2313206" y="3328198"/>
                </a:lnTo>
                <a:close/>
                <a:moveTo>
                  <a:pt x="3936485" y="3292899"/>
                </a:moveTo>
                <a:lnTo>
                  <a:pt x="3924115" y="3304091"/>
                </a:lnTo>
                <a:lnTo>
                  <a:pt x="3895968" y="3332103"/>
                </a:lnTo>
                <a:lnTo>
                  <a:pt x="3932796" y="3352809"/>
                </a:lnTo>
                <a:lnTo>
                  <a:pt x="3973702" y="3314381"/>
                </a:lnTo>
                <a:close/>
                <a:moveTo>
                  <a:pt x="4591305" y="3292515"/>
                </a:moveTo>
                <a:lnTo>
                  <a:pt x="4539829" y="3316335"/>
                </a:lnTo>
                <a:lnTo>
                  <a:pt x="4579082" y="3336054"/>
                </a:lnTo>
                <a:lnTo>
                  <a:pt x="4627752" y="3312999"/>
                </a:lnTo>
                <a:close/>
                <a:moveTo>
                  <a:pt x="2469202" y="3291567"/>
                </a:moveTo>
                <a:lnTo>
                  <a:pt x="2461360" y="3300778"/>
                </a:lnTo>
                <a:lnTo>
                  <a:pt x="2443998" y="3321773"/>
                </a:lnTo>
                <a:lnTo>
                  <a:pt x="2460612" y="3330383"/>
                </a:lnTo>
                <a:lnTo>
                  <a:pt x="2497106" y="3351167"/>
                </a:lnTo>
                <a:lnTo>
                  <a:pt x="2520378" y="3314282"/>
                </a:lnTo>
                <a:lnTo>
                  <a:pt x="2517340" y="3312764"/>
                </a:lnTo>
                <a:close/>
                <a:moveTo>
                  <a:pt x="4199683" y="3288519"/>
                </a:moveTo>
                <a:lnTo>
                  <a:pt x="4154924" y="3322435"/>
                </a:lnTo>
                <a:lnTo>
                  <a:pt x="4191613" y="3341074"/>
                </a:lnTo>
                <a:lnTo>
                  <a:pt x="4203313" y="3332046"/>
                </a:lnTo>
                <a:lnTo>
                  <a:pt x="4235783" y="3309075"/>
                </a:lnTo>
                <a:lnTo>
                  <a:pt x="4214641" y="3297685"/>
                </a:lnTo>
                <a:close/>
                <a:moveTo>
                  <a:pt x="3042106" y="3288499"/>
                </a:moveTo>
                <a:lnTo>
                  <a:pt x="3036585" y="3341035"/>
                </a:lnTo>
                <a:lnTo>
                  <a:pt x="3048654" y="3346693"/>
                </a:lnTo>
                <a:lnTo>
                  <a:pt x="3086946" y="3367271"/>
                </a:lnTo>
                <a:lnTo>
                  <a:pt x="3090897" y="3310066"/>
                </a:lnTo>
                <a:close/>
                <a:moveTo>
                  <a:pt x="5802291" y="3287654"/>
                </a:moveTo>
                <a:lnTo>
                  <a:pt x="5825633" y="3293873"/>
                </a:lnTo>
                <a:lnTo>
                  <a:pt x="5832394" y="3293556"/>
                </a:lnTo>
                <a:lnTo>
                  <a:pt x="5824797" y="3291793"/>
                </a:lnTo>
                <a:lnTo>
                  <a:pt x="5811614" y="3287683"/>
                </a:lnTo>
                <a:close/>
                <a:moveTo>
                  <a:pt x="5546042" y="3285925"/>
                </a:moveTo>
                <a:cubicBezTo>
                  <a:pt x="5407949" y="3285629"/>
                  <a:pt x="5260547" y="3290134"/>
                  <a:pt x="5115051" y="3314339"/>
                </a:cubicBezTo>
                <a:cubicBezTo>
                  <a:pt x="5029960" y="3328488"/>
                  <a:pt x="4948126" y="3350525"/>
                  <a:pt x="4868568" y="3376262"/>
                </a:cubicBezTo>
                <a:lnTo>
                  <a:pt x="4818099" y="3394498"/>
                </a:lnTo>
                <a:lnTo>
                  <a:pt x="4841972" y="3405964"/>
                </a:lnTo>
                <a:lnTo>
                  <a:pt x="4851406" y="3409791"/>
                </a:lnTo>
                <a:lnTo>
                  <a:pt x="4944512" y="3381014"/>
                </a:lnTo>
                <a:cubicBezTo>
                  <a:pt x="5019749" y="3360015"/>
                  <a:pt x="5096872" y="3341822"/>
                  <a:pt x="5176530" y="3329636"/>
                </a:cubicBezTo>
                <a:cubicBezTo>
                  <a:pt x="5349648" y="3303154"/>
                  <a:pt x="5518015" y="3300191"/>
                  <a:pt x="5680883" y="3297335"/>
                </a:cubicBezTo>
                <a:lnTo>
                  <a:pt x="5777813" y="3295251"/>
                </a:lnTo>
                <a:lnTo>
                  <a:pt x="5751328" y="3287493"/>
                </a:lnTo>
                <a:lnTo>
                  <a:pt x="5680615" y="3287270"/>
                </a:lnTo>
                <a:cubicBezTo>
                  <a:pt x="5637069" y="3286656"/>
                  <a:pt x="5592072" y="3286024"/>
                  <a:pt x="5546042" y="3285925"/>
                </a:cubicBezTo>
                <a:close/>
                <a:moveTo>
                  <a:pt x="2142817" y="3281203"/>
                </a:moveTo>
                <a:lnTo>
                  <a:pt x="2130459" y="3286840"/>
                </a:lnTo>
                <a:lnTo>
                  <a:pt x="2105774" y="3297079"/>
                </a:lnTo>
                <a:lnTo>
                  <a:pt x="2159238" y="3337791"/>
                </a:lnTo>
                <a:lnTo>
                  <a:pt x="2177272" y="3328450"/>
                </a:lnTo>
                <a:lnTo>
                  <a:pt x="2197458" y="3316659"/>
                </a:lnTo>
                <a:lnTo>
                  <a:pt x="2191100" y="3312358"/>
                </a:lnTo>
                <a:close/>
                <a:moveTo>
                  <a:pt x="2707113" y="3276957"/>
                </a:moveTo>
                <a:lnTo>
                  <a:pt x="2700421" y="3292642"/>
                </a:lnTo>
                <a:lnTo>
                  <a:pt x="2692117" y="3316898"/>
                </a:lnTo>
                <a:lnTo>
                  <a:pt x="2736871" y="3337521"/>
                </a:lnTo>
                <a:lnTo>
                  <a:pt x="2743207" y="3340855"/>
                </a:lnTo>
                <a:lnTo>
                  <a:pt x="2753632" y="3300162"/>
                </a:lnTo>
                <a:lnTo>
                  <a:pt x="2754837" y="3296567"/>
                </a:lnTo>
                <a:close/>
                <a:moveTo>
                  <a:pt x="2563093" y="3275480"/>
                </a:moveTo>
                <a:lnTo>
                  <a:pt x="2541821" y="3308380"/>
                </a:lnTo>
                <a:lnTo>
                  <a:pt x="2590513" y="3332709"/>
                </a:lnTo>
                <a:lnTo>
                  <a:pt x="2592546" y="3333789"/>
                </a:lnTo>
                <a:lnTo>
                  <a:pt x="2593981" y="3330837"/>
                </a:lnTo>
                <a:lnTo>
                  <a:pt x="2609999" y="3295367"/>
                </a:lnTo>
                <a:lnTo>
                  <a:pt x="2581247" y="3282118"/>
                </a:lnTo>
                <a:close/>
                <a:moveTo>
                  <a:pt x="4309390" y="3275190"/>
                </a:moveTo>
                <a:lnTo>
                  <a:pt x="4263943" y="3307363"/>
                </a:lnTo>
                <a:lnTo>
                  <a:pt x="4299971" y="3326778"/>
                </a:lnTo>
                <a:lnTo>
                  <a:pt x="4346356" y="3296290"/>
                </a:lnTo>
                <a:close/>
                <a:moveTo>
                  <a:pt x="4042198" y="3274319"/>
                </a:moveTo>
                <a:lnTo>
                  <a:pt x="3998600" y="3311644"/>
                </a:lnTo>
                <a:lnTo>
                  <a:pt x="4035318" y="3332838"/>
                </a:lnTo>
                <a:lnTo>
                  <a:pt x="4058520" y="3312337"/>
                </a:lnTo>
                <a:lnTo>
                  <a:pt x="4078742" y="3296028"/>
                </a:lnTo>
                <a:close/>
                <a:moveTo>
                  <a:pt x="5808980" y="3271406"/>
                </a:moveTo>
                <a:lnTo>
                  <a:pt x="5813596" y="3272847"/>
                </a:lnTo>
                <a:lnTo>
                  <a:pt x="5815354" y="3272853"/>
                </a:lnTo>
                <a:lnTo>
                  <a:pt x="5810352" y="3271463"/>
                </a:lnTo>
                <a:close/>
                <a:moveTo>
                  <a:pt x="2846756" y="3270872"/>
                </a:moveTo>
                <a:lnTo>
                  <a:pt x="2835033" y="3315995"/>
                </a:lnTo>
                <a:lnTo>
                  <a:pt x="2884992" y="3340815"/>
                </a:lnTo>
                <a:lnTo>
                  <a:pt x="2886225" y="3331340"/>
                </a:lnTo>
                <a:lnTo>
                  <a:pt x="2894331" y="3290824"/>
                </a:lnTo>
                <a:lnTo>
                  <a:pt x="2868886" y="3278894"/>
                </a:lnTo>
                <a:close/>
                <a:moveTo>
                  <a:pt x="1972007" y="3270635"/>
                </a:moveTo>
                <a:lnTo>
                  <a:pt x="1968994" y="3271547"/>
                </a:lnTo>
                <a:lnTo>
                  <a:pt x="1933131" y="3282234"/>
                </a:lnTo>
                <a:lnTo>
                  <a:pt x="1981392" y="3328388"/>
                </a:lnTo>
                <a:lnTo>
                  <a:pt x="2010640" y="3319304"/>
                </a:lnTo>
                <a:lnTo>
                  <a:pt x="2023098" y="3314547"/>
                </a:lnTo>
                <a:close/>
                <a:moveTo>
                  <a:pt x="5746391" y="3268802"/>
                </a:moveTo>
                <a:lnTo>
                  <a:pt x="5757540" y="3272670"/>
                </a:lnTo>
                <a:lnTo>
                  <a:pt x="5763515" y="3272689"/>
                </a:lnTo>
                <a:lnTo>
                  <a:pt x="5751763" y="3269026"/>
                </a:lnTo>
                <a:close/>
                <a:moveTo>
                  <a:pt x="2302985" y="3266861"/>
                </a:moveTo>
                <a:lnTo>
                  <a:pt x="2297798" y="3270079"/>
                </a:lnTo>
                <a:lnTo>
                  <a:pt x="2272698" y="3286572"/>
                </a:lnTo>
                <a:lnTo>
                  <a:pt x="2324712" y="3317777"/>
                </a:lnTo>
                <a:lnTo>
                  <a:pt x="2353543" y="3291665"/>
                </a:lnTo>
                <a:lnTo>
                  <a:pt x="2321464" y="3275037"/>
                </a:lnTo>
                <a:close/>
                <a:moveTo>
                  <a:pt x="4424845" y="3266580"/>
                </a:moveTo>
                <a:lnTo>
                  <a:pt x="4389302" y="3285783"/>
                </a:lnTo>
                <a:lnTo>
                  <a:pt x="4374746" y="3295355"/>
                </a:lnTo>
                <a:lnTo>
                  <a:pt x="4410624" y="3315841"/>
                </a:lnTo>
                <a:lnTo>
                  <a:pt x="4454897" y="3288975"/>
                </a:lnTo>
                <a:lnTo>
                  <a:pt x="4458723" y="3287058"/>
                </a:lnTo>
                <a:close/>
                <a:moveTo>
                  <a:pt x="2407004" y="3264178"/>
                </a:moveTo>
                <a:lnTo>
                  <a:pt x="2383463" y="3284654"/>
                </a:lnTo>
                <a:lnTo>
                  <a:pt x="2379427" y="3288310"/>
                </a:lnTo>
                <a:lnTo>
                  <a:pt x="2430485" y="3314770"/>
                </a:lnTo>
                <a:lnTo>
                  <a:pt x="2449534" y="3291702"/>
                </a:lnTo>
                <a:lnTo>
                  <a:pt x="2454991" y="3285309"/>
                </a:lnTo>
                <a:close/>
                <a:moveTo>
                  <a:pt x="4542173" y="3261835"/>
                </a:moveTo>
                <a:lnTo>
                  <a:pt x="4489436" y="3288296"/>
                </a:lnTo>
                <a:lnTo>
                  <a:pt x="4516036" y="3304382"/>
                </a:lnTo>
                <a:lnTo>
                  <a:pt x="4523397" y="3308080"/>
                </a:lnTo>
                <a:lnTo>
                  <a:pt x="4528279" y="3305365"/>
                </a:lnTo>
                <a:lnTo>
                  <a:pt x="4575842" y="3283380"/>
                </a:lnTo>
                <a:close/>
                <a:moveTo>
                  <a:pt x="2980143" y="3261111"/>
                </a:moveTo>
                <a:lnTo>
                  <a:pt x="2972733" y="3311097"/>
                </a:lnTo>
                <a:lnTo>
                  <a:pt x="3022258" y="3334317"/>
                </a:lnTo>
                <a:lnTo>
                  <a:pt x="3027786" y="3282170"/>
                </a:lnTo>
                <a:close/>
                <a:moveTo>
                  <a:pt x="2191564" y="3258967"/>
                </a:moveTo>
                <a:lnTo>
                  <a:pt x="2158861" y="3273885"/>
                </a:lnTo>
                <a:lnTo>
                  <a:pt x="2199226" y="3299928"/>
                </a:lnTo>
                <a:lnTo>
                  <a:pt x="2211680" y="3308352"/>
                </a:lnTo>
                <a:lnTo>
                  <a:pt x="2219351" y="3303872"/>
                </a:lnTo>
                <a:lnTo>
                  <a:pt x="2244172" y="3287560"/>
                </a:lnTo>
                <a:close/>
                <a:moveTo>
                  <a:pt x="4149756" y="3257924"/>
                </a:moveTo>
                <a:lnTo>
                  <a:pt x="4104758" y="3294238"/>
                </a:lnTo>
                <a:lnTo>
                  <a:pt x="4136250" y="3312947"/>
                </a:lnTo>
                <a:lnTo>
                  <a:pt x="4140117" y="3314912"/>
                </a:lnTo>
                <a:lnTo>
                  <a:pt x="4186025" y="3280150"/>
                </a:lnTo>
                <a:close/>
                <a:moveTo>
                  <a:pt x="5370984" y="3257242"/>
                </a:moveTo>
                <a:cubicBezTo>
                  <a:pt x="5265892" y="3258260"/>
                  <a:pt x="5158070" y="3265234"/>
                  <a:pt x="5051195" y="3284414"/>
                </a:cubicBezTo>
                <a:cubicBezTo>
                  <a:pt x="4960846" y="3300632"/>
                  <a:pt x="4874667" y="3326693"/>
                  <a:pt x="4791248" y="3357379"/>
                </a:cubicBezTo>
                <a:lnTo>
                  <a:pt x="4764158" y="3368589"/>
                </a:lnTo>
                <a:lnTo>
                  <a:pt x="4799357" y="3385496"/>
                </a:lnTo>
                <a:lnTo>
                  <a:pt x="4864393" y="3362007"/>
                </a:lnTo>
                <a:cubicBezTo>
                  <a:pt x="4944396" y="3336143"/>
                  <a:pt x="5026770" y="3313979"/>
                  <a:pt x="5112595" y="3299710"/>
                </a:cubicBezTo>
                <a:cubicBezTo>
                  <a:pt x="5307897" y="3267222"/>
                  <a:pt x="5506029" y="3269972"/>
                  <a:pt x="5680802" y="3272428"/>
                </a:cubicBezTo>
                <a:lnTo>
                  <a:pt x="5707865" y="3272514"/>
                </a:lnTo>
                <a:lnTo>
                  <a:pt x="5691086" y="3266502"/>
                </a:lnTo>
                <a:lnTo>
                  <a:pt x="5674395" y="3265807"/>
                </a:lnTo>
                <a:cubicBezTo>
                  <a:pt x="5578439" y="3261163"/>
                  <a:pt x="5476076" y="3256224"/>
                  <a:pt x="5370984" y="3257242"/>
                </a:cubicBezTo>
                <a:close/>
                <a:moveTo>
                  <a:pt x="2025338" y="3254494"/>
                </a:moveTo>
                <a:lnTo>
                  <a:pt x="1988845" y="3265539"/>
                </a:lnTo>
                <a:lnTo>
                  <a:pt x="2038866" y="3308526"/>
                </a:lnTo>
                <a:lnTo>
                  <a:pt x="2044409" y="3306410"/>
                </a:lnTo>
                <a:lnTo>
                  <a:pt x="2046625" y="3305556"/>
                </a:lnTo>
                <a:lnTo>
                  <a:pt x="2076250" y="3293261"/>
                </a:lnTo>
                <a:close/>
                <a:moveTo>
                  <a:pt x="2649141" y="3253136"/>
                </a:moveTo>
                <a:lnTo>
                  <a:pt x="2631366" y="3288903"/>
                </a:lnTo>
                <a:lnTo>
                  <a:pt x="2678608" y="3310673"/>
                </a:lnTo>
                <a:lnTo>
                  <a:pt x="2686888" y="3286505"/>
                </a:lnTo>
                <a:lnTo>
                  <a:pt x="2693390" y="3271318"/>
                </a:lnTo>
                <a:close/>
                <a:moveTo>
                  <a:pt x="2501935" y="3253115"/>
                </a:moveTo>
                <a:lnTo>
                  <a:pt x="2479248" y="3279765"/>
                </a:lnTo>
                <a:lnTo>
                  <a:pt x="2523827" y="3299390"/>
                </a:lnTo>
                <a:lnTo>
                  <a:pt x="2528463" y="3301707"/>
                </a:lnTo>
                <a:lnTo>
                  <a:pt x="2548828" y="3270263"/>
                </a:lnTo>
                <a:close/>
                <a:moveTo>
                  <a:pt x="2786436" y="3249006"/>
                </a:moveTo>
                <a:lnTo>
                  <a:pt x="2773352" y="3288187"/>
                </a:lnTo>
                <a:lnTo>
                  <a:pt x="2806305" y="3301723"/>
                </a:lnTo>
                <a:lnTo>
                  <a:pt x="2821410" y="3309227"/>
                </a:lnTo>
                <a:lnTo>
                  <a:pt x="2832752" y="3265796"/>
                </a:lnTo>
                <a:close/>
                <a:moveTo>
                  <a:pt x="3112631" y="3248797"/>
                </a:moveTo>
                <a:lnTo>
                  <a:pt x="3108595" y="3269011"/>
                </a:lnTo>
                <a:lnTo>
                  <a:pt x="3106433" y="3300727"/>
                </a:lnTo>
                <a:lnTo>
                  <a:pt x="3118809" y="3306197"/>
                </a:lnTo>
                <a:cubicBezTo>
                  <a:pt x="3175670" y="3334788"/>
                  <a:pt x="3232530" y="3365834"/>
                  <a:pt x="3287523" y="3395866"/>
                </a:cubicBezTo>
                <a:cubicBezTo>
                  <a:pt x="3371039" y="3441462"/>
                  <a:pt x="3452239" y="3485796"/>
                  <a:pt x="3534073" y="3522676"/>
                </a:cubicBezTo>
                <a:lnTo>
                  <a:pt x="3641084" y="3565061"/>
                </a:lnTo>
                <a:lnTo>
                  <a:pt x="3675754" y="3530487"/>
                </a:lnTo>
                <a:lnTo>
                  <a:pt x="3616679" y="3506191"/>
                </a:lnTo>
                <a:cubicBezTo>
                  <a:pt x="3539066" y="3470393"/>
                  <a:pt x="3462163" y="3428195"/>
                  <a:pt x="3383065" y="3384788"/>
                </a:cubicBezTo>
                <a:cubicBezTo>
                  <a:pt x="3317876" y="3349016"/>
                  <a:pt x="3250443" y="3312043"/>
                  <a:pt x="3182638" y="3279048"/>
                </a:cubicBezTo>
                <a:close/>
                <a:moveTo>
                  <a:pt x="4259628" y="3244262"/>
                </a:moveTo>
                <a:lnTo>
                  <a:pt x="4246825" y="3252797"/>
                </a:lnTo>
                <a:lnTo>
                  <a:pt x="4212398" y="3278884"/>
                </a:lnTo>
                <a:lnTo>
                  <a:pt x="4221902" y="3284708"/>
                </a:lnTo>
                <a:lnTo>
                  <a:pt x="4249332" y="3299490"/>
                </a:lnTo>
                <a:lnTo>
                  <a:pt x="4295394" y="3266903"/>
                </a:lnTo>
                <a:close/>
                <a:moveTo>
                  <a:pt x="3990780" y="3243773"/>
                </a:moveTo>
                <a:lnTo>
                  <a:pt x="3948030" y="3282453"/>
                </a:lnTo>
                <a:lnTo>
                  <a:pt x="3984983" y="3303783"/>
                </a:lnTo>
                <a:lnTo>
                  <a:pt x="3986353" y="3302496"/>
                </a:lnTo>
                <a:lnTo>
                  <a:pt x="4028677" y="3266287"/>
                </a:lnTo>
                <a:close/>
                <a:moveTo>
                  <a:pt x="2345117" y="3240718"/>
                </a:moveTo>
                <a:lnTo>
                  <a:pt x="2318298" y="3257359"/>
                </a:lnTo>
                <a:lnTo>
                  <a:pt x="2327897" y="3261606"/>
                </a:lnTo>
                <a:lnTo>
                  <a:pt x="2365320" y="3280999"/>
                </a:lnTo>
                <a:lnTo>
                  <a:pt x="2373132" y="3273923"/>
                </a:lnTo>
                <a:lnTo>
                  <a:pt x="2391968" y="3257557"/>
                </a:lnTo>
                <a:lnTo>
                  <a:pt x="2383627" y="3253884"/>
                </a:lnTo>
                <a:close/>
                <a:moveTo>
                  <a:pt x="2077125" y="3238961"/>
                </a:moveTo>
                <a:lnTo>
                  <a:pt x="2046784" y="3248002"/>
                </a:lnTo>
                <a:lnTo>
                  <a:pt x="2042880" y="3249184"/>
                </a:lnTo>
                <a:lnTo>
                  <a:pt x="2092114" y="3286677"/>
                </a:lnTo>
                <a:lnTo>
                  <a:pt x="2124617" y="3273188"/>
                </a:lnTo>
                <a:lnTo>
                  <a:pt x="2128002" y="3271643"/>
                </a:lnTo>
                <a:lnTo>
                  <a:pt x="2080153" y="3240768"/>
                </a:lnTo>
                <a:close/>
                <a:moveTo>
                  <a:pt x="2237770" y="3238005"/>
                </a:moveTo>
                <a:lnTo>
                  <a:pt x="2208518" y="3251270"/>
                </a:lnTo>
                <a:lnTo>
                  <a:pt x="2258256" y="3278304"/>
                </a:lnTo>
                <a:lnTo>
                  <a:pt x="2286660" y="3259637"/>
                </a:lnTo>
                <a:close/>
                <a:moveTo>
                  <a:pt x="2921603" y="3237194"/>
                </a:moveTo>
                <a:lnTo>
                  <a:pt x="2917978" y="3247551"/>
                </a:lnTo>
                <a:lnTo>
                  <a:pt x="2911083" y="3282192"/>
                </a:lnTo>
                <a:lnTo>
                  <a:pt x="2958861" y="3304593"/>
                </a:lnTo>
                <a:lnTo>
                  <a:pt x="2966259" y="3254974"/>
                </a:lnTo>
                <a:lnTo>
                  <a:pt x="2937182" y="3242122"/>
                </a:lnTo>
                <a:close/>
                <a:moveTo>
                  <a:pt x="4375229" y="3236025"/>
                </a:moveTo>
                <a:lnTo>
                  <a:pt x="4323368" y="3266019"/>
                </a:lnTo>
                <a:lnTo>
                  <a:pt x="4360315" y="3287115"/>
                </a:lnTo>
                <a:lnTo>
                  <a:pt x="4382321" y="3272651"/>
                </a:lnTo>
                <a:lnTo>
                  <a:pt x="4410097" y="3257665"/>
                </a:lnTo>
                <a:lnTo>
                  <a:pt x="4386167" y="3243200"/>
                </a:lnTo>
                <a:close/>
                <a:moveTo>
                  <a:pt x="2589229" y="3235058"/>
                </a:moveTo>
                <a:lnTo>
                  <a:pt x="2571332" y="3262738"/>
                </a:lnTo>
                <a:lnTo>
                  <a:pt x="2587040" y="3268477"/>
                </a:lnTo>
                <a:lnTo>
                  <a:pt x="2616096" y="3281866"/>
                </a:lnTo>
                <a:lnTo>
                  <a:pt x="2619977" y="3273271"/>
                </a:lnTo>
                <a:lnTo>
                  <a:pt x="2633715" y="3248136"/>
                </a:lnTo>
                <a:close/>
                <a:moveTo>
                  <a:pt x="2443950" y="3232041"/>
                </a:moveTo>
                <a:lnTo>
                  <a:pt x="2419383" y="3253410"/>
                </a:lnTo>
                <a:lnTo>
                  <a:pt x="2465055" y="3273517"/>
                </a:lnTo>
                <a:lnTo>
                  <a:pt x="2487099" y="3247689"/>
                </a:lnTo>
                <a:lnTo>
                  <a:pt x="2445012" y="3232298"/>
                </a:lnTo>
                <a:close/>
                <a:moveTo>
                  <a:pt x="4492483" y="3230037"/>
                </a:moveTo>
                <a:lnTo>
                  <a:pt x="4439993" y="3258396"/>
                </a:lnTo>
                <a:lnTo>
                  <a:pt x="4474399" y="3279202"/>
                </a:lnTo>
                <a:lnTo>
                  <a:pt x="4527629" y="3252528"/>
                </a:lnTo>
                <a:close/>
                <a:moveTo>
                  <a:pt x="5248352" y="3228073"/>
                </a:moveTo>
                <a:cubicBezTo>
                  <a:pt x="5161880" y="3230169"/>
                  <a:pt x="5074328" y="3237807"/>
                  <a:pt x="4987394" y="3254515"/>
                </a:cubicBezTo>
                <a:cubicBezTo>
                  <a:pt x="4916118" y="3268210"/>
                  <a:pt x="4847717" y="3288587"/>
                  <a:pt x="4781410" y="3312995"/>
                </a:cubicBezTo>
                <a:lnTo>
                  <a:pt x="4711257" y="3342977"/>
                </a:lnTo>
                <a:lnTo>
                  <a:pt x="4713738" y="3344371"/>
                </a:lnTo>
                <a:lnTo>
                  <a:pt x="4746185" y="3359956"/>
                </a:lnTo>
                <a:lnTo>
                  <a:pt x="4786549" y="3343254"/>
                </a:lnTo>
                <a:cubicBezTo>
                  <a:pt x="4870489" y="3312397"/>
                  <a:pt x="4957309" y="3286176"/>
                  <a:pt x="5048526" y="3269812"/>
                </a:cubicBezTo>
                <a:cubicBezTo>
                  <a:pt x="5210079" y="3240821"/>
                  <a:pt x="5373329" y="3239490"/>
                  <a:pt x="5526157" y="3244566"/>
                </a:cubicBezTo>
                <a:lnTo>
                  <a:pt x="5644065" y="3249654"/>
                </a:lnTo>
                <a:lnTo>
                  <a:pt x="5630665" y="3244853"/>
                </a:lnTo>
                <a:lnTo>
                  <a:pt x="5502832" y="3234882"/>
                </a:lnTo>
                <a:cubicBezTo>
                  <a:pt x="5420218" y="3229422"/>
                  <a:pt x="5334825" y="3225976"/>
                  <a:pt x="5248352" y="3228073"/>
                </a:cubicBezTo>
                <a:close/>
                <a:moveTo>
                  <a:pt x="2728658" y="3228062"/>
                </a:moveTo>
                <a:lnTo>
                  <a:pt x="2726410" y="3231727"/>
                </a:lnTo>
                <a:lnTo>
                  <a:pt x="2712913" y="3263362"/>
                </a:lnTo>
                <a:lnTo>
                  <a:pt x="2759548" y="3282517"/>
                </a:lnTo>
                <a:lnTo>
                  <a:pt x="2772479" y="3243947"/>
                </a:lnTo>
                <a:close/>
                <a:moveTo>
                  <a:pt x="4098230" y="3226349"/>
                </a:moveTo>
                <a:lnTo>
                  <a:pt x="4054092" y="3264137"/>
                </a:lnTo>
                <a:lnTo>
                  <a:pt x="4091056" y="3286097"/>
                </a:lnTo>
                <a:lnTo>
                  <a:pt x="4136250" y="3249648"/>
                </a:lnTo>
                <a:close/>
                <a:moveTo>
                  <a:pt x="2126325" y="3224300"/>
                </a:moveTo>
                <a:lnTo>
                  <a:pt x="2096011" y="3233334"/>
                </a:lnTo>
                <a:lnTo>
                  <a:pt x="2144041" y="3264323"/>
                </a:lnTo>
                <a:lnTo>
                  <a:pt x="2175229" y="3250089"/>
                </a:lnTo>
                <a:lnTo>
                  <a:pt x="2140643" y="3231291"/>
                </a:lnTo>
                <a:close/>
                <a:moveTo>
                  <a:pt x="3054199" y="3223548"/>
                </a:moveTo>
                <a:lnTo>
                  <a:pt x="3044863" y="3262257"/>
                </a:lnTo>
                <a:lnTo>
                  <a:pt x="3043733" y="3273016"/>
                </a:lnTo>
                <a:lnTo>
                  <a:pt x="3091983" y="3294341"/>
                </a:lnTo>
                <a:lnTo>
                  <a:pt x="3093946" y="3265928"/>
                </a:lnTo>
                <a:lnTo>
                  <a:pt x="3098619" y="3242742"/>
                </a:lnTo>
                <a:close/>
                <a:moveTo>
                  <a:pt x="2283133" y="3219525"/>
                </a:moveTo>
                <a:lnTo>
                  <a:pt x="2256149" y="3229864"/>
                </a:lnTo>
                <a:lnTo>
                  <a:pt x="2301882" y="3250096"/>
                </a:lnTo>
                <a:lnTo>
                  <a:pt x="2326999" y="3234523"/>
                </a:lnTo>
                <a:close/>
                <a:moveTo>
                  <a:pt x="1908800" y="3219098"/>
                </a:moveTo>
                <a:lnTo>
                  <a:pt x="1886025" y="3223709"/>
                </a:lnTo>
                <a:lnTo>
                  <a:pt x="1874362" y="3226246"/>
                </a:lnTo>
                <a:lnTo>
                  <a:pt x="1876338" y="3227921"/>
                </a:lnTo>
                <a:lnTo>
                  <a:pt x="1920647" y="3270295"/>
                </a:lnTo>
                <a:lnTo>
                  <a:pt x="1927804" y="3268424"/>
                </a:lnTo>
                <a:lnTo>
                  <a:pt x="1958687" y="3259209"/>
                </a:lnTo>
                <a:close/>
                <a:moveTo>
                  <a:pt x="2863901" y="3218943"/>
                </a:moveTo>
                <a:lnTo>
                  <a:pt x="2854303" y="3241822"/>
                </a:lnTo>
                <a:lnTo>
                  <a:pt x="2850526" y="3256358"/>
                </a:lnTo>
                <a:lnTo>
                  <a:pt x="2874549" y="3265063"/>
                </a:lnTo>
                <a:lnTo>
                  <a:pt x="2897346" y="3275752"/>
                </a:lnTo>
                <a:lnTo>
                  <a:pt x="2903596" y="3244515"/>
                </a:lnTo>
                <a:lnTo>
                  <a:pt x="2907688" y="3232793"/>
                </a:lnTo>
                <a:close/>
                <a:moveTo>
                  <a:pt x="2531916" y="3218209"/>
                </a:moveTo>
                <a:lnTo>
                  <a:pt x="2531038" y="3218928"/>
                </a:lnTo>
                <a:lnTo>
                  <a:pt x="2512150" y="3241115"/>
                </a:lnTo>
                <a:lnTo>
                  <a:pt x="2557075" y="3257529"/>
                </a:lnTo>
                <a:lnTo>
                  <a:pt x="2574443" y="3230711"/>
                </a:lnTo>
                <a:close/>
                <a:moveTo>
                  <a:pt x="2382909" y="3217268"/>
                </a:moveTo>
                <a:lnTo>
                  <a:pt x="2361424" y="3230599"/>
                </a:lnTo>
                <a:lnTo>
                  <a:pt x="2388906" y="3239993"/>
                </a:lnTo>
                <a:lnTo>
                  <a:pt x="2404356" y="3246795"/>
                </a:lnTo>
                <a:lnTo>
                  <a:pt x="2426263" y="3227760"/>
                </a:lnTo>
                <a:close/>
                <a:moveTo>
                  <a:pt x="2672897" y="3212823"/>
                </a:moveTo>
                <a:lnTo>
                  <a:pt x="2661964" y="3227333"/>
                </a:lnTo>
                <a:lnTo>
                  <a:pt x="2655731" y="3239874"/>
                </a:lnTo>
                <a:lnTo>
                  <a:pt x="2699208" y="3257732"/>
                </a:lnTo>
                <a:lnTo>
                  <a:pt x="2713640" y="3224026"/>
                </a:lnTo>
                <a:lnTo>
                  <a:pt x="2714349" y="3222875"/>
                </a:lnTo>
                <a:lnTo>
                  <a:pt x="2709065" y="3220959"/>
                </a:lnTo>
                <a:close/>
                <a:moveTo>
                  <a:pt x="4209829" y="3212736"/>
                </a:moveTo>
                <a:lnTo>
                  <a:pt x="4176483" y="3236354"/>
                </a:lnTo>
                <a:lnTo>
                  <a:pt x="4162027" y="3248020"/>
                </a:lnTo>
                <a:lnTo>
                  <a:pt x="4198745" y="3270518"/>
                </a:lnTo>
                <a:lnTo>
                  <a:pt x="4239013" y="3240026"/>
                </a:lnTo>
                <a:lnTo>
                  <a:pt x="4245800" y="3235507"/>
                </a:lnTo>
                <a:close/>
                <a:moveTo>
                  <a:pt x="2175314" y="3212047"/>
                </a:moveTo>
                <a:lnTo>
                  <a:pt x="2148214" y="3218494"/>
                </a:lnTo>
                <a:lnTo>
                  <a:pt x="2192152" y="3242375"/>
                </a:lnTo>
                <a:lnTo>
                  <a:pt x="2219556" y="3229946"/>
                </a:lnTo>
                <a:lnTo>
                  <a:pt x="2201295" y="3221866"/>
                </a:lnTo>
                <a:close/>
                <a:moveTo>
                  <a:pt x="1960661" y="3208777"/>
                </a:moveTo>
                <a:lnTo>
                  <a:pt x="1953318" y="3210085"/>
                </a:lnTo>
                <a:lnTo>
                  <a:pt x="1926600" y="3215494"/>
                </a:lnTo>
                <a:lnTo>
                  <a:pt x="1968595" y="3248136"/>
                </a:lnTo>
                <a:lnTo>
                  <a:pt x="1975562" y="3254124"/>
                </a:lnTo>
                <a:lnTo>
                  <a:pt x="2010304" y="3243603"/>
                </a:lnTo>
                <a:close/>
                <a:moveTo>
                  <a:pt x="2477784" y="3206579"/>
                </a:moveTo>
                <a:lnTo>
                  <a:pt x="2462475" y="3215927"/>
                </a:lnTo>
                <a:lnTo>
                  <a:pt x="2456776" y="3220884"/>
                </a:lnTo>
                <a:lnTo>
                  <a:pt x="2497330" y="3235701"/>
                </a:lnTo>
                <a:lnTo>
                  <a:pt x="2516202" y="3213589"/>
                </a:lnTo>
                <a:lnTo>
                  <a:pt x="2506144" y="3210632"/>
                </a:lnTo>
                <a:close/>
                <a:moveTo>
                  <a:pt x="2329088" y="3204241"/>
                </a:moveTo>
                <a:lnTo>
                  <a:pt x="2310068" y="3209203"/>
                </a:lnTo>
                <a:lnTo>
                  <a:pt x="2304770" y="3211233"/>
                </a:lnTo>
                <a:lnTo>
                  <a:pt x="2343312" y="3224408"/>
                </a:lnTo>
                <a:lnTo>
                  <a:pt x="2362712" y="3212379"/>
                </a:lnTo>
                <a:close/>
                <a:moveTo>
                  <a:pt x="2995819" y="3203880"/>
                </a:moveTo>
                <a:lnTo>
                  <a:pt x="2983373" y="3246340"/>
                </a:lnTo>
                <a:lnTo>
                  <a:pt x="3029427" y="3266694"/>
                </a:lnTo>
                <a:lnTo>
                  <a:pt x="3030287" y="3258580"/>
                </a:lnTo>
                <a:lnTo>
                  <a:pt x="3040059" y="3218406"/>
                </a:lnTo>
                <a:close/>
                <a:moveTo>
                  <a:pt x="2221184" y="3201990"/>
                </a:moveTo>
                <a:lnTo>
                  <a:pt x="2213775" y="3202898"/>
                </a:lnTo>
                <a:lnTo>
                  <a:pt x="2201148" y="3205901"/>
                </a:lnTo>
                <a:lnTo>
                  <a:pt x="2206874" y="3208065"/>
                </a:lnTo>
                <a:lnTo>
                  <a:pt x="2237716" y="3221709"/>
                </a:lnTo>
                <a:lnTo>
                  <a:pt x="2248231" y="3216940"/>
                </a:lnTo>
                <a:lnTo>
                  <a:pt x="2260985" y="3212059"/>
                </a:lnTo>
                <a:close/>
                <a:moveTo>
                  <a:pt x="4323186" y="3201888"/>
                </a:moveTo>
                <a:lnTo>
                  <a:pt x="4273193" y="3235218"/>
                </a:lnTo>
                <a:lnTo>
                  <a:pt x="4307744" y="3257098"/>
                </a:lnTo>
                <a:lnTo>
                  <a:pt x="4308579" y="3257575"/>
                </a:lnTo>
                <a:lnTo>
                  <a:pt x="4310371" y="3256307"/>
                </a:lnTo>
                <a:lnTo>
                  <a:pt x="4361304" y="3226891"/>
                </a:lnTo>
                <a:close/>
                <a:moveTo>
                  <a:pt x="2808353" y="3201372"/>
                </a:moveTo>
                <a:lnTo>
                  <a:pt x="2791405" y="3234936"/>
                </a:lnTo>
                <a:lnTo>
                  <a:pt x="2836540" y="3251290"/>
                </a:lnTo>
                <a:lnTo>
                  <a:pt x="2840521" y="3236042"/>
                </a:lnTo>
                <a:lnTo>
                  <a:pt x="2849647" y="3214434"/>
                </a:lnTo>
                <a:close/>
                <a:moveTo>
                  <a:pt x="2618315" y="3200544"/>
                </a:moveTo>
                <a:lnTo>
                  <a:pt x="2597860" y="3222225"/>
                </a:lnTo>
                <a:lnTo>
                  <a:pt x="2640957" y="3234884"/>
                </a:lnTo>
                <a:lnTo>
                  <a:pt x="2649945" y="3218440"/>
                </a:lnTo>
                <a:lnTo>
                  <a:pt x="2656921" y="3209229"/>
                </a:lnTo>
                <a:close/>
                <a:moveTo>
                  <a:pt x="2011406" y="3199740"/>
                </a:moveTo>
                <a:lnTo>
                  <a:pt x="1981751" y="3205021"/>
                </a:lnTo>
                <a:lnTo>
                  <a:pt x="2028284" y="3238071"/>
                </a:lnTo>
                <a:lnTo>
                  <a:pt x="2028366" y="3238133"/>
                </a:lnTo>
                <a:lnTo>
                  <a:pt x="2042406" y="3233880"/>
                </a:lnTo>
                <a:lnTo>
                  <a:pt x="2059890" y="3228675"/>
                </a:lnTo>
                <a:close/>
                <a:moveTo>
                  <a:pt x="2423071" y="3198759"/>
                </a:moveTo>
                <a:lnTo>
                  <a:pt x="2403473" y="3207055"/>
                </a:lnTo>
                <a:lnTo>
                  <a:pt x="2439944" y="3215873"/>
                </a:lnTo>
                <a:lnTo>
                  <a:pt x="2454276" y="3203421"/>
                </a:lnTo>
                <a:lnTo>
                  <a:pt x="2454545" y="3203257"/>
                </a:lnTo>
                <a:close/>
                <a:moveTo>
                  <a:pt x="5203664" y="3197270"/>
                </a:moveTo>
                <a:cubicBezTo>
                  <a:pt x="5110806" y="3197852"/>
                  <a:pt x="5016839" y="3205430"/>
                  <a:pt x="4923619" y="3224510"/>
                </a:cubicBezTo>
                <a:cubicBezTo>
                  <a:pt x="4849160" y="3239747"/>
                  <a:pt x="4778120" y="3262825"/>
                  <a:pt x="4709520" y="3290639"/>
                </a:cubicBezTo>
                <a:lnTo>
                  <a:pt x="4659952" y="3314133"/>
                </a:lnTo>
                <a:lnTo>
                  <a:pt x="4694922" y="3333793"/>
                </a:lnTo>
                <a:lnTo>
                  <a:pt x="4776832" y="3298808"/>
                </a:lnTo>
                <a:cubicBezTo>
                  <a:pt x="4843637" y="3274239"/>
                  <a:pt x="4912628" y="3253704"/>
                  <a:pt x="4984645" y="3239859"/>
                </a:cubicBezTo>
                <a:cubicBezTo>
                  <a:pt x="5160012" y="3206163"/>
                  <a:pt x="5337347" y="3208986"/>
                  <a:pt x="5503382" y="3219959"/>
                </a:cubicBezTo>
                <a:lnTo>
                  <a:pt x="5579674" y="3225920"/>
                </a:lnTo>
                <a:lnTo>
                  <a:pt x="5572219" y="3222888"/>
                </a:lnTo>
                <a:lnTo>
                  <a:pt x="5477059" y="3212006"/>
                </a:lnTo>
                <a:cubicBezTo>
                  <a:pt x="5388272" y="3203102"/>
                  <a:pt x="5296523" y="3196688"/>
                  <a:pt x="5203664" y="3197270"/>
                </a:cubicBezTo>
                <a:close/>
                <a:moveTo>
                  <a:pt x="4442733" y="3196984"/>
                </a:moveTo>
                <a:lnTo>
                  <a:pt x="4389613" y="3227706"/>
                </a:lnTo>
                <a:lnTo>
                  <a:pt x="4393969" y="3230563"/>
                </a:lnTo>
                <a:lnTo>
                  <a:pt x="4425258" y="3249485"/>
                </a:lnTo>
                <a:lnTo>
                  <a:pt x="4478220" y="3220910"/>
                </a:lnTo>
                <a:lnTo>
                  <a:pt x="4472603" y="3217316"/>
                </a:lnTo>
                <a:close/>
                <a:moveTo>
                  <a:pt x="2269586" y="3196062"/>
                </a:moveTo>
                <a:lnTo>
                  <a:pt x="2262008" y="3196990"/>
                </a:lnTo>
                <a:lnTo>
                  <a:pt x="2266218" y="3198055"/>
                </a:lnTo>
                <a:lnTo>
                  <a:pt x="2282783" y="3203717"/>
                </a:lnTo>
                <a:lnTo>
                  <a:pt x="2294580" y="3199203"/>
                </a:lnTo>
                <a:close/>
                <a:moveTo>
                  <a:pt x="4046317" y="3194767"/>
                </a:moveTo>
                <a:lnTo>
                  <a:pt x="4035568" y="3203249"/>
                </a:lnTo>
                <a:lnTo>
                  <a:pt x="4002289" y="3233360"/>
                </a:lnTo>
                <a:lnTo>
                  <a:pt x="4040576" y="3256107"/>
                </a:lnTo>
                <a:lnTo>
                  <a:pt x="4084904" y="3218183"/>
                </a:lnTo>
                <a:lnTo>
                  <a:pt x="4070573" y="3209401"/>
                </a:lnTo>
                <a:close/>
                <a:moveTo>
                  <a:pt x="2063730" y="3193738"/>
                </a:moveTo>
                <a:lnTo>
                  <a:pt x="2035647" y="3196924"/>
                </a:lnTo>
                <a:lnTo>
                  <a:pt x="2079216" y="3222920"/>
                </a:lnTo>
                <a:lnTo>
                  <a:pt x="2106725" y="3214730"/>
                </a:lnTo>
                <a:close/>
                <a:moveTo>
                  <a:pt x="2383970" y="3193170"/>
                </a:moveTo>
                <a:lnTo>
                  <a:pt x="2371449" y="3193189"/>
                </a:lnTo>
                <a:lnTo>
                  <a:pt x="2359268" y="3196367"/>
                </a:lnTo>
                <a:lnTo>
                  <a:pt x="2380325" y="3201458"/>
                </a:lnTo>
                <a:lnTo>
                  <a:pt x="2384317" y="3198983"/>
                </a:lnTo>
                <a:lnTo>
                  <a:pt x="2394516" y="3194678"/>
                </a:lnTo>
                <a:close/>
                <a:moveTo>
                  <a:pt x="2567455" y="3189102"/>
                </a:moveTo>
                <a:lnTo>
                  <a:pt x="2545713" y="3206909"/>
                </a:lnTo>
                <a:lnTo>
                  <a:pt x="2582803" y="3217803"/>
                </a:lnTo>
                <a:lnTo>
                  <a:pt x="2585712" y="3213311"/>
                </a:lnTo>
                <a:lnTo>
                  <a:pt x="2601415" y="3196741"/>
                </a:lnTo>
                <a:close/>
                <a:moveTo>
                  <a:pt x="2154592" y="3188307"/>
                </a:moveTo>
                <a:lnTo>
                  <a:pt x="2176630" y="3196635"/>
                </a:lnTo>
                <a:lnTo>
                  <a:pt x="2188686" y="3193769"/>
                </a:lnTo>
                <a:lnTo>
                  <a:pt x="2167630" y="3188442"/>
                </a:lnTo>
                <a:close/>
                <a:moveTo>
                  <a:pt x="2112291" y="3188229"/>
                </a:moveTo>
                <a:lnTo>
                  <a:pt x="2091208" y="3190621"/>
                </a:lnTo>
                <a:lnTo>
                  <a:pt x="2127762" y="3208465"/>
                </a:lnTo>
                <a:lnTo>
                  <a:pt x="2131265" y="3207423"/>
                </a:lnTo>
                <a:lnTo>
                  <a:pt x="2150792" y="3202779"/>
                </a:lnTo>
                <a:close/>
                <a:moveTo>
                  <a:pt x="2753750" y="3187143"/>
                </a:moveTo>
                <a:lnTo>
                  <a:pt x="2736616" y="3215084"/>
                </a:lnTo>
                <a:lnTo>
                  <a:pt x="2777233" y="3229801"/>
                </a:lnTo>
                <a:lnTo>
                  <a:pt x="2793985" y="3196827"/>
                </a:lnTo>
                <a:lnTo>
                  <a:pt x="2773052" y="3190206"/>
                </a:lnTo>
                <a:close/>
                <a:moveTo>
                  <a:pt x="2511300" y="3186521"/>
                </a:moveTo>
                <a:lnTo>
                  <a:pt x="2509260" y="3187358"/>
                </a:lnTo>
                <a:lnTo>
                  <a:pt x="2497562" y="3194501"/>
                </a:lnTo>
                <a:lnTo>
                  <a:pt x="2509041" y="3196137"/>
                </a:lnTo>
                <a:lnTo>
                  <a:pt x="2528620" y="3201888"/>
                </a:lnTo>
                <a:lnTo>
                  <a:pt x="2545483" y="3188045"/>
                </a:lnTo>
                <a:close/>
                <a:moveTo>
                  <a:pt x="3125099" y="3186368"/>
                </a:moveTo>
                <a:lnTo>
                  <a:pt x="3115610" y="3233883"/>
                </a:lnTo>
                <a:lnTo>
                  <a:pt x="3189071" y="3265701"/>
                </a:lnTo>
                <a:cubicBezTo>
                  <a:pt x="3257224" y="3298829"/>
                  <a:pt x="3324790" y="3335909"/>
                  <a:pt x="3390166" y="3371761"/>
                </a:cubicBezTo>
                <a:cubicBezTo>
                  <a:pt x="3468784" y="3414887"/>
                  <a:pt x="3545219" y="3456825"/>
                  <a:pt x="3622221" y="3492380"/>
                </a:cubicBezTo>
                <a:lnTo>
                  <a:pt x="3687149" y="3519125"/>
                </a:lnTo>
                <a:lnTo>
                  <a:pt x="3722459" y="3483914"/>
                </a:lnTo>
                <a:lnTo>
                  <a:pt x="3703541" y="3475802"/>
                </a:lnTo>
                <a:cubicBezTo>
                  <a:pt x="3630523" y="3441175"/>
                  <a:pt x="3558146" y="3401099"/>
                  <a:pt x="3483706" y="3359882"/>
                </a:cubicBezTo>
                <a:cubicBezTo>
                  <a:pt x="3408880" y="3318451"/>
                  <a:pt x="3331517" y="3275605"/>
                  <a:pt x="3253006" y="3238685"/>
                </a:cubicBezTo>
                <a:close/>
                <a:moveTo>
                  <a:pt x="2939714" y="3185458"/>
                </a:moveTo>
                <a:lnTo>
                  <a:pt x="2926505" y="3223192"/>
                </a:lnTo>
                <a:lnTo>
                  <a:pt x="2942284" y="3228180"/>
                </a:lnTo>
                <a:lnTo>
                  <a:pt x="2969993" y="3240427"/>
                </a:lnTo>
                <a:lnTo>
                  <a:pt x="2981990" y="3199340"/>
                </a:lnTo>
                <a:close/>
                <a:moveTo>
                  <a:pt x="2465180" y="3184464"/>
                </a:moveTo>
                <a:lnTo>
                  <a:pt x="2451910" y="3187994"/>
                </a:lnTo>
                <a:lnTo>
                  <a:pt x="2474359" y="3191194"/>
                </a:lnTo>
                <a:lnTo>
                  <a:pt x="2484031" y="3185305"/>
                </a:lnTo>
                <a:close/>
                <a:moveTo>
                  <a:pt x="4158501" y="3180383"/>
                </a:moveTo>
                <a:lnTo>
                  <a:pt x="4110418" y="3216396"/>
                </a:lnTo>
                <a:lnTo>
                  <a:pt x="4148526" y="3239747"/>
                </a:lnTo>
                <a:lnTo>
                  <a:pt x="4168360" y="3223751"/>
                </a:lnTo>
                <a:lnTo>
                  <a:pt x="4196163" y="3204085"/>
                </a:lnTo>
                <a:lnTo>
                  <a:pt x="4168251" y="3186415"/>
                </a:lnTo>
                <a:close/>
                <a:moveTo>
                  <a:pt x="2698818" y="3178424"/>
                </a:moveTo>
                <a:lnTo>
                  <a:pt x="2682719" y="3199788"/>
                </a:lnTo>
                <a:lnTo>
                  <a:pt x="2713416" y="3206677"/>
                </a:lnTo>
                <a:lnTo>
                  <a:pt x="2722342" y="3209911"/>
                </a:lnTo>
                <a:lnTo>
                  <a:pt x="2737929" y="3184631"/>
                </a:lnTo>
                <a:close/>
                <a:moveTo>
                  <a:pt x="1848778" y="3170838"/>
                </a:moveTo>
                <a:lnTo>
                  <a:pt x="1813618" y="3174730"/>
                </a:lnTo>
                <a:lnTo>
                  <a:pt x="1860157" y="3214198"/>
                </a:lnTo>
                <a:lnTo>
                  <a:pt x="1882984" y="3209240"/>
                </a:lnTo>
                <a:lnTo>
                  <a:pt x="1893814" y="3207049"/>
                </a:lnTo>
                <a:close/>
                <a:moveTo>
                  <a:pt x="2650864" y="3170812"/>
                </a:moveTo>
                <a:lnTo>
                  <a:pt x="2636748" y="3181005"/>
                </a:lnTo>
                <a:lnTo>
                  <a:pt x="2630157" y="3187991"/>
                </a:lnTo>
                <a:lnTo>
                  <a:pt x="2666780" y="3196211"/>
                </a:lnTo>
                <a:lnTo>
                  <a:pt x="2682244" y="3175793"/>
                </a:lnTo>
                <a:close/>
                <a:moveTo>
                  <a:pt x="2884214" y="3170524"/>
                </a:moveTo>
                <a:lnTo>
                  <a:pt x="2869657" y="3205223"/>
                </a:lnTo>
                <a:lnTo>
                  <a:pt x="2912576" y="3218790"/>
                </a:lnTo>
                <a:lnTo>
                  <a:pt x="2925807" y="3180892"/>
                </a:lnTo>
                <a:lnTo>
                  <a:pt x="2918948" y="3178640"/>
                </a:lnTo>
                <a:close/>
                <a:moveTo>
                  <a:pt x="2567907" y="3170348"/>
                </a:moveTo>
                <a:lnTo>
                  <a:pt x="2548161" y="3171393"/>
                </a:lnTo>
                <a:lnTo>
                  <a:pt x="2543983" y="3173108"/>
                </a:lnTo>
                <a:lnTo>
                  <a:pt x="2562673" y="3173933"/>
                </a:lnTo>
                <a:lnTo>
                  <a:pt x="2565154" y="3171897"/>
                </a:lnTo>
                <a:close/>
                <a:moveTo>
                  <a:pt x="4273501" y="3169298"/>
                </a:moveTo>
                <a:lnTo>
                  <a:pt x="4261503" y="3176136"/>
                </a:lnTo>
                <a:lnTo>
                  <a:pt x="4222980" y="3203421"/>
                </a:lnTo>
                <a:lnTo>
                  <a:pt x="4259376" y="3226468"/>
                </a:lnTo>
                <a:lnTo>
                  <a:pt x="4309638" y="3193002"/>
                </a:lnTo>
                <a:close/>
                <a:moveTo>
                  <a:pt x="3067433" y="3168677"/>
                </a:moveTo>
                <a:lnTo>
                  <a:pt x="3057751" y="3208822"/>
                </a:lnTo>
                <a:lnTo>
                  <a:pt x="3101625" y="3227825"/>
                </a:lnTo>
                <a:lnTo>
                  <a:pt x="3110980" y="3181405"/>
                </a:lnTo>
                <a:close/>
                <a:moveTo>
                  <a:pt x="2627931" y="3167172"/>
                </a:moveTo>
                <a:lnTo>
                  <a:pt x="2601172" y="3168588"/>
                </a:lnTo>
                <a:lnTo>
                  <a:pt x="2584734" y="3177797"/>
                </a:lnTo>
                <a:lnTo>
                  <a:pt x="2613293" y="3184206"/>
                </a:lnTo>
                <a:lnTo>
                  <a:pt x="2627117" y="3169619"/>
                </a:lnTo>
                <a:lnTo>
                  <a:pt x="2630048" y="3167508"/>
                </a:lnTo>
                <a:close/>
                <a:moveTo>
                  <a:pt x="2042970" y="3167074"/>
                </a:moveTo>
                <a:lnTo>
                  <a:pt x="2066447" y="3178534"/>
                </a:lnTo>
                <a:lnTo>
                  <a:pt x="2081106" y="3176874"/>
                </a:lnTo>
                <a:lnTo>
                  <a:pt x="2052081" y="3168473"/>
                </a:lnTo>
                <a:close/>
                <a:moveTo>
                  <a:pt x="5157876" y="3166922"/>
                </a:moveTo>
                <a:cubicBezTo>
                  <a:pt x="5058960" y="3165678"/>
                  <a:pt x="4958940" y="3173005"/>
                  <a:pt x="4859844" y="3194478"/>
                </a:cubicBezTo>
                <a:cubicBezTo>
                  <a:pt x="4801807" y="3207062"/>
                  <a:pt x="4746006" y="3224719"/>
                  <a:pt x="4691943" y="3245945"/>
                </a:cubicBezTo>
                <a:lnTo>
                  <a:pt x="4607866" y="3284851"/>
                </a:lnTo>
                <a:lnTo>
                  <a:pt x="4644132" y="3305239"/>
                </a:lnTo>
                <a:lnTo>
                  <a:pt x="4704490" y="3276647"/>
                </a:lnTo>
                <a:cubicBezTo>
                  <a:pt x="4773648" y="3248635"/>
                  <a:pt x="4845356" y="3225368"/>
                  <a:pt x="4920656" y="3209961"/>
                </a:cubicBezTo>
                <a:cubicBezTo>
                  <a:pt x="5108877" y="3171460"/>
                  <a:pt x="5299471" y="3179299"/>
                  <a:pt x="5477977" y="3197190"/>
                </a:cubicBezTo>
                <a:lnTo>
                  <a:pt x="5521174" y="3202132"/>
                </a:lnTo>
                <a:lnTo>
                  <a:pt x="5519446" y="3201429"/>
                </a:lnTo>
                <a:lnTo>
                  <a:pt x="5449284" y="3190796"/>
                </a:lnTo>
                <a:cubicBezTo>
                  <a:pt x="5354603" y="3177981"/>
                  <a:pt x="5256791" y="3168166"/>
                  <a:pt x="5157876" y="3166922"/>
                </a:cubicBezTo>
                <a:close/>
                <a:moveTo>
                  <a:pt x="1900307" y="3166440"/>
                </a:moveTo>
                <a:lnTo>
                  <a:pt x="1871038" y="3168375"/>
                </a:lnTo>
                <a:lnTo>
                  <a:pt x="1866609" y="3168865"/>
                </a:lnTo>
                <a:lnTo>
                  <a:pt x="1911206" y="3203529"/>
                </a:lnTo>
                <a:lnTo>
                  <a:pt x="1943782" y="3196937"/>
                </a:lnTo>
                <a:close/>
                <a:moveTo>
                  <a:pt x="1982902" y="3165454"/>
                </a:moveTo>
                <a:lnTo>
                  <a:pt x="2014653" y="3184398"/>
                </a:lnTo>
                <a:lnTo>
                  <a:pt x="2038963" y="3181646"/>
                </a:lnTo>
                <a:lnTo>
                  <a:pt x="2015153" y="3170020"/>
                </a:lnTo>
                <a:lnTo>
                  <a:pt x="2004848" y="3165929"/>
                </a:lnTo>
                <a:close/>
                <a:moveTo>
                  <a:pt x="1931922" y="3164350"/>
                </a:moveTo>
                <a:lnTo>
                  <a:pt x="1924749" y="3164824"/>
                </a:lnTo>
                <a:lnTo>
                  <a:pt x="1929202" y="3167701"/>
                </a:lnTo>
                <a:lnTo>
                  <a:pt x="1964843" y="3193013"/>
                </a:lnTo>
                <a:lnTo>
                  <a:pt x="1992027" y="3188176"/>
                </a:lnTo>
                <a:lnTo>
                  <a:pt x="1952864" y="3164803"/>
                </a:lnTo>
                <a:close/>
                <a:moveTo>
                  <a:pt x="4393168" y="3163245"/>
                </a:moveTo>
                <a:lnTo>
                  <a:pt x="4337242" y="3193358"/>
                </a:lnTo>
                <a:lnTo>
                  <a:pt x="4375696" y="3218579"/>
                </a:lnTo>
                <a:lnTo>
                  <a:pt x="4429126" y="3187721"/>
                </a:lnTo>
                <a:close/>
                <a:moveTo>
                  <a:pt x="2833626" y="3159011"/>
                </a:moveTo>
                <a:lnTo>
                  <a:pt x="2823097" y="3172174"/>
                </a:lnTo>
                <a:lnTo>
                  <a:pt x="2815115" y="3187982"/>
                </a:lnTo>
                <a:lnTo>
                  <a:pt x="2855436" y="3200727"/>
                </a:lnTo>
                <a:lnTo>
                  <a:pt x="2869631" y="3167116"/>
                </a:lnTo>
                <a:lnTo>
                  <a:pt x="2837068" y="3159507"/>
                </a:lnTo>
                <a:close/>
                <a:moveTo>
                  <a:pt x="3013718" y="3152979"/>
                </a:moveTo>
                <a:lnTo>
                  <a:pt x="3007150" y="3165222"/>
                </a:lnTo>
                <a:lnTo>
                  <a:pt x="3000027" y="3189522"/>
                </a:lnTo>
                <a:lnTo>
                  <a:pt x="3043610" y="3203806"/>
                </a:lnTo>
                <a:lnTo>
                  <a:pt x="3053168" y="3164508"/>
                </a:lnTo>
                <a:close/>
                <a:moveTo>
                  <a:pt x="2783045" y="3151715"/>
                </a:moveTo>
                <a:lnTo>
                  <a:pt x="2763002" y="3173053"/>
                </a:lnTo>
                <a:lnTo>
                  <a:pt x="2776550" y="3175791"/>
                </a:lnTo>
                <a:lnTo>
                  <a:pt x="2800780" y="3183451"/>
                </a:lnTo>
                <a:lnTo>
                  <a:pt x="2810795" y="3163737"/>
                </a:lnTo>
                <a:lnTo>
                  <a:pt x="2816564" y="3156550"/>
                </a:lnTo>
                <a:close/>
                <a:moveTo>
                  <a:pt x="2657301" y="3147886"/>
                </a:moveTo>
                <a:lnTo>
                  <a:pt x="2641086" y="3149164"/>
                </a:lnTo>
                <a:lnTo>
                  <a:pt x="2630909" y="3152630"/>
                </a:lnTo>
                <a:lnTo>
                  <a:pt x="2648062" y="3154538"/>
                </a:lnTo>
                <a:close/>
                <a:moveTo>
                  <a:pt x="4105832" y="3147798"/>
                </a:moveTo>
                <a:lnTo>
                  <a:pt x="4058772" y="3184937"/>
                </a:lnTo>
                <a:lnTo>
                  <a:pt x="4078395" y="3196774"/>
                </a:lnTo>
                <a:lnTo>
                  <a:pt x="4096769" y="3208033"/>
                </a:lnTo>
                <a:lnTo>
                  <a:pt x="4097504" y="3207404"/>
                </a:lnTo>
                <a:lnTo>
                  <a:pt x="4144890" y="3171962"/>
                </a:lnTo>
                <a:close/>
                <a:moveTo>
                  <a:pt x="2733635" y="3147292"/>
                </a:moveTo>
                <a:lnTo>
                  <a:pt x="2715466" y="3163446"/>
                </a:lnTo>
                <a:lnTo>
                  <a:pt x="2747055" y="3169830"/>
                </a:lnTo>
                <a:lnTo>
                  <a:pt x="2749696" y="3165546"/>
                </a:lnTo>
                <a:lnTo>
                  <a:pt x="2765161" y="3149135"/>
                </a:lnTo>
                <a:lnTo>
                  <a:pt x="2760094" y="3148405"/>
                </a:lnTo>
                <a:close/>
                <a:moveTo>
                  <a:pt x="2688776" y="3145406"/>
                </a:moveTo>
                <a:lnTo>
                  <a:pt x="2685717" y="3145647"/>
                </a:lnTo>
                <a:lnTo>
                  <a:pt x="2670019" y="3156982"/>
                </a:lnTo>
                <a:lnTo>
                  <a:pt x="2696991" y="3159983"/>
                </a:lnTo>
                <a:lnTo>
                  <a:pt x="2712323" y="3146396"/>
                </a:lnTo>
                <a:close/>
                <a:moveTo>
                  <a:pt x="1939235" y="3141052"/>
                </a:moveTo>
                <a:lnTo>
                  <a:pt x="1956334" y="3149601"/>
                </a:lnTo>
                <a:lnTo>
                  <a:pt x="1957009" y="3150003"/>
                </a:lnTo>
                <a:lnTo>
                  <a:pt x="1965182" y="3150179"/>
                </a:lnTo>
                <a:lnTo>
                  <a:pt x="1943972" y="3141758"/>
                </a:lnTo>
                <a:close/>
                <a:moveTo>
                  <a:pt x="2962420" y="3140353"/>
                </a:moveTo>
                <a:lnTo>
                  <a:pt x="2946023" y="3167434"/>
                </a:lnTo>
                <a:lnTo>
                  <a:pt x="2944645" y="3171370"/>
                </a:lnTo>
                <a:lnTo>
                  <a:pt x="2986182" y="3184984"/>
                </a:lnTo>
                <a:lnTo>
                  <a:pt x="2993536" y="3159796"/>
                </a:lnTo>
                <a:lnTo>
                  <a:pt x="2999407" y="3148796"/>
                </a:lnTo>
                <a:lnTo>
                  <a:pt x="2984917" y="3144561"/>
                </a:lnTo>
                <a:close/>
                <a:moveTo>
                  <a:pt x="5111149" y="3137097"/>
                </a:moveTo>
                <a:cubicBezTo>
                  <a:pt x="5006455" y="3133746"/>
                  <a:pt x="4900692" y="3140664"/>
                  <a:pt x="4796070" y="3164579"/>
                </a:cubicBezTo>
                <a:cubicBezTo>
                  <a:pt x="4735998" y="3178319"/>
                  <a:pt x="4678475" y="3197800"/>
                  <a:pt x="4622916" y="3221320"/>
                </a:cubicBezTo>
                <a:lnTo>
                  <a:pt x="4557566" y="3254111"/>
                </a:lnTo>
                <a:lnTo>
                  <a:pt x="4589235" y="3274377"/>
                </a:lnTo>
                <a:lnTo>
                  <a:pt x="4591981" y="3275921"/>
                </a:lnTo>
                <a:lnTo>
                  <a:pt x="4687067" y="3231969"/>
                </a:lnTo>
                <a:cubicBezTo>
                  <a:pt x="4741636" y="3210577"/>
                  <a:pt x="4798020" y="3192762"/>
                  <a:pt x="4856747" y="3180036"/>
                </a:cubicBezTo>
                <a:cubicBezTo>
                  <a:pt x="4990237" y="3151072"/>
                  <a:pt x="5125054" y="3147495"/>
                  <a:pt x="5256532" y="3155964"/>
                </a:cubicBezTo>
                <a:lnTo>
                  <a:pt x="5438741" y="3174802"/>
                </a:lnTo>
                <a:lnTo>
                  <a:pt x="5419815" y="3171220"/>
                </a:lnTo>
                <a:cubicBezTo>
                  <a:pt x="5319469" y="3154065"/>
                  <a:pt x="5215843" y="3140447"/>
                  <a:pt x="5111149" y="3137097"/>
                </a:cubicBezTo>
                <a:close/>
                <a:moveTo>
                  <a:pt x="4222700" y="3136859"/>
                </a:moveTo>
                <a:lnTo>
                  <a:pt x="4192141" y="3155186"/>
                </a:lnTo>
                <a:lnTo>
                  <a:pt x="4171321" y="3170780"/>
                </a:lnTo>
                <a:lnTo>
                  <a:pt x="4176313" y="3173868"/>
                </a:lnTo>
                <a:lnTo>
                  <a:pt x="4209327" y="3194774"/>
                </a:lnTo>
                <a:lnTo>
                  <a:pt x="4254163" y="3163061"/>
                </a:lnTo>
                <a:lnTo>
                  <a:pt x="4259305" y="3160137"/>
                </a:lnTo>
                <a:close/>
                <a:moveTo>
                  <a:pt x="3141950" y="3133823"/>
                </a:moveTo>
                <a:lnTo>
                  <a:pt x="3129873" y="3162464"/>
                </a:lnTo>
                <a:lnTo>
                  <a:pt x="3128056" y="3171563"/>
                </a:lnTo>
                <a:lnTo>
                  <a:pt x="3259279" y="3225231"/>
                </a:lnTo>
                <a:cubicBezTo>
                  <a:pt x="3338244" y="3262364"/>
                  <a:pt x="3415820" y="3305316"/>
                  <a:pt x="3490860" y="3346881"/>
                </a:cubicBezTo>
                <a:cubicBezTo>
                  <a:pt x="3564873" y="3387872"/>
                  <a:pt x="3636830" y="3427721"/>
                  <a:pt x="3709301" y="3462118"/>
                </a:cubicBezTo>
                <a:lnTo>
                  <a:pt x="3733779" y="3472625"/>
                </a:lnTo>
                <a:lnTo>
                  <a:pt x="3770759" y="3435749"/>
                </a:lnTo>
                <a:lnTo>
                  <a:pt x="3771050" y="3435460"/>
                </a:lnTo>
                <a:lnTo>
                  <a:pt x="3583038" y="3334468"/>
                </a:lnTo>
                <a:cubicBezTo>
                  <a:pt x="3499082" y="3287377"/>
                  <a:pt x="3412296" y="3238685"/>
                  <a:pt x="3323374" y="3198268"/>
                </a:cubicBezTo>
                <a:cubicBezTo>
                  <a:pt x="3278306" y="3177827"/>
                  <a:pt x="3232232" y="3160047"/>
                  <a:pt x="3186392" y="3145276"/>
                </a:cubicBezTo>
                <a:close/>
                <a:moveTo>
                  <a:pt x="1872527" y="3131101"/>
                </a:moveTo>
                <a:lnTo>
                  <a:pt x="1903815" y="3151306"/>
                </a:lnTo>
                <a:lnTo>
                  <a:pt x="1923825" y="3149982"/>
                </a:lnTo>
                <a:lnTo>
                  <a:pt x="1891863" y="3133986"/>
                </a:lnTo>
                <a:close/>
                <a:moveTo>
                  <a:pt x="2911457" y="3130821"/>
                </a:moveTo>
                <a:lnTo>
                  <a:pt x="2893115" y="3157329"/>
                </a:lnTo>
                <a:lnTo>
                  <a:pt x="2923021" y="3164282"/>
                </a:lnTo>
                <a:lnTo>
                  <a:pt x="2930724" y="3166807"/>
                </a:lnTo>
                <a:lnTo>
                  <a:pt x="2932664" y="3161249"/>
                </a:lnTo>
                <a:lnTo>
                  <a:pt x="2946999" y="3137469"/>
                </a:lnTo>
                <a:close/>
                <a:moveTo>
                  <a:pt x="4343456" y="3129431"/>
                </a:moveTo>
                <a:lnTo>
                  <a:pt x="4287978" y="3161048"/>
                </a:lnTo>
                <a:lnTo>
                  <a:pt x="4323066" y="3184061"/>
                </a:lnTo>
                <a:lnTo>
                  <a:pt x="4323620" y="3183692"/>
                </a:lnTo>
                <a:lnTo>
                  <a:pt x="4379269" y="3153784"/>
                </a:lnTo>
                <a:lnTo>
                  <a:pt x="4366303" y="3144958"/>
                </a:lnTo>
                <a:close/>
                <a:moveTo>
                  <a:pt x="1813001" y="3127197"/>
                </a:moveTo>
                <a:lnTo>
                  <a:pt x="1849779" y="3155783"/>
                </a:lnTo>
                <a:lnTo>
                  <a:pt x="1870046" y="3153540"/>
                </a:lnTo>
                <a:lnTo>
                  <a:pt x="1879587" y="3152909"/>
                </a:lnTo>
                <a:lnTo>
                  <a:pt x="1838329" y="3128250"/>
                </a:lnTo>
                <a:close/>
                <a:moveTo>
                  <a:pt x="1787023" y="3126512"/>
                </a:moveTo>
                <a:lnTo>
                  <a:pt x="1757539" y="3127169"/>
                </a:lnTo>
                <a:lnTo>
                  <a:pt x="1798126" y="3161592"/>
                </a:lnTo>
                <a:lnTo>
                  <a:pt x="1801162" y="3161162"/>
                </a:lnTo>
                <a:lnTo>
                  <a:pt x="1832215" y="3157726"/>
                </a:lnTo>
                <a:close/>
                <a:moveTo>
                  <a:pt x="2735228" y="3126098"/>
                </a:moveTo>
                <a:lnTo>
                  <a:pt x="2722866" y="3128118"/>
                </a:lnTo>
                <a:lnTo>
                  <a:pt x="2714869" y="3131731"/>
                </a:lnTo>
                <a:lnTo>
                  <a:pt x="2728255" y="3132277"/>
                </a:lnTo>
                <a:close/>
                <a:moveTo>
                  <a:pt x="2860596" y="3125293"/>
                </a:moveTo>
                <a:lnTo>
                  <a:pt x="2844089" y="3145930"/>
                </a:lnTo>
                <a:lnTo>
                  <a:pt x="2877561" y="3153713"/>
                </a:lnTo>
                <a:lnTo>
                  <a:pt x="2895173" y="3128348"/>
                </a:lnTo>
                <a:close/>
                <a:moveTo>
                  <a:pt x="2790062" y="3122711"/>
                </a:moveTo>
                <a:lnTo>
                  <a:pt x="2767288" y="3123300"/>
                </a:lnTo>
                <a:lnTo>
                  <a:pt x="2749798" y="3133155"/>
                </a:lnTo>
                <a:lnTo>
                  <a:pt x="2760964" y="3133610"/>
                </a:lnTo>
                <a:lnTo>
                  <a:pt x="2777547" y="3135992"/>
                </a:lnTo>
                <a:close/>
                <a:moveTo>
                  <a:pt x="2822032" y="3121884"/>
                </a:moveTo>
                <a:lnTo>
                  <a:pt x="2811488" y="3122157"/>
                </a:lnTo>
                <a:lnTo>
                  <a:pt x="2809626" y="3123414"/>
                </a:lnTo>
                <a:lnTo>
                  <a:pt x="2795404" y="3138556"/>
                </a:lnTo>
                <a:lnTo>
                  <a:pt x="2827326" y="3143141"/>
                </a:lnTo>
                <a:lnTo>
                  <a:pt x="2842906" y="3123729"/>
                </a:lnTo>
                <a:close/>
                <a:moveTo>
                  <a:pt x="3089269" y="3120248"/>
                </a:moveTo>
                <a:lnTo>
                  <a:pt x="3072941" y="3154830"/>
                </a:lnTo>
                <a:lnTo>
                  <a:pt x="3113923" y="3166804"/>
                </a:lnTo>
                <a:lnTo>
                  <a:pt x="3115811" y="3157439"/>
                </a:lnTo>
                <a:lnTo>
                  <a:pt x="3127392" y="3130072"/>
                </a:lnTo>
                <a:close/>
                <a:moveTo>
                  <a:pt x="3037603" y="3108458"/>
                </a:moveTo>
                <a:lnTo>
                  <a:pt x="3020884" y="3139622"/>
                </a:lnTo>
                <a:lnTo>
                  <a:pt x="3058404" y="3150583"/>
                </a:lnTo>
                <a:lnTo>
                  <a:pt x="3074578" y="3116462"/>
                </a:lnTo>
                <a:lnTo>
                  <a:pt x="3050814" y="3110338"/>
                </a:lnTo>
                <a:close/>
                <a:moveTo>
                  <a:pt x="1837160" y="3108263"/>
                </a:moveTo>
                <a:lnTo>
                  <a:pt x="1845465" y="3113626"/>
                </a:lnTo>
                <a:lnTo>
                  <a:pt x="1851697" y="3113883"/>
                </a:lnTo>
                <a:lnTo>
                  <a:pt x="1843775" y="3109917"/>
                </a:lnTo>
                <a:close/>
                <a:moveTo>
                  <a:pt x="5061862" y="3107363"/>
                </a:moveTo>
                <a:cubicBezTo>
                  <a:pt x="4952965" y="3101965"/>
                  <a:pt x="4841852" y="3108322"/>
                  <a:pt x="4732215" y="3134680"/>
                </a:cubicBezTo>
                <a:cubicBezTo>
                  <a:pt x="4670236" y="3149576"/>
                  <a:pt x="4611117" y="3170883"/>
                  <a:pt x="4554187" y="3196700"/>
                </a:cubicBezTo>
                <a:lnTo>
                  <a:pt x="4507375" y="3221992"/>
                </a:lnTo>
                <a:lnTo>
                  <a:pt x="4543031" y="3244809"/>
                </a:lnTo>
                <a:lnTo>
                  <a:pt x="4617677" y="3207402"/>
                </a:lnTo>
                <a:cubicBezTo>
                  <a:pt x="4673782" y="3183689"/>
                  <a:pt x="4731938" y="3164022"/>
                  <a:pt x="4792760" y="3150110"/>
                </a:cubicBezTo>
                <a:cubicBezTo>
                  <a:pt x="4933791" y="3117849"/>
                  <a:pt x="5076503" y="3116081"/>
                  <a:pt x="5215806" y="3128708"/>
                </a:cubicBezTo>
                <a:lnTo>
                  <a:pt x="5378397" y="3150616"/>
                </a:lnTo>
                <a:lnTo>
                  <a:pt x="5378214" y="3150574"/>
                </a:lnTo>
                <a:cubicBezTo>
                  <a:pt x="5277440" y="3129914"/>
                  <a:pt x="5170758" y="3112761"/>
                  <a:pt x="5061862" y="3107363"/>
                </a:cubicBezTo>
                <a:close/>
                <a:moveTo>
                  <a:pt x="4171069" y="3104026"/>
                </a:moveTo>
                <a:lnTo>
                  <a:pt x="4122932" y="3134303"/>
                </a:lnTo>
                <a:lnTo>
                  <a:pt x="4118285" y="3137971"/>
                </a:lnTo>
                <a:lnTo>
                  <a:pt x="4157720" y="3162366"/>
                </a:lnTo>
                <a:lnTo>
                  <a:pt x="4184534" y="3142311"/>
                </a:lnTo>
                <a:lnTo>
                  <a:pt x="4208612" y="3127900"/>
                </a:lnTo>
                <a:close/>
                <a:moveTo>
                  <a:pt x="2815680" y="3101551"/>
                </a:moveTo>
                <a:lnTo>
                  <a:pt x="2810246" y="3102049"/>
                </a:lnTo>
                <a:lnTo>
                  <a:pt x="2800907" y="3104356"/>
                </a:lnTo>
                <a:lnTo>
                  <a:pt x="2795208" y="3107568"/>
                </a:lnTo>
                <a:lnTo>
                  <a:pt x="2805831" y="3108214"/>
                </a:lnTo>
                <a:close/>
                <a:moveTo>
                  <a:pt x="2986164" y="3101137"/>
                </a:moveTo>
                <a:lnTo>
                  <a:pt x="2970643" y="3126772"/>
                </a:lnTo>
                <a:lnTo>
                  <a:pt x="2988011" y="3130018"/>
                </a:lnTo>
                <a:lnTo>
                  <a:pt x="3006541" y="3135431"/>
                </a:lnTo>
                <a:lnTo>
                  <a:pt x="3022116" y="3106254"/>
                </a:lnTo>
                <a:close/>
                <a:moveTo>
                  <a:pt x="2937314" y="3097147"/>
                </a:moveTo>
                <a:lnTo>
                  <a:pt x="2930527" y="3103260"/>
                </a:lnTo>
                <a:lnTo>
                  <a:pt x="2920716" y="3117440"/>
                </a:lnTo>
                <a:lnTo>
                  <a:pt x="2955190" y="3123883"/>
                </a:lnTo>
                <a:lnTo>
                  <a:pt x="2970266" y="3098874"/>
                </a:lnTo>
                <a:lnTo>
                  <a:pt x="2964884" y="3098108"/>
                </a:lnTo>
                <a:close/>
                <a:moveTo>
                  <a:pt x="2867304" y="3096814"/>
                </a:moveTo>
                <a:lnTo>
                  <a:pt x="2846151" y="3098755"/>
                </a:lnTo>
                <a:lnTo>
                  <a:pt x="2829965" y="3109683"/>
                </a:lnTo>
                <a:lnTo>
                  <a:pt x="2853053" y="3111087"/>
                </a:lnTo>
                <a:lnTo>
                  <a:pt x="2859678" y="3102832"/>
                </a:lnTo>
                <a:close/>
                <a:moveTo>
                  <a:pt x="2892680" y="3095592"/>
                </a:moveTo>
                <a:lnTo>
                  <a:pt x="2871578" y="3112215"/>
                </a:lnTo>
                <a:lnTo>
                  <a:pt x="2902979" y="3114125"/>
                </a:lnTo>
                <a:lnTo>
                  <a:pt x="2904812" y="3114468"/>
                </a:lnTo>
                <a:lnTo>
                  <a:pt x="2917322" y="3096451"/>
                </a:lnTo>
                <a:close/>
                <a:moveTo>
                  <a:pt x="4292656" y="3094905"/>
                </a:moveTo>
                <a:lnTo>
                  <a:pt x="4236925" y="3128328"/>
                </a:lnTo>
                <a:lnTo>
                  <a:pt x="4273899" y="3151836"/>
                </a:lnTo>
                <a:lnTo>
                  <a:pt x="4329713" y="3120090"/>
                </a:lnTo>
                <a:close/>
                <a:moveTo>
                  <a:pt x="1765888" y="3092028"/>
                </a:moveTo>
                <a:lnTo>
                  <a:pt x="1775972" y="3098415"/>
                </a:lnTo>
                <a:lnTo>
                  <a:pt x="1792824" y="3111514"/>
                </a:lnTo>
                <a:lnTo>
                  <a:pt x="1793640" y="3111496"/>
                </a:lnTo>
                <a:lnTo>
                  <a:pt x="1811528" y="3112231"/>
                </a:lnTo>
                <a:lnTo>
                  <a:pt x="1781667" y="3094384"/>
                </a:lnTo>
                <a:lnTo>
                  <a:pt x="1775999" y="3092967"/>
                </a:lnTo>
                <a:close/>
                <a:moveTo>
                  <a:pt x="1709979" y="3086835"/>
                </a:moveTo>
                <a:lnTo>
                  <a:pt x="1740486" y="3112708"/>
                </a:lnTo>
                <a:lnTo>
                  <a:pt x="1766189" y="3112122"/>
                </a:lnTo>
                <a:lnTo>
                  <a:pt x="1732624" y="3088938"/>
                </a:lnTo>
                <a:close/>
                <a:moveTo>
                  <a:pt x="3161990" y="3086299"/>
                </a:moveTo>
                <a:lnTo>
                  <a:pt x="3147769" y="3120024"/>
                </a:lnTo>
                <a:lnTo>
                  <a:pt x="3190784" y="3131100"/>
                </a:lnTo>
                <a:cubicBezTo>
                  <a:pt x="3237224" y="3146056"/>
                  <a:pt x="3283886" y="3164059"/>
                  <a:pt x="3329514" y="3184761"/>
                </a:cubicBezTo>
                <a:cubicBezTo>
                  <a:pt x="3419023" y="3225444"/>
                  <a:pt x="3506103" y="3274296"/>
                  <a:pt x="3590299" y="3321547"/>
                </a:cubicBezTo>
                <a:lnTo>
                  <a:pt x="3782021" y="3424544"/>
                </a:lnTo>
                <a:lnTo>
                  <a:pt x="3821150" y="3385613"/>
                </a:lnTo>
                <a:lnTo>
                  <a:pt x="3681223" y="3308867"/>
                </a:lnTo>
                <a:cubicBezTo>
                  <a:pt x="3588591" y="3256037"/>
                  <a:pt x="3492835" y="3201445"/>
                  <a:pt x="3393716" y="3157879"/>
                </a:cubicBezTo>
                <a:cubicBezTo>
                  <a:pt x="3348058" y="3137857"/>
                  <a:pt x="3301291" y="3120824"/>
                  <a:pt x="3254679" y="3107092"/>
                </a:cubicBezTo>
                <a:close/>
                <a:moveTo>
                  <a:pt x="4987655" y="3077071"/>
                </a:moveTo>
                <a:cubicBezTo>
                  <a:pt x="4880438" y="3071393"/>
                  <a:pt x="4773502" y="3078317"/>
                  <a:pt x="4668440" y="3104755"/>
                </a:cubicBezTo>
                <a:cubicBezTo>
                  <a:pt x="4604652" y="3120800"/>
                  <a:pt x="4544040" y="3143931"/>
                  <a:pt x="4485846" y="3172049"/>
                </a:cubicBezTo>
                <a:lnTo>
                  <a:pt x="4456958" y="3188756"/>
                </a:lnTo>
                <a:lnTo>
                  <a:pt x="4480712" y="3204929"/>
                </a:lnTo>
                <a:lnTo>
                  <a:pt x="4493121" y="3212870"/>
                </a:lnTo>
                <a:lnTo>
                  <a:pt x="4548699" y="3182883"/>
                </a:lnTo>
                <a:cubicBezTo>
                  <a:pt x="4606210" y="3156846"/>
                  <a:pt x="4666008" y="3135329"/>
                  <a:pt x="4728797" y="3120238"/>
                </a:cubicBezTo>
                <a:cubicBezTo>
                  <a:pt x="4876702" y="3084707"/>
                  <a:pt x="5030080" y="3085795"/>
                  <a:pt x="5175479" y="3102653"/>
                </a:cubicBezTo>
                <a:lnTo>
                  <a:pt x="5290175" y="3121461"/>
                </a:lnTo>
                <a:lnTo>
                  <a:pt x="5148491" y="3094175"/>
                </a:lnTo>
                <a:cubicBezTo>
                  <a:pt x="5094942" y="3085899"/>
                  <a:pt x="5041263" y="3079909"/>
                  <a:pt x="4987655" y="3077071"/>
                </a:cubicBezTo>
                <a:close/>
                <a:moveTo>
                  <a:pt x="2892347" y="3077050"/>
                </a:moveTo>
                <a:lnTo>
                  <a:pt x="2883487" y="3078428"/>
                </a:lnTo>
                <a:lnTo>
                  <a:pt x="2872503" y="3082927"/>
                </a:lnTo>
                <a:lnTo>
                  <a:pt x="2884836" y="3082978"/>
                </a:lnTo>
                <a:close/>
                <a:moveTo>
                  <a:pt x="3110399" y="3075496"/>
                </a:moveTo>
                <a:lnTo>
                  <a:pt x="3095704" y="3106618"/>
                </a:lnTo>
                <a:lnTo>
                  <a:pt x="3133229" y="3116280"/>
                </a:lnTo>
                <a:lnTo>
                  <a:pt x="3147310" y="3083006"/>
                </a:lnTo>
                <a:lnTo>
                  <a:pt x="3116565" y="3076109"/>
                </a:lnTo>
                <a:close/>
                <a:moveTo>
                  <a:pt x="3062174" y="3070704"/>
                </a:moveTo>
                <a:lnTo>
                  <a:pt x="3051190" y="3083131"/>
                </a:lnTo>
                <a:lnTo>
                  <a:pt x="3045071" y="3094538"/>
                </a:lnTo>
                <a:lnTo>
                  <a:pt x="3053376" y="3095720"/>
                </a:lnTo>
                <a:lnTo>
                  <a:pt x="3081034" y="3102841"/>
                </a:lnTo>
                <a:lnTo>
                  <a:pt x="3094734" y="3073940"/>
                </a:lnTo>
                <a:close/>
                <a:moveTo>
                  <a:pt x="2946809" y="3068729"/>
                </a:moveTo>
                <a:lnTo>
                  <a:pt x="2945738" y="3068747"/>
                </a:lnTo>
                <a:lnTo>
                  <a:pt x="2922091" y="3072424"/>
                </a:lnTo>
                <a:lnTo>
                  <a:pt x="2908567" y="3083078"/>
                </a:lnTo>
                <a:lnTo>
                  <a:pt x="2930803" y="3083171"/>
                </a:lnTo>
                <a:close/>
                <a:moveTo>
                  <a:pt x="2995077" y="3067936"/>
                </a:moveTo>
                <a:lnTo>
                  <a:pt x="2969275" y="3068360"/>
                </a:lnTo>
                <a:lnTo>
                  <a:pt x="2952729" y="3083263"/>
                </a:lnTo>
                <a:lnTo>
                  <a:pt x="2966219" y="3083319"/>
                </a:lnTo>
                <a:lnTo>
                  <a:pt x="2978583" y="3085078"/>
                </a:lnTo>
                <a:lnTo>
                  <a:pt x="2979193" y="3084066"/>
                </a:lnTo>
                <a:close/>
                <a:moveTo>
                  <a:pt x="3028739" y="3067382"/>
                </a:moveTo>
                <a:lnTo>
                  <a:pt x="3016251" y="3067588"/>
                </a:lnTo>
                <a:lnTo>
                  <a:pt x="2996487" y="3087626"/>
                </a:lnTo>
                <a:lnTo>
                  <a:pt x="3029548" y="3092330"/>
                </a:lnTo>
                <a:lnTo>
                  <a:pt x="3039017" y="3074589"/>
                </a:lnTo>
                <a:lnTo>
                  <a:pt x="3044038" y="3068902"/>
                </a:lnTo>
                <a:close/>
                <a:moveTo>
                  <a:pt x="1725294" y="3066315"/>
                </a:moveTo>
                <a:lnTo>
                  <a:pt x="1738268" y="3074533"/>
                </a:lnTo>
                <a:lnTo>
                  <a:pt x="1745764" y="3075227"/>
                </a:lnTo>
                <a:close/>
                <a:moveTo>
                  <a:pt x="4240758" y="3060191"/>
                </a:moveTo>
                <a:lnTo>
                  <a:pt x="4184959" y="3095289"/>
                </a:lnTo>
                <a:lnTo>
                  <a:pt x="4222850" y="3119380"/>
                </a:lnTo>
                <a:lnTo>
                  <a:pt x="4279119" y="3085705"/>
                </a:lnTo>
                <a:lnTo>
                  <a:pt x="4252409" y="3067551"/>
                </a:lnTo>
                <a:close/>
                <a:moveTo>
                  <a:pt x="2966200" y="3051232"/>
                </a:moveTo>
                <a:lnTo>
                  <a:pt x="2961290" y="3052300"/>
                </a:lnTo>
                <a:lnTo>
                  <a:pt x="2953122" y="3056294"/>
                </a:lnTo>
                <a:lnTo>
                  <a:pt x="2961027" y="3055899"/>
                </a:lnTo>
                <a:close/>
                <a:moveTo>
                  <a:pt x="1660122" y="3050374"/>
                </a:moveTo>
                <a:lnTo>
                  <a:pt x="1687408" y="3069823"/>
                </a:lnTo>
                <a:lnTo>
                  <a:pt x="1707666" y="3071699"/>
                </a:lnTo>
                <a:lnTo>
                  <a:pt x="1699610" y="3066135"/>
                </a:lnTo>
                <a:lnTo>
                  <a:pt x="1674069" y="3052780"/>
                </a:lnTo>
                <a:close/>
                <a:moveTo>
                  <a:pt x="4934578" y="3047601"/>
                </a:moveTo>
                <a:cubicBezTo>
                  <a:pt x="4824191" y="3040045"/>
                  <a:pt x="4713197" y="3046377"/>
                  <a:pt x="4604771" y="3074857"/>
                </a:cubicBezTo>
                <a:cubicBezTo>
                  <a:pt x="4555641" y="3087763"/>
                  <a:pt x="4508471" y="3105032"/>
                  <a:pt x="4462907" y="3125695"/>
                </a:cubicBezTo>
                <a:lnTo>
                  <a:pt x="4407866" y="3155331"/>
                </a:lnTo>
                <a:lnTo>
                  <a:pt x="4443362" y="3179499"/>
                </a:lnTo>
                <a:lnTo>
                  <a:pt x="4480028" y="3158322"/>
                </a:lnTo>
                <a:cubicBezTo>
                  <a:pt x="4538836" y="3129955"/>
                  <a:pt x="4600165" y="3106584"/>
                  <a:pt x="4664809" y="3090313"/>
                </a:cubicBezTo>
                <a:cubicBezTo>
                  <a:pt x="4806668" y="3054649"/>
                  <a:pt x="4951503" y="3053988"/>
                  <a:pt x="5095687" y="3071801"/>
                </a:cubicBezTo>
                <a:lnTo>
                  <a:pt x="5202085" y="3090827"/>
                </a:lnTo>
                <a:lnTo>
                  <a:pt x="5099307" y="3068319"/>
                </a:lnTo>
                <a:cubicBezTo>
                  <a:pt x="5044813" y="3058629"/>
                  <a:pt x="4989772" y="3051379"/>
                  <a:pt x="4934578" y="3047601"/>
                </a:cubicBezTo>
                <a:close/>
                <a:moveTo>
                  <a:pt x="3187162" y="3042677"/>
                </a:moveTo>
                <a:lnTo>
                  <a:pt x="3171745" y="3063164"/>
                </a:lnTo>
                <a:lnTo>
                  <a:pt x="3167864" y="3072368"/>
                </a:lnTo>
                <a:lnTo>
                  <a:pt x="3258775" y="3092739"/>
                </a:lnTo>
                <a:cubicBezTo>
                  <a:pt x="3306053" y="3106657"/>
                  <a:pt x="3353470" y="3123919"/>
                  <a:pt x="3399749" y="3144211"/>
                </a:cubicBezTo>
                <a:cubicBezTo>
                  <a:pt x="3499589" y="3188098"/>
                  <a:pt x="3595692" y="3242903"/>
                  <a:pt x="3688644" y="3295893"/>
                </a:cubicBezTo>
                <a:lnTo>
                  <a:pt x="3832154" y="3374664"/>
                </a:lnTo>
                <a:lnTo>
                  <a:pt x="3871586" y="3335431"/>
                </a:lnTo>
                <a:lnTo>
                  <a:pt x="3778768" y="3283265"/>
                </a:lnTo>
                <a:cubicBezTo>
                  <a:pt x="3677754" y="3224563"/>
                  <a:pt x="3573322" y="3163831"/>
                  <a:pt x="3464085" y="3117435"/>
                </a:cubicBezTo>
                <a:cubicBezTo>
                  <a:pt x="3417936" y="3097874"/>
                  <a:pt x="3370589" y="3081613"/>
                  <a:pt x="3323318" y="3068927"/>
                </a:cubicBezTo>
                <a:close/>
                <a:moveTo>
                  <a:pt x="3021286" y="3041320"/>
                </a:moveTo>
                <a:lnTo>
                  <a:pt x="3007601" y="3042230"/>
                </a:lnTo>
                <a:lnTo>
                  <a:pt x="3004847" y="3042829"/>
                </a:lnTo>
                <a:lnTo>
                  <a:pt x="2985342" y="3053888"/>
                </a:lnTo>
                <a:lnTo>
                  <a:pt x="2984403" y="3054734"/>
                </a:lnTo>
                <a:lnTo>
                  <a:pt x="3009300" y="3053492"/>
                </a:lnTo>
                <a:close/>
                <a:moveTo>
                  <a:pt x="3138740" y="3039254"/>
                </a:moveTo>
                <a:lnTo>
                  <a:pt x="3120642" y="3061786"/>
                </a:lnTo>
                <a:lnTo>
                  <a:pt x="3153203" y="3069082"/>
                </a:lnTo>
                <a:lnTo>
                  <a:pt x="3158825" y="3055796"/>
                </a:lnTo>
                <a:lnTo>
                  <a:pt x="3169868" y="3041097"/>
                </a:lnTo>
                <a:close/>
                <a:moveTo>
                  <a:pt x="3071324" y="3037992"/>
                </a:moveTo>
                <a:lnTo>
                  <a:pt x="3043624" y="3039834"/>
                </a:lnTo>
                <a:lnTo>
                  <a:pt x="3030995" y="3052639"/>
                </a:lnTo>
                <a:lnTo>
                  <a:pt x="3056187" y="3055139"/>
                </a:lnTo>
                <a:close/>
                <a:moveTo>
                  <a:pt x="3092622" y="3036575"/>
                </a:moveTo>
                <a:lnTo>
                  <a:pt x="3092324" y="3036595"/>
                </a:lnTo>
                <a:lnTo>
                  <a:pt x="3074340" y="3056941"/>
                </a:lnTo>
                <a:lnTo>
                  <a:pt x="3103211" y="3059806"/>
                </a:lnTo>
                <a:lnTo>
                  <a:pt x="3120565" y="3038179"/>
                </a:lnTo>
                <a:lnTo>
                  <a:pt x="3093476" y="3036575"/>
                </a:lnTo>
                <a:close/>
                <a:moveTo>
                  <a:pt x="3039987" y="3023947"/>
                </a:moveTo>
                <a:lnTo>
                  <a:pt x="3036389" y="3024945"/>
                </a:lnTo>
                <a:lnTo>
                  <a:pt x="3035243" y="3025595"/>
                </a:lnTo>
                <a:lnTo>
                  <a:pt x="3037688" y="3025431"/>
                </a:lnTo>
                <a:close/>
                <a:moveTo>
                  <a:pt x="4702341" y="3017181"/>
                </a:moveTo>
                <a:cubicBezTo>
                  <a:pt x="4647985" y="3021470"/>
                  <a:pt x="4594093" y="3030386"/>
                  <a:pt x="4540916" y="3044851"/>
                </a:cubicBezTo>
                <a:cubicBezTo>
                  <a:pt x="4490609" y="3058698"/>
                  <a:pt x="4442431" y="3077260"/>
                  <a:pt x="4395992" y="3099490"/>
                </a:cubicBezTo>
                <a:lnTo>
                  <a:pt x="4357793" y="3121260"/>
                </a:lnTo>
                <a:lnTo>
                  <a:pt x="4374712" y="3132758"/>
                </a:lnTo>
                <a:lnTo>
                  <a:pt x="4393981" y="3145878"/>
                </a:lnTo>
                <a:lnTo>
                  <a:pt x="4457248" y="3111876"/>
                </a:lnTo>
                <a:cubicBezTo>
                  <a:pt x="4503341" y="3091015"/>
                  <a:pt x="4551110" y="3073555"/>
                  <a:pt x="4600927" y="3060468"/>
                </a:cubicBezTo>
                <a:cubicBezTo>
                  <a:pt x="4747364" y="3021987"/>
                  <a:pt x="4898052" y="3023282"/>
                  <a:pt x="5045560" y="3044571"/>
                </a:cubicBezTo>
                <a:lnTo>
                  <a:pt x="5100324" y="3055742"/>
                </a:lnTo>
                <a:lnTo>
                  <a:pt x="5032028" y="3039608"/>
                </a:lnTo>
                <a:cubicBezTo>
                  <a:pt x="4921618" y="3018538"/>
                  <a:pt x="4811052" y="3008604"/>
                  <a:pt x="4702341" y="3017181"/>
                </a:cubicBezTo>
                <a:close/>
                <a:moveTo>
                  <a:pt x="3093365" y="3013023"/>
                </a:moveTo>
                <a:lnTo>
                  <a:pt x="3082343" y="3014284"/>
                </a:lnTo>
                <a:lnTo>
                  <a:pt x="3068211" y="3023377"/>
                </a:lnTo>
                <a:lnTo>
                  <a:pt x="3085237" y="3022231"/>
                </a:lnTo>
                <a:close/>
                <a:moveTo>
                  <a:pt x="3145537" y="3007056"/>
                </a:moveTo>
                <a:lnTo>
                  <a:pt x="3122330" y="3009710"/>
                </a:lnTo>
                <a:lnTo>
                  <a:pt x="3105179" y="3022052"/>
                </a:lnTo>
                <a:lnTo>
                  <a:pt x="3104868" y="3022404"/>
                </a:lnTo>
                <a:lnTo>
                  <a:pt x="3131938" y="3024003"/>
                </a:lnTo>
                <a:close/>
                <a:moveTo>
                  <a:pt x="3214092" y="3006887"/>
                </a:moveTo>
                <a:lnTo>
                  <a:pt x="3197056" y="3029527"/>
                </a:lnTo>
                <a:lnTo>
                  <a:pt x="3327039" y="3054559"/>
                </a:lnTo>
                <a:cubicBezTo>
                  <a:pt x="3375041" y="3067429"/>
                  <a:pt x="3423102" y="3083926"/>
                  <a:pt x="3469932" y="3103767"/>
                </a:cubicBezTo>
                <a:cubicBezTo>
                  <a:pt x="3580023" y="3150510"/>
                  <a:pt x="3684881" y="3211482"/>
                  <a:pt x="3786270" y="3270425"/>
                </a:cubicBezTo>
                <a:lnTo>
                  <a:pt x="3882527" y="3324545"/>
                </a:lnTo>
                <a:lnTo>
                  <a:pt x="3914590" y="3292644"/>
                </a:lnTo>
                <a:lnTo>
                  <a:pt x="3922950" y="3285086"/>
                </a:lnTo>
                <a:lnTo>
                  <a:pt x="3876045" y="3258012"/>
                </a:lnTo>
                <a:cubicBezTo>
                  <a:pt x="3766835" y="3193116"/>
                  <a:pt x="3653914" y="3126004"/>
                  <a:pt x="3534506" y="3077045"/>
                </a:cubicBezTo>
                <a:cubicBezTo>
                  <a:pt x="3440747" y="3038644"/>
                  <a:pt x="3341790" y="3014839"/>
                  <a:pt x="3248102" y="3007532"/>
                </a:cubicBezTo>
                <a:close/>
                <a:moveTo>
                  <a:pt x="3165551" y="3005966"/>
                </a:moveTo>
                <a:lnTo>
                  <a:pt x="3165352" y="3006124"/>
                </a:lnTo>
                <a:lnTo>
                  <a:pt x="3150127" y="3025078"/>
                </a:lnTo>
                <a:lnTo>
                  <a:pt x="3180551" y="3026876"/>
                </a:lnTo>
                <a:lnTo>
                  <a:pt x="3195829" y="3006540"/>
                </a:lnTo>
                <a:close/>
                <a:moveTo>
                  <a:pt x="3120117" y="2993065"/>
                </a:moveTo>
                <a:lnTo>
                  <a:pt x="3110829" y="2996186"/>
                </a:lnTo>
                <a:lnTo>
                  <a:pt x="3116732" y="2995508"/>
                </a:lnTo>
                <a:close/>
                <a:moveTo>
                  <a:pt x="3170647" y="2982996"/>
                </a:moveTo>
                <a:lnTo>
                  <a:pt x="3156244" y="2985307"/>
                </a:lnTo>
                <a:lnTo>
                  <a:pt x="3146885" y="2992041"/>
                </a:lnTo>
                <a:lnTo>
                  <a:pt x="3155888" y="2991006"/>
                </a:lnTo>
                <a:lnTo>
                  <a:pt x="3160477" y="2991088"/>
                </a:lnTo>
                <a:close/>
                <a:moveTo>
                  <a:pt x="4725568" y="2982754"/>
                </a:moveTo>
                <a:cubicBezTo>
                  <a:pt x="4642021" y="2982100"/>
                  <a:pt x="4558942" y="2991673"/>
                  <a:pt x="4477089" y="3014873"/>
                </a:cubicBezTo>
                <a:cubicBezTo>
                  <a:pt x="4425554" y="3029564"/>
                  <a:pt x="4376325" y="3049358"/>
                  <a:pt x="4328977" y="3073122"/>
                </a:cubicBezTo>
                <a:lnTo>
                  <a:pt x="4306654" y="3086509"/>
                </a:lnTo>
                <a:lnTo>
                  <a:pt x="4344061" y="3111929"/>
                </a:lnTo>
                <a:lnTo>
                  <a:pt x="4390112" y="3085737"/>
                </a:lnTo>
                <a:cubicBezTo>
                  <a:pt x="4437105" y="3063287"/>
                  <a:pt x="4485911" y="3044513"/>
                  <a:pt x="4536939" y="3030463"/>
                </a:cubicBezTo>
                <a:cubicBezTo>
                  <a:pt x="4680720" y="2991354"/>
                  <a:pt x="4829239" y="2992122"/>
                  <a:pt x="4977864" y="3015103"/>
                </a:cubicBezTo>
                <a:lnTo>
                  <a:pt x="5017715" y="3022659"/>
                </a:lnTo>
                <a:lnTo>
                  <a:pt x="4976850" y="3011999"/>
                </a:lnTo>
                <a:cubicBezTo>
                  <a:pt x="4893128" y="2994289"/>
                  <a:pt x="4809114" y="2983408"/>
                  <a:pt x="4725568" y="2982754"/>
                </a:cubicBezTo>
                <a:close/>
                <a:moveTo>
                  <a:pt x="3219391" y="2975176"/>
                </a:moveTo>
                <a:lnTo>
                  <a:pt x="3200528" y="2978202"/>
                </a:lnTo>
                <a:lnTo>
                  <a:pt x="3183773" y="2991502"/>
                </a:lnTo>
                <a:lnTo>
                  <a:pt x="3206818" y="2991911"/>
                </a:lnTo>
                <a:close/>
                <a:moveTo>
                  <a:pt x="3313744" y="2973190"/>
                </a:moveTo>
                <a:lnTo>
                  <a:pt x="3242841" y="2974577"/>
                </a:lnTo>
                <a:lnTo>
                  <a:pt x="3231221" y="2984122"/>
                </a:lnTo>
                <a:lnTo>
                  <a:pt x="3225116" y="2992236"/>
                </a:lnTo>
                <a:lnTo>
                  <a:pt x="3249046" y="2992662"/>
                </a:lnTo>
                <a:cubicBezTo>
                  <a:pt x="3344350" y="3000036"/>
                  <a:pt x="3444918" y="3024322"/>
                  <a:pt x="3540139" y="3063324"/>
                </a:cubicBezTo>
                <a:cubicBezTo>
                  <a:pt x="3660561" y="3112710"/>
                  <a:pt x="3773963" y="3180115"/>
                  <a:pt x="3883626" y="3245278"/>
                </a:cubicBezTo>
                <a:lnTo>
                  <a:pt x="3934500" y="3274644"/>
                </a:lnTo>
                <a:lnTo>
                  <a:pt x="3977423" y="3235839"/>
                </a:lnTo>
                <a:lnTo>
                  <a:pt x="3973136" y="3233292"/>
                </a:lnTo>
                <a:cubicBezTo>
                  <a:pt x="3855837" y="3161856"/>
                  <a:pt x="3734534" y="3088017"/>
                  <a:pt x="3604849" y="3036629"/>
                </a:cubicBezTo>
                <a:cubicBezTo>
                  <a:pt x="3509807" y="2999029"/>
                  <a:pt x="3409210" y="2977300"/>
                  <a:pt x="3313744" y="2973190"/>
                </a:cubicBezTo>
                <a:close/>
                <a:moveTo>
                  <a:pt x="3195920" y="2962887"/>
                </a:moveTo>
                <a:lnTo>
                  <a:pt x="3192157" y="2964572"/>
                </a:lnTo>
                <a:lnTo>
                  <a:pt x="3194219" y="2964240"/>
                </a:lnTo>
                <a:close/>
                <a:moveTo>
                  <a:pt x="4639610" y="2952534"/>
                </a:moveTo>
                <a:cubicBezTo>
                  <a:pt x="4563244" y="2953250"/>
                  <a:pt x="4487406" y="2963104"/>
                  <a:pt x="4413233" y="2984947"/>
                </a:cubicBezTo>
                <a:cubicBezTo>
                  <a:pt x="4360499" y="3000489"/>
                  <a:pt x="4310249" y="3021518"/>
                  <a:pt x="4262020" y="3046817"/>
                </a:cubicBezTo>
                <a:lnTo>
                  <a:pt x="4254664" y="3051444"/>
                </a:lnTo>
                <a:lnTo>
                  <a:pt x="4260176" y="3054925"/>
                </a:lnTo>
                <a:lnTo>
                  <a:pt x="4293131" y="3077319"/>
                </a:lnTo>
                <a:lnTo>
                  <a:pt x="4322881" y="3059515"/>
                </a:lnTo>
                <a:cubicBezTo>
                  <a:pt x="4370805" y="3035516"/>
                  <a:pt x="4420688" y="3015496"/>
                  <a:pt x="4472978" y="3000591"/>
                </a:cubicBezTo>
                <a:cubicBezTo>
                  <a:pt x="4583676" y="2969218"/>
                  <a:pt x="4696361" y="2962324"/>
                  <a:pt x="4809282" y="2971772"/>
                </a:cubicBezTo>
                <a:lnTo>
                  <a:pt x="4913546" y="2985245"/>
                </a:lnTo>
                <a:lnTo>
                  <a:pt x="4869154" y="2974944"/>
                </a:lnTo>
                <a:cubicBezTo>
                  <a:pt x="4792869" y="2960238"/>
                  <a:pt x="4715975" y="2951817"/>
                  <a:pt x="4639610" y="2952534"/>
                </a:cubicBezTo>
                <a:close/>
                <a:moveTo>
                  <a:pt x="3247254" y="2951899"/>
                </a:moveTo>
                <a:lnTo>
                  <a:pt x="3228898" y="2955683"/>
                </a:lnTo>
                <a:lnTo>
                  <a:pt x="3223275" y="2960146"/>
                </a:lnTo>
                <a:lnTo>
                  <a:pt x="3237594" y="2959867"/>
                </a:lnTo>
                <a:close/>
                <a:moveTo>
                  <a:pt x="3379740" y="2939036"/>
                </a:moveTo>
                <a:cubicBezTo>
                  <a:pt x="3347268" y="2938702"/>
                  <a:pt x="3315319" y="2940427"/>
                  <a:pt x="3284292" y="2944264"/>
                </a:cubicBezTo>
                <a:lnTo>
                  <a:pt x="3278217" y="2945517"/>
                </a:lnTo>
                <a:lnTo>
                  <a:pt x="3261312" y="2959404"/>
                </a:lnTo>
                <a:lnTo>
                  <a:pt x="3314216" y="2958371"/>
                </a:lnTo>
                <a:cubicBezTo>
                  <a:pt x="3411410" y="2962543"/>
                  <a:pt x="3513724" y="2984606"/>
                  <a:pt x="3610348" y="3022827"/>
                </a:cubicBezTo>
                <a:cubicBezTo>
                  <a:pt x="3741208" y="3074669"/>
                  <a:pt x="3863071" y="3148855"/>
                  <a:pt x="3980877" y="3220639"/>
                </a:cubicBezTo>
                <a:lnTo>
                  <a:pt x="3988939" y="3225429"/>
                </a:lnTo>
                <a:lnTo>
                  <a:pt x="4026967" y="3191049"/>
                </a:lnTo>
                <a:lnTo>
                  <a:pt x="4032686" y="3186543"/>
                </a:lnTo>
                <a:lnTo>
                  <a:pt x="3878501" y="3093520"/>
                </a:lnTo>
                <a:cubicBezTo>
                  <a:pt x="3812885" y="3056738"/>
                  <a:pt x="3745412" y="3023055"/>
                  <a:pt x="3675297" y="2996239"/>
                </a:cubicBezTo>
                <a:cubicBezTo>
                  <a:pt x="3579275" y="2959580"/>
                  <a:pt x="3477155" y="2940039"/>
                  <a:pt x="3379740" y="2939036"/>
                </a:cubicBezTo>
                <a:close/>
                <a:moveTo>
                  <a:pt x="3444710" y="2904797"/>
                </a:moveTo>
                <a:cubicBezTo>
                  <a:pt x="3411609" y="2905465"/>
                  <a:pt x="3379201" y="2908305"/>
                  <a:pt x="3348067" y="2913377"/>
                </a:cubicBezTo>
                <a:lnTo>
                  <a:pt x="3304029" y="2924313"/>
                </a:lnTo>
                <a:lnTo>
                  <a:pt x="3298841" y="2928575"/>
                </a:lnTo>
                <a:lnTo>
                  <a:pt x="3379661" y="2924148"/>
                </a:lnTo>
                <a:cubicBezTo>
                  <a:pt x="3478901" y="2925155"/>
                  <a:pt x="3582852" y="2945011"/>
                  <a:pt x="3680556" y="2982331"/>
                </a:cubicBezTo>
                <a:cubicBezTo>
                  <a:pt x="3751339" y="3009400"/>
                  <a:pt x="3819305" y="3043310"/>
                  <a:pt x="3885322" y="3080303"/>
                </a:cubicBezTo>
                <a:lnTo>
                  <a:pt x="4045152" y="3176720"/>
                </a:lnTo>
                <a:lnTo>
                  <a:pt x="4092401" y="3139489"/>
                </a:lnTo>
                <a:lnTo>
                  <a:pt x="3963509" y="3059747"/>
                </a:lnTo>
                <a:cubicBezTo>
                  <a:pt x="3893425" y="3019797"/>
                  <a:pt x="3821147" y="2983625"/>
                  <a:pt x="3745613" y="2955742"/>
                </a:cubicBezTo>
                <a:cubicBezTo>
                  <a:pt x="3649550" y="2920324"/>
                  <a:pt x="3544013" y="2902790"/>
                  <a:pt x="3444710" y="2904797"/>
                </a:cubicBezTo>
                <a:close/>
                <a:moveTo>
                  <a:pt x="3586973" y="2870454"/>
                </a:moveTo>
                <a:cubicBezTo>
                  <a:pt x="3561193" y="2869200"/>
                  <a:pt x="3535553" y="2869211"/>
                  <a:pt x="3510300" y="2870508"/>
                </a:cubicBezTo>
                <a:cubicBezTo>
                  <a:pt x="3476630" y="2872237"/>
                  <a:pt x="3443650" y="2876251"/>
                  <a:pt x="3411949" y="2882598"/>
                </a:cubicBezTo>
                <a:lnTo>
                  <a:pt x="3361167" y="2897289"/>
                </a:lnTo>
                <a:lnTo>
                  <a:pt x="3444205" y="2889900"/>
                </a:lnTo>
                <a:cubicBezTo>
                  <a:pt x="3545431" y="2887836"/>
                  <a:pt x="3652941" y="2905696"/>
                  <a:pt x="3750765" y="2941754"/>
                </a:cubicBezTo>
                <a:cubicBezTo>
                  <a:pt x="3827060" y="2969904"/>
                  <a:pt x="3899898" y="3006323"/>
                  <a:pt x="3970437" y="3046509"/>
                </a:cubicBezTo>
                <a:lnTo>
                  <a:pt x="4104864" y="3129668"/>
                </a:lnTo>
                <a:lnTo>
                  <a:pt x="4115163" y="3121553"/>
                </a:lnTo>
                <a:lnTo>
                  <a:pt x="4157171" y="3095188"/>
                </a:lnTo>
                <a:lnTo>
                  <a:pt x="4049124" y="3026478"/>
                </a:lnTo>
                <a:cubicBezTo>
                  <a:pt x="3974444" y="2983099"/>
                  <a:pt x="3897201" y="2944277"/>
                  <a:pt x="3816034" y="2915379"/>
                </a:cubicBezTo>
                <a:cubicBezTo>
                  <a:pt x="3742906" y="2889372"/>
                  <a:pt x="3664313" y="2874217"/>
                  <a:pt x="3586973" y="2870454"/>
                </a:cubicBezTo>
                <a:close/>
                <a:moveTo>
                  <a:pt x="3664698" y="2834429"/>
                </a:moveTo>
                <a:cubicBezTo>
                  <a:pt x="3639149" y="2833509"/>
                  <a:pt x="3613532" y="2833846"/>
                  <a:pt x="3588084" y="2835502"/>
                </a:cubicBezTo>
                <a:cubicBezTo>
                  <a:pt x="3554153" y="2837710"/>
                  <a:pt x="3520523" y="2842264"/>
                  <a:pt x="3487753" y="2849312"/>
                </a:cubicBezTo>
                <a:lnTo>
                  <a:pt x="3437514" y="2864505"/>
                </a:lnTo>
                <a:lnTo>
                  <a:pt x="3509281" y="2855664"/>
                </a:lnTo>
                <a:cubicBezTo>
                  <a:pt x="3612299" y="2850357"/>
                  <a:pt x="3721601" y="2866053"/>
                  <a:pt x="3820946" y="2901391"/>
                </a:cubicBezTo>
                <a:cubicBezTo>
                  <a:pt x="3902981" y="2930582"/>
                  <a:pt x="3980851" y="2969677"/>
                  <a:pt x="4056035" y="3013321"/>
                </a:cubicBezTo>
                <a:lnTo>
                  <a:pt x="4171075" y="3086461"/>
                </a:lnTo>
                <a:lnTo>
                  <a:pt x="4226890" y="3051430"/>
                </a:lnTo>
                <a:lnTo>
                  <a:pt x="4135316" y="2993580"/>
                </a:lnTo>
                <a:cubicBezTo>
                  <a:pt x="4055905" y="2946466"/>
                  <a:pt x="3973510" y="2904808"/>
                  <a:pt x="3886430" y="2874936"/>
                </a:cubicBezTo>
                <a:cubicBezTo>
                  <a:pt x="3817387" y="2851256"/>
                  <a:pt x="3741347" y="2837188"/>
                  <a:pt x="3664698" y="2834429"/>
                </a:cubicBezTo>
                <a:close/>
                <a:moveTo>
                  <a:pt x="3638122" y="2819177"/>
                </a:moveTo>
                <a:cubicBezTo>
                  <a:pt x="3725393" y="2819279"/>
                  <a:pt x="3812751" y="2833984"/>
                  <a:pt x="3891235" y="2860921"/>
                </a:cubicBezTo>
                <a:cubicBezTo>
                  <a:pt x="3979276" y="2891127"/>
                  <a:pt x="4062365" y="2933098"/>
                  <a:pt x="4142333" y="2980512"/>
                </a:cubicBezTo>
                <a:lnTo>
                  <a:pt x="4240808" y="3042695"/>
                </a:lnTo>
                <a:lnTo>
                  <a:pt x="4255810" y="3033280"/>
                </a:lnTo>
                <a:cubicBezTo>
                  <a:pt x="4304632" y="3007729"/>
                  <a:pt x="4355557" y="2986459"/>
                  <a:pt x="4409068" y="2970692"/>
                </a:cubicBezTo>
                <a:cubicBezTo>
                  <a:pt x="4634870" y="2904161"/>
                  <a:pt x="4874922" y="2946782"/>
                  <a:pt x="5098782" y="3020632"/>
                </a:cubicBezTo>
                <a:lnTo>
                  <a:pt x="5230135" y="3069813"/>
                </a:lnTo>
                <a:lnTo>
                  <a:pt x="5343953" y="3109260"/>
                </a:lnTo>
                <a:lnTo>
                  <a:pt x="5419429" y="3133026"/>
                </a:lnTo>
                <a:lnTo>
                  <a:pt x="5432674" y="3137605"/>
                </a:lnTo>
                <a:lnTo>
                  <a:pt x="5471111" y="3148642"/>
                </a:lnTo>
                <a:lnTo>
                  <a:pt x="5484673" y="3152860"/>
                </a:lnTo>
                <a:lnTo>
                  <a:pt x="5518975" y="3163188"/>
                </a:lnTo>
                <a:lnTo>
                  <a:pt x="5522660" y="3164125"/>
                </a:lnTo>
                <a:lnTo>
                  <a:pt x="5618163" y="3189362"/>
                </a:lnTo>
                <a:lnTo>
                  <a:pt x="5725813" y="3213099"/>
                </a:lnTo>
                <a:lnTo>
                  <a:pt x="5806353" y="3227548"/>
                </a:lnTo>
                <a:lnTo>
                  <a:pt x="5872039" y="3235409"/>
                </a:lnTo>
                <a:lnTo>
                  <a:pt x="5872039" y="3305703"/>
                </a:lnTo>
                <a:lnTo>
                  <a:pt x="5870254" y="3305763"/>
                </a:lnTo>
                <a:lnTo>
                  <a:pt x="5872039" y="3306239"/>
                </a:lnTo>
                <a:lnTo>
                  <a:pt x="5872039" y="3329320"/>
                </a:lnTo>
                <a:lnTo>
                  <a:pt x="5836762" y="3332422"/>
                </a:lnTo>
                <a:cubicBezTo>
                  <a:pt x="5784232" y="3335736"/>
                  <a:pt x="5729814" y="3338219"/>
                  <a:pt x="5673834" y="3340768"/>
                </a:cubicBezTo>
                <a:cubicBezTo>
                  <a:pt x="5534298" y="3347148"/>
                  <a:pt x="5390011" y="3353715"/>
                  <a:pt x="5242600" y="3374243"/>
                </a:cubicBezTo>
                <a:cubicBezTo>
                  <a:pt x="5170616" y="3384268"/>
                  <a:pt x="5100214" y="3398557"/>
                  <a:pt x="5031167" y="3414824"/>
                </a:cubicBezTo>
                <a:lnTo>
                  <a:pt x="4928866" y="3441218"/>
                </a:lnTo>
                <a:lnTo>
                  <a:pt x="4957890" y="3452993"/>
                </a:lnTo>
                <a:lnTo>
                  <a:pt x="5116132" y="3419999"/>
                </a:lnTo>
                <a:cubicBezTo>
                  <a:pt x="5177944" y="3408073"/>
                  <a:pt x="5240745" y="3397388"/>
                  <a:pt x="5304506" y="3389406"/>
                </a:cubicBezTo>
                <a:cubicBezTo>
                  <a:pt x="5423700" y="3374510"/>
                  <a:pt x="5540838" y="3366448"/>
                  <a:pt x="5654133" y="3358680"/>
                </a:cubicBezTo>
                <a:cubicBezTo>
                  <a:pt x="5723127" y="3353942"/>
                  <a:pt x="5790206" y="3349344"/>
                  <a:pt x="5854481" y="3343391"/>
                </a:cubicBezTo>
                <a:lnTo>
                  <a:pt x="5872039" y="3341151"/>
                </a:lnTo>
                <a:lnTo>
                  <a:pt x="5872039" y="3356154"/>
                </a:lnTo>
                <a:lnTo>
                  <a:pt x="5856076" y="3358193"/>
                </a:lnTo>
                <a:cubicBezTo>
                  <a:pt x="5791560" y="3364180"/>
                  <a:pt x="5724288" y="3368798"/>
                  <a:pt x="5655094" y="3373549"/>
                </a:cubicBezTo>
                <a:cubicBezTo>
                  <a:pt x="5542013" y="3381291"/>
                  <a:pt x="5425061" y="3389326"/>
                  <a:pt x="5306295" y="3404195"/>
                </a:cubicBezTo>
                <a:cubicBezTo>
                  <a:pt x="5242867" y="3412124"/>
                  <a:pt x="5180313" y="3422769"/>
                  <a:pt x="5118704" y="3434658"/>
                </a:cubicBezTo>
                <a:lnTo>
                  <a:pt x="4983860" y="3462773"/>
                </a:lnTo>
                <a:lnTo>
                  <a:pt x="5012068" y="3472259"/>
                </a:lnTo>
                <a:lnTo>
                  <a:pt x="5057549" y="3465193"/>
                </a:lnTo>
                <a:cubicBezTo>
                  <a:pt x="5158431" y="3448402"/>
                  <a:pt x="5262729" y="3431050"/>
                  <a:pt x="5368442" y="3419358"/>
                </a:cubicBezTo>
                <a:cubicBezTo>
                  <a:pt x="5453119" y="3409988"/>
                  <a:pt x="5537129" y="3402887"/>
                  <a:pt x="5618389" y="3396026"/>
                </a:cubicBezTo>
                <a:cubicBezTo>
                  <a:pt x="5682538" y="3390600"/>
                  <a:pt x="5745350" y="3385287"/>
                  <a:pt x="5806108" y="3379067"/>
                </a:cubicBezTo>
                <a:lnTo>
                  <a:pt x="5872039" y="3370648"/>
                </a:lnTo>
                <a:lnTo>
                  <a:pt x="5872039" y="3385643"/>
                </a:lnTo>
                <a:lnTo>
                  <a:pt x="5807963" y="3393834"/>
                </a:lnTo>
                <a:cubicBezTo>
                  <a:pt x="5746978" y="3400080"/>
                  <a:pt x="5683966" y="3405407"/>
                  <a:pt x="5619617" y="3410842"/>
                </a:cubicBezTo>
                <a:cubicBezTo>
                  <a:pt x="5538463" y="3417703"/>
                  <a:pt x="5454560" y="3424804"/>
                  <a:pt x="5370070" y="3434147"/>
                </a:cubicBezTo>
                <a:cubicBezTo>
                  <a:pt x="5264757" y="3445786"/>
                  <a:pt x="5160646" y="3463111"/>
                  <a:pt x="5059979" y="3479876"/>
                </a:cubicBezTo>
                <a:lnTo>
                  <a:pt x="5042700" y="3482559"/>
                </a:lnTo>
                <a:lnTo>
                  <a:pt x="5065820" y="3490334"/>
                </a:lnTo>
                <a:lnTo>
                  <a:pt x="5204052" y="3475044"/>
                </a:lnTo>
                <a:cubicBezTo>
                  <a:pt x="5278531" y="3465994"/>
                  <a:pt x="5355547" y="3456678"/>
                  <a:pt x="5432403" y="3449310"/>
                </a:cubicBezTo>
                <a:cubicBezTo>
                  <a:pt x="5473941" y="3445332"/>
                  <a:pt x="5515185" y="3441621"/>
                  <a:pt x="5556002" y="3437937"/>
                </a:cubicBezTo>
                <a:cubicBezTo>
                  <a:pt x="5636588" y="3430670"/>
                  <a:pt x="5715500" y="3423552"/>
                  <a:pt x="5791467" y="3414920"/>
                </a:cubicBezTo>
                <a:lnTo>
                  <a:pt x="5872039" y="3403041"/>
                </a:lnTo>
                <a:lnTo>
                  <a:pt x="5872039" y="3419848"/>
                </a:lnTo>
                <a:lnTo>
                  <a:pt x="5868939" y="3420346"/>
                </a:lnTo>
                <a:cubicBezTo>
                  <a:pt x="5770017" y="3433527"/>
                  <a:pt x="5665185" y="3442983"/>
                  <a:pt x="5557363" y="3452700"/>
                </a:cubicBezTo>
                <a:cubicBezTo>
                  <a:pt x="5516573" y="3456384"/>
                  <a:pt x="5475329" y="3460095"/>
                  <a:pt x="5433844" y="3464072"/>
                </a:cubicBezTo>
                <a:cubicBezTo>
                  <a:pt x="5357175" y="3471413"/>
                  <a:pt x="5280240" y="3480730"/>
                  <a:pt x="5205867" y="3489753"/>
                </a:cubicBezTo>
                <a:lnTo>
                  <a:pt x="5100282" y="3501922"/>
                </a:lnTo>
                <a:lnTo>
                  <a:pt x="5105784" y="3503773"/>
                </a:lnTo>
                <a:lnTo>
                  <a:pt x="5121870" y="3508121"/>
                </a:lnTo>
                <a:lnTo>
                  <a:pt x="5390224" y="3488098"/>
                </a:lnTo>
                <a:cubicBezTo>
                  <a:pt x="5425569" y="3485082"/>
                  <a:pt x="5460967" y="3482065"/>
                  <a:pt x="5496418" y="3479235"/>
                </a:cubicBezTo>
                <a:cubicBezTo>
                  <a:pt x="5563690" y="3473823"/>
                  <a:pt x="5629023" y="3468302"/>
                  <a:pt x="5692132" y="3462017"/>
                </a:cubicBezTo>
                <a:lnTo>
                  <a:pt x="5872039" y="3440514"/>
                </a:lnTo>
                <a:lnTo>
                  <a:pt x="5872039" y="3455441"/>
                </a:lnTo>
                <a:lnTo>
                  <a:pt x="5694097" y="3476734"/>
                </a:lnTo>
                <a:cubicBezTo>
                  <a:pt x="5630717" y="3483049"/>
                  <a:pt x="5565124" y="3488592"/>
                  <a:pt x="5497592" y="3494024"/>
                </a:cubicBezTo>
                <a:cubicBezTo>
                  <a:pt x="5462168" y="3496881"/>
                  <a:pt x="5426797" y="3499897"/>
                  <a:pt x="5391479" y="3502887"/>
                </a:cubicBezTo>
                <a:lnTo>
                  <a:pt x="5165011" y="3519782"/>
                </a:lnTo>
                <a:lnTo>
                  <a:pt x="5176730" y="3522950"/>
                </a:lnTo>
                <a:lnTo>
                  <a:pt x="5253408" y="3523203"/>
                </a:lnTo>
                <a:cubicBezTo>
                  <a:pt x="5354913" y="3521418"/>
                  <a:pt x="5457316" y="3515842"/>
                  <a:pt x="5560406" y="3509161"/>
                </a:cubicBezTo>
                <a:cubicBezTo>
                  <a:pt x="5613189" y="3505744"/>
                  <a:pt x="5669556" y="3501511"/>
                  <a:pt x="5727600" y="3495743"/>
                </a:cubicBezTo>
                <a:lnTo>
                  <a:pt x="5872039" y="3477303"/>
                </a:lnTo>
                <a:lnTo>
                  <a:pt x="5872039" y="3492270"/>
                </a:lnTo>
                <a:lnTo>
                  <a:pt x="5729535" y="3510497"/>
                </a:lnTo>
                <a:cubicBezTo>
                  <a:pt x="5671147" y="3516307"/>
                  <a:pt x="5614464" y="3520567"/>
                  <a:pt x="5561394" y="3524004"/>
                </a:cubicBezTo>
                <a:cubicBezTo>
                  <a:pt x="5457797" y="3530718"/>
                  <a:pt x="5354880" y="3536317"/>
                  <a:pt x="5252839" y="3538095"/>
                </a:cubicBezTo>
                <a:lnTo>
                  <a:pt x="5236922" y="3538039"/>
                </a:lnTo>
                <a:lnTo>
                  <a:pt x="5367363" y="3543548"/>
                </a:lnTo>
                <a:cubicBezTo>
                  <a:pt x="5460351" y="3545244"/>
                  <a:pt x="5547039" y="3542730"/>
                  <a:pt x="5624368" y="3538979"/>
                </a:cubicBezTo>
                <a:cubicBezTo>
                  <a:pt x="5696238" y="3535482"/>
                  <a:pt x="5763856" y="3529990"/>
                  <a:pt x="5827417" y="3522460"/>
                </a:cubicBezTo>
                <a:lnTo>
                  <a:pt x="5872039" y="3515284"/>
                </a:lnTo>
                <a:lnTo>
                  <a:pt x="5872039" y="3530365"/>
                </a:lnTo>
                <a:lnTo>
                  <a:pt x="5829682" y="3537190"/>
                </a:lnTo>
                <a:cubicBezTo>
                  <a:pt x="5765623" y="3544792"/>
                  <a:pt x="5697500" y="3550331"/>
                  <a:pt x="5625116" y="3553848"/>
                </a:cubicBezTo>
                <a:cubicBezTo>
                  <a:pt x="5547353" y="3557639"/>
                  <a:pt x="5460173" y="3560172"/>
                  <a:pt x="5366641" y="3558455"/>
                </a:cubicBezTo>
                <a:lnTo>
                  <a:pt x="5360919" y="3558212"/>
                </a:lnTo>
                <a:lnTo>
                  <a:pt x="5436870" y="3565226"/>
                </a:lnTo>
                <a:cubicBezTo>
                  <a:pt x="5528040" y="3571049"/>
                  <a:pt x="5612776" y="3571521"/>
                  <a:pt x="5688356" y="3569012"/>
                </a:cubicBezTo>
                <a:lnTo>
                  <a:pt x="5872039" y="3555344"/>
                </a:lnTo>
                <a:lnTo>
                  <a:pt x="5872039" y="3570220"/>
                </a:lnTo>
                <a:lnTo>
                  <a:pt x="5688864" y="3583881"/>
                </a:lnTo>
                <a:cubicBezTo>
                  <a:pt x="5631833" y="3585773"/>
                  <a:pt x="5569615" y="3585977"/>
                  <a:pt x="5503364" y="3583485"/>
                </a:cubicBezTo>
                <a:lnTo>
                  <a:pt x="5462690" y="3580272"/>
                </a:lnTo>
                <a:lnTo>
                  <a:pt x="5505421" y="3586378"/>
                </a:lnTo>
                <a:cubicBezTo>
                  <a:pt x="5579440" y="3594593"/>
                  <a:pt x="5652488" y="3598695"/>
                  <a:pt x="5723795" y="3598649"/>
                </a:cubicBezTo>
                <a:lnTo>
                  <a:pt x="5872039" y="3589654"/>
                </a:lnTo>
                <a:lnTo>
                  <a:pt x="5872039" y="3606269"/>
                </a:lnTo>
                <a:lnTo>
                  <a:pt x="5859572" y="3607844"/>
                </a:lnTo>
                <a:cubicBezTo>
                  <a:pt x="5705211" y="3619894"/>
                  <a:pt x="5539800" y="3611160"/>
                  <a:pt x="5371878" y="3582022"/>
                </a:cubicBezTo>
                <a:lnTo>
                  <a:pt x="5301202" y="3567513"/>
                </a:lnTo>
                <a:lnTo>
                  <a:pt x="5293665" y="3566917"/>
                </a:lnTo>
                <a:lnTo>
                  <a:pt x="5158474" y="3546153"/>
                </a:lnTo>
                <a:lnTo>
                  <a:pt x="5070049" y="3537564"/>
                </a:lnTo>
                <a:lnTo>
                  <a:pt x="5054539" y="3535031"/>
                </a:lnTo>
                <a:lnTo>
                  <a:pt x="4949540" y="3529256"/>
                </a:lnTo>
                <a:lnTo>
                  <a:pt x="4941936" y="3528335"/>
                </a:lnTo>
                <a:lnTo>
                  <a:pt x="4833105" y="3526806"/>
                </a:lnTo>
                <a:lnTo>
                  <a:pt x="4826192" y="3526257"/>
                </a:lnTo>
                <a:lnTo>
                  <a:pt x="4715692" y="3528524"/>
                </a:lnTo>
                <a:lnTo>
                  <a:pt x="4715633" y="3528531"/>
                </a:lnTo>
                <a:cubicBezTo>
                  <a:pt x="4677788" y="3531950"/>
                  <a:pt x="4640015" y="3534399"/>
                  <a:pt x="4602249" y="3535569"/>
                </a:cubicBezTo>
                <a:lnTo>
                  <a:pt x="4581809" y="3535454"/>
                </a:lnTo>
                <a:lnTo>
                  <a:pt x="4507156" y="3545460"/>
                </a:lnTo>
                <a:lnTo>
                  <a:pt x="4477802" y="3546554"/>
                </a:lnTo>
                <a:lnTo>
                  <a:pt x="4418902" y="3557319"/>
                </a:lnTo>
                <a:lnTo>
                  <a:pt x="4376711" y="3560767"/>
                </a:lnTo>
                <a:lnTo>
                  <a:pt x="4335120" y="3570453"/>
                </a:lnTo>
                <a:lnTo>
                  <a:pt x="4278657" y="3577629"/>
                </a:lnTo>
                <a:lnTo>
                  <a:pt x="4254588" y="3584465"/>
                </a:lnTo>
                <a:lnTo>
                  <a:pt x="4175608" y="3598126"/>
                </a:lnTo>
                <a:lnTo>
                  <a:pt x="4081557" y="3619749"/>
                </a:lnTo>
                <a:lnTo>
                  <a:pt x="4070712" y="3621033"/>
                </a:lnTo>
                <a:lnTo>
                  <a:pt x="4006479" y="3638787"/>
                </a:lnTo>
                <a:lnTo>
                  <a:pt x="3976796" y="3643541"/>
                </a:lnTo>
                <a:lnTo>
                  <a:pt x="3932443" y="3657852"/>
                </a:lnTo>
                <a:lnTo>
                  <a:pt x="3886132" y="3667189"/>
                </a:lnTo>
                <a:lnTo>
                  <a:pt x="3859121" y="3677152"/>
                </a:lnTo>
                <a:lnTo>
                  <a:pt x="3772396" y="3698205"/>
                </a:lnTo>
                <a:lnTo>
                  <a:pt x="3692431" y="3723246"/>
                </a:lnTo>
                <a:lnTo>
                  <a:pt x="3680307" y="3725106"/>
                </a:lnTo>
                <a:lnTo>
                  <a:pt x="3620391" y="3746351"/>
                </a:lnTo>
                <a:lnTo>
                  <a:pt x="3594939" y="3751180"/>
                </a:lnTo>
                <a:lnTo>
                  <a:pt x="3548414" y="3769588"/>
                </a:lnTo>
                <a:lnTo>
                  <a:pt x="3510505" y="3778133"/>
                </a:lnTo>
                <a:lnTo>
                  <a:pt x="3476835" y="3792825"/>
                </a:lnTo>
                <a:lnTo>
                  <a:pt x="3422747" y="3806928"/>
                </a:lnTo>
                <a:lnTo>
                  <a:pt x="3406748" y="3814636"/>
                </a:lnTo>
                <a:lnTo>
                  <a:pt x="3341689" y="3834252"/>
                </a:lnTo>
                <a:lnTo>
                  <a:pt x="3335141" y="3837670"/>
                </a:lnTo>
                <a:lnTo>
                  <a:pt x="3234692" y="3871448"/>
                </a:lnTo>
                <a:lnTo>
                  <a:pt x="3162402" y="3898245"/>
                </a:lnTo>
                <a:cubicBezTo>
                  <a:pt x="3127646" y="3908371"/>
                  <a:pt x="3091814" y="3915996"/>
                  <a:pt x="3054767" y="3920748"/>
                </a:cubicBezTo>
                <a:lnTo>
                  <a:pt x="3026944" y="3921452"/>
                </a:lnTo>
                <a:lnTo>
                  <a:pt x="3018809" y="3939034"/>
                </a:lnTo>
                <a:lnTo>
                  <a:pt x="2994890" y="3967305"/>
                </a:lnTo>
                <a:lnTo>
                  <a:pt x="2975506" y="3967305"/>
                </a:lnTo>
                <a:lnTo>
                  <a:pt x="3006209" y="3931106"/>
                </a:lnTo>
                <a:lnTo>
                  <a:pt x="3010466" y="3921869"/>
                </a:lnTo>
                <a:lnTo>
                  <a:pt x="2913796" y="3924315"/>
                </a:lnTo>
                <a:lnTo>
                  <a:pt x="2904653" y="3922722"/>
                </a:lnTo>
                <a:lnTo>
                  <a:pt x="2864587" y="3967305"/>
                </a:lnTo>
                <a:lnTo>
                  <a:pt x="2839894" y="3967305"/>
                </a:lnTo>
                <a:lnTo>
                  <a:pt x="2852164" y="3958771"/>
                </a:lnTo>
                <a:lnTo>
                  <a:pt x="2887358" y="3919709"/>
                </a:lnTo>
                <a:lnTo>
                  <a:pt x="2789031" y="3902579"/>
                </a:lnTo>
                <a:lnTo>
                  <a:pt x="2778428" y="3913479"/>
                </a:lnTo>
                <a:cubicBezTo>
                  <a:pt x="2754802" y="3932447"/>
                  <a:pt x="2729444" y="3948873"/>
                  <a:pt x="2702897" y="3963068"/>
                </a:cubicBezTo>
                <a:lnTo>
                  <a:pt x="2693223" y="3967305"/>
                </a:lnTo>
                <a:lnTo>
                  <a:pt x="2656457" y="3967305"/>
                </a:lnTo>
                <a:lnTo>
                  <a:pt x="2694484" y="3950778"/>
                </a:lnTo>
                <a:cubicBezTo>
                  <a:pt x="2720474" y="3936972"/>
                  <a:pt x="2745281" y="3920992"/>
                  <a:pt x="2768367" y="3902533"/>
                </a:cubicBezTo>
                <a:lnTo>
                  <a:pt x="2771329" y="3899495"/>
                </a:lnTo>
                <a:lnTo>
                  <a:pt x="2769184" y="3899121"/>
                </a:lnTo>
                <a:lnTo>
                  <a:pt x="2677056" y="3868420"/>
                </a:lnTo>
                <a:lnTo>
                  <a:pt x="2615076" y="3906928"/>
                </a:lnTo>
                <a:cubicBezTo>
                  <a:pt x="2571396" y="3928796"/>
                  <a:pt x="2524638" y="3945224"/>
                  <a:pt x="2476896" y="3957388"/>
                </a:cubicBezTo>
                <a:lnTo>
                  <a:pt x="2419478" y="3967305"/>
                </a:lnTo>
                <a:lnTo>
                  <a:pt x="2318945" y="3967305"/>
                </a:lnTo>
                <a:lnTo>
                  <a:pt x="2457350" y="3945610"/>
                </a:lnTo>
                <a:cubicBezTo>
                  <a:pt x="2506032" y="3934193"/>
                  <a:pt x="2554253" y="3918470"/>
                  <a:pt x="2599362" y="3897086"/>
                </a:cubicBezTo>
                <a:lnTo>
                  <a:pt x="2659795" y="3861145"/>
                </a:lnTo>
                <a:lnTo>
                  <a:pt x="2576216" y="3821428"/>
                </a:lnTo>
                <a:lnTo>
                  <a:pt x="2530962" y="3847619"/>
                </a:lnTo>
                <a:cubicBezTo>
                  <a:pt x="2356449" y="3929795"/>
                  <a:pt x="2134676" y="3934275"/>
                  <a:pt x="1997130" y="3926727"/>
                </a:cubicBezTo>
                <a:cubicBezTo>
                  <a:pt x="1951587" y="3924218"/>
                  <a:pt x="1905512" y="3920668"/>
                  <a:pt x="1860958" y="3917224"/>
                </a:cubicBezTo>
                <a:cubicBezTo>
                  <a:pt x="1722810" y="3906546"/>
                  <a:pt x="1592297" y="3896482"/>
                  <a:pt x="1463840" y="3913620"/>
                </a:cubicBezTo>
                <a:cubicBezTo>
                  <a:pt x="1403963" y="3921495"/>
                  <a:pt x="1349210" y="3934763"/>
                  <a:pt x="1296408" y="3954196"/>
                </a:cubicBezTo>
                <a:lnTo>
                  <a:pt x="1270015" y="3967305"/>
                </a:lnTo>
                <a:lnTo>
                  <a:pt x="1236871" y="3967305"/>
                </a:lnTo>
                <a:lnTo>
                  <a:pt x="1291282" y="3940288"/>
                </a:lnTo>
                <a:cubicBezTo>
                  <a:pt x="1345126" y="3920454"/>
                  <a:pt x="1400946" y="3906919"/>
                  <a:pt x="1461917" y="3898911"/>
                </a:cubicBezTo>
                <a:cubicBezTo>
                  <a:pt x="1591924" y="3881585"/>
                  <a:pt x="1729296" y="3892183"/>
                  <a:pt x="1862133" y="3902435"/>
                </a:cubicBezTo>
                <a:cubicBezTo>
                  <a:pt x="1906607" y="3905852"/>
                  <a:pt x="1952603" y="3909428"/>
                  <a:pt x="1997985" y="3911912"/>
                </a:cubicBezTo>
                <a:cubicBezTo>
                  <a:pt x="2133529" y="3919320"/>
                  <a:pt x="2351977" y="3915075"/>
                  <a:pt x="2523197" y="3834951"/>
                </a:cubicBezTo>
                <a:lnTo>
                  <a:pt x="2560034" y="3813739"/>
                </a:lnTo>
                <a:lnTo>
                  <a:pt x="2535893" y="3802267"/>
                </a:lnTo>
                <a:lnTo>
                  <a:pt x="2482440" y="3770353"/>
                </a:lnTo>
                <a:lnTo>
                  <a:pt x="2456441" y="3784890"/>
                </a:lnTo>
                <a:cubicBezTo>
                  <a:pt x="2292873" y="3860831"/>
                  <a:pt x="2083329" y="3874591"/>
                  <a:pt x="1917151" y="3869866"/>
                </a:cubicBezTo>
                <a:cubicBezTo>
                  <a:pt x="1877695" y="3868718"/>
                  <a:pt x="1838346" y="3866956"/>
                  <a:pt x="1799185" y="3865195"/>
                </a:cubicBezTo>
                <a:cubicBezTo>
                  <a:pt x="1657434" y="3858787"/>
                  <a:pt x="1523583" y="3852781"/>
                  <a:pt x="1393204" y="3875445"/>
                </a:cubicBezTo>
                <a:cubicBezTo>
                  <a:pt x="1335142" y="3885429"/>
                  <a:pt x="1281912" y="3900459"/>
                  <a:pt x="1230470" y="3921415"/>
                </a:cubicBezTo>
                <a:lnTo>
                  <a:pt x="1145142" y="3967305"/>
                </a:lnTo>
                <a:lnTo>
                  <a:pt x="1113949" y="3967305"/>
                </a:lnTo>
                <a:lnTo>
                  <a:pt x="1224838" y="3907693"/>
                </a:lnTo>
                <a:cubicBezTo>
                  <a:pt x="1277294" y="3886337"/>
                  <a:pt x="1331512" y="3871014"/>
                  <a:pt x="1390642" y="3860843"/>
                </a:cubicBezTo>
                <a:cubicBezTo>
                  <a:pt x="1522623" y="3837885"/>
                  <a:pt x="1657272" y="3843972"/>
                  <a:pt x="1799825" y="3850405"/>
                </a:cubicBezTo>
                <a:cubicBezTo>
                  <a:pt x="1838908" y="3852167"/>
                  <a:pt x="1878175" y="3853929"/>
                  <a:pt x="1917552" y="3855077"/>
                </a:cubicBezTo>
                <a:cubicBezTo>
                  <a:pt x="2081587" y="3859822"/>
                  <a:pt x="2288192" y="3846398"/>
                  <a:pt x="2448826" y="3772200"/>
                </a:cubicBezTo>
                <a:lnTo>
                  <a:pt x="2467820" y="3761624"/>
                </a:lnTo>
                <a:lnTo>
                  <a:pt x="2457268" y="3755324"/>
                </a:lnTo>
                <a:lnTo>
                  <a:pt x="2396654" y="3713613"/>
                </a:lnTo>
                <a:lnTo>
                  <a:pt x="2372864" y="3725883"/>
                </a:lnTo>
                <a:cubicBezTo>
                  <a:pt x="2209886" y="3796429"/>
                  <a:pt x="2002269" y="3813433"/>
                  <a:pt x="1837013" y="3813032"/>
                </a:cubicBezTo>
                <a:cubicBezTo>
                  <a:pt x="1804551" y="3812952"/>
                  <a:pt x="1772197" y="3812552"/>
                  <a:pt x="1740003" y="3812124"/>
                </a:cubicBezTo>
                <a:cubicBezTo>
                  <a:pt x="1593658" y="3810229"/>
                  <a:pt x="1455458" y="3808494"/>
                  <a:pt x="1322436" y="3837272"/>
                </a:cubicBezTo>
                <a:cubicBezTo>
                  <a:pt x="1266189" y="3849311"/>
                  <a:pt x="1214507" y="3866102"/>
                  <a:pt x="1164401" y="3888633"/>
                </a:cubicBezTo>
                <a:cubicBezTo>
                  <a:pt x="1137137" y="3900876"/>
                  <a:pt x="1111035" y="3914836"/>
                  <a:pt x="1086158" y="3930343"/>
                </a:cubicBezTo>
                <a:lnTo>
                  <a:pt x="1034769" y="3967305"/>
                </a:lnTo>
                <a:lnTo>
                  <a:pt x="1011684" y="3967305"/>
                </a:lnTo>
                <a:lnTo>
                  <a:pt x="1023467" y="3955912"/>
                </a:lnTo>
                <a:cubicBezTo>
                  <a:pt x="1064575" y="3924238"/>
                  <a:pt x="1109654" y="3896998"/>
                  <a:pt x="1158367" y="3875125"/>
                </a:cubicBezTo>
                <a:cubicBezTo>
                  <a:pt x="1209435" y="3852167"/>
                  <a:pt x="1262105" y="3835056"/>
                  <a:pt x="1319365" y="3822802"/>
                </a:cubicBezTo>
                <a:cubicBezTo>
                  <a:pt x="1454017" y="3793651"/>
                  <a:pt x="1593046" y="3795413"/>
                  <a:pt x="1740243" y="3797308"/>
                </a:cubicBezTo>
                <a:cubicBezTo>
                  <a:pt x="1772384" y="3797709"/>
                  <a:pt x="1804685" y="3798136"/>
                  <a:pt x="1837094" y="3798216"/>
                </a:cubicBezTo>
                <a:lnTo>
                  <a:pt x="1841952" y="3798216"/>
                </a:lnTo>
                <a:cubicBezTo>
                  <a:pt x="2004325" y="3798216"/>
                  <a:pt x="2207707" y="3781188"/>
                  <a:pt x="2366766" y="3712422"/>
                </a:cubicBezTo>
                <a:lnTo>
                  <a:pt x="2382871" y="3704127"/>
                </a:lnTo>
                <a:lnTo>
                  <a:pt x="2365805" y="3692384"/>
                </a:lnTo>
                <a:lnTo>
                  <a:pt x="2318369" y="3655001"/>
                </a:lnTo>
                <a:lnTo>
                  <a:pt x="2317188" y="3655615"/>
                </a:lnTo>
                <a:cubicBezTo>
                  <a:pt x="2182461" y="3716474"/>
                  <a:pt x="1994841" y="3750245"/>
                  <a:pt x="1757007" y="3756252"/>
                </a:cubicBezTo>
                <a:cubicBezTo>
                  <a:pt x="1732687" y="3756866"/>
                  <a:pt x="1708448" y="3757319"/>
                  <a:pt x="1684288" y="3757800"/>
                </a:cubicBezTo>
                <a:cubicBezTo>
                  <a:pt x="1532073" y="3760710"/>
                  <a:pt x="1388319" y="3763486"/>
                  <a:pt x="1251800" y="3799178"/>
                </a:cubicBezTo>
                <a:cubicBezTo>
                  <a:pt x="1197421" y="3813246"/>
                  <a:pt x="1147261" y="3831799"/>
                  <a:pt x="1098463" y="3855905"/>
                </a:cubicBezTo>
                <a:cubicBezTo>
                  <a:pt x="1045461" y="3882083"/>
                  <a:pt x="997116" y="3914672"/>
                  <a:pt x="953866" y="3952406"/>
                </a:cubicBezTo>
                <a:lnTo>
                  <a:pt x="938795" y="3967305"/>
                </a:lnTo>
                <a:lnTo>
                  <a:pt x="917731" y="3967305"/>
                </a:lnTo>
                <a:lnTo>
                  <a:pt x="944338" y="3941013"/>
                </a:lnTo>
                <a:cubicBezTo>
                  <a:pt x="988485" y="3902509"/>
                  <a:pt x="1037828" y="3869251"/>
                  <a:pt x="1091923" y="3842531"/>
                </a:cubicBezTo>
                <a:cubicBezTo>
                  <a:pt x="1141629" y="3817972"/>
                  <a:pt x="1192722" y="3799071"/>
                  <a:pt x="1248089" y="3784735"/>
                </a:cubicBezTo>
                <a:cubicBezTo>
                  <a:pt x="1386318" y="3748617"/>
                  <a:pt x="1530925" y="3745814"/>
                  <a:pt x="1684049" y="3742878"/>
                </a:cubicBezTo>
                <a:cubicBezTo>
                  <a:pt x="1708181" y="3742424"/>
                  <a:pt x="1732394" y="3741943"/>
                  <a:pt x="1756686" y="3741329"/>
                </a:cubicBezTo>
                <a:cubicBezTo>
                  <a:pt x="1952813" y="3736391"/>
                  <a:pt x="2114193" y="3712557"/>
                  <a:pt x="2239297" y="3670206"/>
                </a:cubicBezTo>
                <a:lnTo>
                  <a:pt x="2305053" y="3644507"/>
                </a:lnTo>
                <a:lnTo>
                  <a:pt x="2259065" y="3608265"/>
                </a:lnTo>
                <a:lnTo>
                  <a:pt x="2242540" y="3593446"/>
                </a:lnTo>
                <a:lnTo>
                  <a:pt x="2199717" y="3611863"/>
                </a:lnTo>
                <a:cubicBezTo>
                  <a:pt x="2033438" y="3672963"/>
                  <a:pt x="1830525" y="3691223"/>
                  <a:pt x="1677001" y="3699391"/>
                </a:cubicBezTo>
                <a:lnTo>
                  <a:pt x="1632339" y="3701687"/>
                </a:lnTo>
                <a:cubicBezTo>
                  <a:pt x="1472783" y="3709776"/>
                  <a:pt x="1322088" y="3717437"/>
                  <a:pt x="1181163" y="3760977"/>
                </a:cubicBezTo>
                <a:cubicBezTo>
                  <a:pt x="1128628" y="3777048"/>
                  <a:pt x="1080015" y="3797362"/>
                  <a:pt x="1032552" y="3823097"/>
                </a:cubicBezTo>
                <a:cubicBezTo>
                  <a:pt x="981981" y="3850506"/>
                  <a:pt x="935856" y="3884155"/>
                  <a:pt x="894591" y="3922778"/>
                </a:cubicBezTo>
                <a:lnTo>
                  <a:pt x="857190" y="3967305"/>
                </a:lnTo>
                <a:lnTo>
                  <a:pt x="832023" y="3967305"/>
                </a:lnTo>
                <a:lnTo>
                  <a:pt x="884695" y="3911668"/>
                </a:lnTo>
                <a:cubicBezTo>
                  <a:pt x="926798" y="3872276"/>
                  <a:pt x="973859" y="3837953"/>
                  <a:pt x="1025451" y="3809989"/>
                </a:cubicBezTo>
                <a:cubicBezTo>
                  <a:pt x="1073129" y="3784148"/>
                  <a:pt x="1124063" y="3762846"/>
                  <a:pt x="1176786" y="3746722"/>
                </a:cubicBezTo>
                <a:cubicBezTo>
                  <a:pt x="1319446" y="3702648"/>
                  <a:pt x="1471048" y="3694960"/>
                  <a:pt x="1631567" y="3686818"/>
                </a:cubicBezTo>
                <a:lnTo>
                  <a:pt x="1676200" y="3684522"/>
                </a:lnTo>
                <a:cubicBezTo>
                  <a:pt x="1828343" y="3676434"/>
                  <a:pt x="2029333" y="3658404"/>
                  <a:pt x="2193420" y="3598360"/>
                </a:cubicBezTo>
                <a:lnTo>
                  <a:pt x="2230365" y="3582528"/>
                </a:lnTo>
                <a:lnTo>
                  <a:pt x="2172909" y="3531006"/>
                </a:lnTo>
                <a:lnTo>
                  <a:pt x="2121408" y="3551290"/>
                </a:lnTo>
                <a:cubicBezTo>
                  <a:pt x="1961018" y="3606202"/>
                  <a:pt x="1763587" y="3628916"/>
                  <a:pt x="1596970" y="3642530"/>
                </a:cubicBezTo>
                <a:lnTo>
                  <a:pt x="1585144" y="3643491"/>
                </a:lnTo>
                <a:cubicBezTo>
                  <a:pt x="1416377" y="3657186"/>
                  <a:pt x="1256953" y="3670133"/>
                  <a:pt x="1110529" y="3722723"/>
                </a:cubicBezTo>
                <a:cubicBezTo>
                  <a:pt x="1060449" y="3740556"/>
                  <a:pt x="1012052" y="3763246"/>
                  <a:pt x="966616" y="3790208"/>
                </a:cubicBezTo>
                <a:cubicBezTo>
                  <a:pt x="917626" y="3819298"/>
                  <a:pt x="873069" y="3854169"/>
                  <a:pt x="833308" y="3893654"/>
                </a:cubicBezTo>
                <a:lnTo>
                  <a:pt x="774600" y="3967305"/>
                </a:lnTo>
                <a:lnTo>
                  <a:pt x="755721" y="3967305"/>
                </a:lnTo>
                <a:lnTo>
                  <a:pt x="823034" y="3882911"/>
                </a:lnTo>
                <a:cubicBezTo>
                  <a:pt x="863584" y="3842660"/>
                  <a:pt x="909024" y="3807109"/>
                  <a:pt x="958981" y="3777448"/>
                </a:cubicBezTo>
                <a:cubicBezTo>
                  <a:pt x="1005245" y="3749978"/>
                  <a:pt x="1054523" y="3726887"/>
                  <a:pt x="1105485" y="3708734"/>
                </a:cubicBezTo>
                <a:cubicBezTo>
                  <a:pt x="1253750" y="3655478"/>
                  <a:pt x="1414134" y="3642450"/>
                  <a:pt x="1583916" y="3628676"/>
                </a:cubicBezTo>
                <a:lnTo>
                  <a:pt x="1595742" y="3627715"/>
                </a:lnTo>
                <a:cubicBezTo>
                  <a:pt x="1761118" y="3614200"/>
                  <a:pt x="1956978" y="3591721"/>
                  <a:pt x="2115522" y="3537618"/>
                </a:cubicBezTo>
                <a:lnTo>
                  <a:pt x="2160558" y="3519930"/>
                </a:lnTo>
                <a:lnTo>
                  <a:pt x="2134022" y="3496134"/>
                </a:lnTo>
                <a:lnTo>
                  <a:pt x="2105948" y="3468974"/>
                </a:lnTo>
                <a:lnTo>
                  <a:pt x="2040089" y="3492393"/>
                </a:lnTo>
                <a:cubicBezTo>
                  <a:pt x="1883351" y="3541616"/>
                  <a:pt x="1691771" y="3566242"/>
                  <a:pt x="1516964" y="3585643"/>
                </a:cubicBezTo>
                <a:cubicBezTo>
                  <a:pt x="1339521" y="3605264"/>
                  <a:pt x="1181165" y="3626246"/>
                  <a:pt x="1039894" y="3684469"/>
                </a:cubicBezTo>
                <a:cubicBezTo>
                  <a:pt x="991549" y="3704250"/>
                  <a:pt x="944724" y="3728756"/>
                  <a:pt x="900678" y="3757346"/>
                </a:cubicBezTo>
                <a:cubicBezTo>
                  <a:pt x="853315" y="3788108"/>
                  <a:pt x="810359" y="3824193"/>
                  <a:pt x="772125" y="3864534"/>
                </a:cubicBezTo>
                <a:lnTo>
                  <a:pt x="694523" y="3967305"/>
                </a:lnTo>
                <a:lnTo>
                  <a:pt x="675995" y="3967305"/>
                </a:lnTo>
                <a:lnTo>
                  <a:pt x="761481" y="3854164"/>
                </a:lnTo>
                <a:cubicBezTo>
                  <a:pt x="800455" y="3813060"/>
                  <a:pt x="844239" y="3776288"/>
                  <a:pt x="892511" y="3744933"/>
                </a:cubicBezTo>
                <a:cubicBezTo>
                  <a:pt x="937332" y="3715809"/>
                  <a:pt x="984982" y="3690875"/>
                  <a:pt x="1034181" y="3670747"/>
                </a:cubicBezTo>
                <a:cubicBezTo>
                  <a:pt x="1177241" y="3611777"/>
                  <a:pt x="1336691" y="3590635"/>
                  <a:pt x="1515254" y="3570880"/>
                </a:cubicBezTo>
                <a:cubicBezTo>
                  <a:pt x="1689021" y="3551619"/>
                  <a:pt x="1879425" y="3527164"/>
                  <a:pt x="2034660" y="3478536"/>
                </a:cubicBezTo>
                <a:lnTo>
                  <a:pt x="2094050" y="3457463"/>
                </a:lnTo>
                <a:lnTo>
                  <a:pt x="2039800" y="3404980"/>
                </a:lnTo>
                <a:lnTo>
                  <a:pt x="1959964" y="3433383"/>
                </a:lnTo>
                <a:cubicBezTo>
                  <a:pt x="1809233" y="3476473"/>
                  <a:pt x="1629851" y="3501660"/>
                  <a:pt x="1466778" y="3524564"/>
                </a:cubicBezTo>
                <a:lnTo>
                  <a:pt x="1436826" y="3528782"/>
                </a:lnTo>
                <a:cubicBezTo>
                  <a:pt x="1279964" y="3550806"/>
                  <a:pt x="1114641" y="3578035"/>
                  <a:pt x="969098" y="3646241"/>
                </a:cubicBezTo>
                <a:cubicBezTo>
                  <a:pt x="922516" y="3667890"/>
                  <a:pt x="877268" y="3694212"/>
                  <a:pt x="834581" y="3724512"/>
                </a:cubicBezTo>
                <a:cubicBezTo>
                  <a:pt x="753675" y="3781941"/>
                  <a:pt x="686340" y="3856106"/>
                  <a:pt x="634318" y="3940775"/>
                </a:cubicBezTo>
                <a:lnTo>
                  <a:pt x="620183" y="3967305"/>
                </a:lnTo>
                <a:lnTo>
                  <a:pt x="603459" y="3967305"/>
                </a:lnTo>
                <a:lnTo>
                  <a:pt x="618703" y="3938094"/>
                </a:lnTo>
                <a:cubicBezTo>
                  <a:pt x="672148" y="3849633"/>
                  <a:pt x="741880" y="3772167"/>
                  <a:pt x="826012" y="3712445"/>
                </a:cubicBezTo>
                <a:cubicBezTo>
                  <a:pt x="869419" y="3681612"/>
                  <a:pt x="915467" y="3654837"/>
                  <a:pt x="962851" y="3632813"/>
                </a:cubicBezTo>
                <a:cubicBezTo>
                  <a:pt x="1110235" y="3563753"/>
                  <a:pt x="1276814" y="3536310"/>
                  <a:pt x="1434769" y="3514100"/>
                </a:cubicBezTo>
                <a:lnTo>
                  <a:pt x="1464721" y="3509882"/>
                </a:lnTo>
                <a:cubicBezTo>
                  <a:pt x="1627055" y="3487078"/>
                  <a:pt x="1805636" y="3462006"/>
                  <a:pt x="1955191" y="3419327"/>
                </a:cubicBezTo>
                <a:lnTo>
                  <a:pt x="2027896" y="3393489"/>
                </a:lnTo>
                <a:lnTo>
                  <a:pt x="1977475" y="3345153"/>
                </a:lnTo>
                <a:lnTo>
                  <a:pt x="1896103" y="3370449"/>
                </a:lnTo>
                <a:cubicBezTo>
                  <a:pt x="1768815" y="3404140"/>
                  <a:pt x="1621162" y="3428341"/>
                  <a:pt x="1477188" y="3451926"/>
                </a:cubicBezTo>
                <a:cubicBezTo>
                  <a:pt x="1436318" y="3458626"/>
                  <a:pt x="1395956" y="3465247"/>
                  <a:pt x="1356766" y="3471974"/>
                </a:cubicBezTo>
                <a:cubicBezTo>
                  <a:pt x="1202416" y="3498429"/>
                  <a:pt x="1040029" y="3533213"/>
                  <a:pt x="898409" y="3608039"/>
                </a:cubicBezTo>
                <a:cubicBezTo>
                  <a:pt x="853561" y="3631558"/>
                  <a:pt x="809888" y="3659722"/>
                  <a:pt x="768618" y="3691702"/>
                </a:cubicBezTo>
                <a:cubicBezTo>
                  <a:pt x="690738" y="3752090"/>
                  <a:pt x="626283" y="3827738"/>
                  <a:pt x="576739" y="3913004"/>
                </a:cubicBezTo>
                <a:lnTo>
                  <a:pt x="549349" y="3967305"/>
                </a:lnTo>
                <a:lnTo>
                  <a:pt x="532860" y="3967305"/>
                </a:lnTo>
                <a:lnTo>
                  <a:pt x="564217" y="3905187"/>
                </a:lnTo>
                <a:cubicBezTo>
                  <a:pt x="614673" y="3818412"/>
                  <a:pt x="680303" y="3741413"/>
                  <a:pt x="759595" y="3679929"/>
                </a:cubicBezTo>
                <a:cubicBezTo>
                  <a:pt x="801560" y="3647388"/>
                  <a:pt x="845954" y="3618798"/>
                  <a:pt x="891576" y="3594879"/>
                </a:cubicBezTo>
                <a:cubicBezTo>
                  <a:pt x="1035036" y="3519091"/>
                  <a:pt x="1198757" y="3483960"/>
                  <a:pt x="1354337" y="3457292"/>
                </a:cubicBezTo>
                <a:cubicBezTo>
                  <a:pt x="1393553" y="3450564"/>
                  <a:pt x="1433942" y="3443944"/>
                  <a:pt x="1474866" y="3437243"/>
                </a:cubicBezTo>
                <a:cubicBezTo>
                  <a:pt x="1618320" y="3413738"/>
                  <a:pt x="1765437" y="3389618"/>
                  <a:pt x="1891927" y="3356176"/>
                </a:cubicBezTo>
                <a:lnTo>
                  <a:pt x="1965226" y="3333409"/>
                </a:lnTo>
                <a:lnTo>
                  <a:pt x="1916441" y="3286641"/>
                </a:lnTo>
                <a:lnTo>
                  <a:pt x="1835314" y="3307866"/>
                </a:lnTo>
                <a:cubicBezTo>
                  <a:pt x="1733554" y="3331875"/>
                  <a:pt x="1618366" y="3352367"/>
                  <a:pt x="1506045" y="3372348"/>
                </a:cubicBezTo>
                <a:cubicBezTo>
                  <a:pt x="1429538" y="3385936"/>
                  <a:pt x="1350413" y="3400031"/>
                  <a:pt x="1276788" y="3414981"/>
                </a:cubicBezTo>
                <a:cubicBezTo>
                  <a:pt x="1143819" y="3441943"/>
                  <a:pt x="972622" y="3483881"/>
                  <a:pt x="827800" y="3569652"/>
                </a:cubicBezTo>
                <a:cubicBezTo>
                  <a:pt x="784528" y="3595093"/>
                  <a:pt x="742456" y="3625045"/>
                  <a:pt x="702706" y="3658708"/>
                </a:cubicBezTo>
                <a:cubicBezTo>
                  <a:pt x="652858" y="3700913"/>
                  <a:pt x="608893" y="3749249"/>
                  <a:pt x="571179" y="3802219"/>
                </a:cubicBezTo>
                <a:lnTo>
                  <a:pt x="480579" y="3967305"/>
                </a:lnTo>
                <a:lnTo>
                  <a:pt x="463789" y="3967305"/>
                </a:lnTo>
                <a:lnTo>
                  <a:pt x="559264" y="3793443"/>
                </a:lnTo>
                <a:cubicBezTo>
                  <a:pt x="597642" y="3739562"/>
                  <a:pt x="642378" y="3690388"/>
                  <a:pt x="693097" y="3647442"/>
                </a:cubicBezTo>
                <a:cubicBezTo>
                  <a:pt x="733513" y="3613219"/>
                  <a:pt x="776280" y="3582787"/>
                  <a:pt x="820245" y="3556946"/>
                </a:cubicBezTo>
                <a:cubicBezTo>
                  <a:pt x="966962" y="3470053"/>
                  <a:pt x="1139735" y="3427688"/>
                  <a:pt x="1273825" y="3400512"/>
                </a:cubicBezTo>
                <a:cubicBezTo>
                  <a:pt x="1347636" y="3385509"/>
                  <a:pt x="1426840" y="3371414"/>
                  <a:pt x="1503430" y="3357799"/>
                </a:cubicBezTo>
                <a:cubicBezTo>
                  <a:pt x="1615449" y="3337858"/>
                  <a:pt x="1730353" y="3317436"/>
                  <a:pt x="1831651" y="3293561"/>
                </a:cubicBezTo>
                <a:lnTo>
                  <a:pt x="1903944" y="3274662"/>
                </a:lnTo>
                <a:lnTo>
                  <a:pt x="1877378" y="3249193"/>
                </a:lnTo>
                <a:lnTo>
                  <a:pt x="1855548" y="3230344"/>
                </a:lnTo>
                <a:lnTo>
                  <a:pt x="1848251" y="3231958"/>
                </a:lnTo>
                <a:cubicBezTo>
                  <a:pt x="1765417" y="3250191"/>
                  <a:pt x="1670888" y="3266982"/>
                  <a:pt x="1570809" y="3284734"/>
                </a:cubicBezTo>
                <a:cubicBezTo>
                  <a:pt x="1445635" y="3306971"/>
                  <a:pt x="1316189" y="3329956"/>
                  <a:pt x="1196781" y="3358066"/>
                </a:cubicBezTo>
                <a:cubicBezTo>
                  <a:pt x="1009088" y="3402193"/>
                  <a:pt x="869392" y="3457239"/>
                  <a:pt x="757139" y="3531345"/>
                </a:cubicBezTo>
                <a:cubicBezTo>
                  <a:pt x="715468" y="3558681"/>
                  <a:pt x="674972" y="3590448"/>
                  <a:pt x="636743" y="3625819"/>
                </a:cubicBezTo>
                <a:cubicBezTo>
                  <a:pt x="542793" y="3712702"/>
                  <a:pt x="471096" y="3823303"/>
                  <a:pt x="424419" y="3945626"/>
                </a:cubicBezTo>
                <a:lnTo>
                  <a:pt x="418635" y="3967305"/>
                </a:lnTo>
                <a:lnTo>
                  <a:pt x="403450" y="3967305"/>
                </a:lnTo>
                <a:lnTo>
                  <a:pt x="410726" y="3940072"/>
                </a:lnTo>
                <a:cubicBezTo>
                  <a:pt x="458207" y="3815752"/>
                  <a:pt x="531122" y="3703326"/>
                  <a:pt x="626654" y="3614981"/>
                </a:cubicBezTo>
                <a:cubicBezTo>
                  <a:pt x="665467" y="3579076"/>
                  <a:pt x="706631" y="3546775"/>
                  <a:pt x="748969" y="3519012"/>
                </a:cubicBezTo>
                <a:cubicBezTo>
                  <a:pt x="862718" y="3443945"/>
                  <a:pt x="1003935" y="3388232"/>
                  <a:pt x="1193364" y="3343704"/>
                </a:cubicBezTo>
                <a:cubicBezTo>
                  <a:pt x="1313173" y="3315487"/>
                  <a:pt x="1442832" y="3292476"/>
                  <a:pt x="1568219" y="3270186"/>
                </a:cubicBezTo>
                <a:cubicBezTo>
                  <a:pt x="1618179" y="3261323"/>
                  <a:pt x="1666751" y="3252700"/>
                  <a:pt x="1713153" y="3244021"/>
                </a:cubicBezTo>
                <a:lnTo>
                  <a:pt x="1841519" y="3218231"/>
                </a:lnTo>
                <a:lnTo>
                  <a:pt x="1793977" y="3177181"/>
                </a:lnTo>
                <a:lnTo>
                  <a:pt x="1764510" y="3181344"/>
                </a:lnTo>
                <a:lnTo>
                  <a:pt x="1736160" y="3185535"/>
                </a:lnTo>
                <a:cubicBezTo>
                  <a:pt x="1549961" y="3212977"/>
                  <a:pt x="1318246" y="3247121"/>
                  <a:pt x="1116751" y="3301232"/>
                </a:cubicBezTo>
                <a:cubicBezTo>
                  <a:pt x="937945" y="3349230"/>
                  <a:pt x="797182" y="3411964"/>
                  <a:pt x="686450" y="3493090"/>
                </a:cubicBezTo>
                <a:cubicBezTo>
                  <a:pt x="646353" y="3522295"/>
                  <a:pt x="607434" y="3555877"/>
                  <a:pt x="570752" y="3592930"/>
                </a:cubicBezTo>
                <a:cubicBezTo>
                  <a:pt x="492287" y="3672229"/>
                  <a:pt x="430514" y="3767723"/>
                  <a:pt x="386956" y="3872329"/>
                </a:cubicBezTo>
                <a:lnTo>
                  <a:pt x="353850" y="3967305"/>
                </a:lnTo>
                <a:lnTo>
                  <a:pt x="338197" y="3967305"/>
                </a:lnTo>
                <a:lnTo>
                  <a:pt x="373416" y="3866340"/>
                </a:lnTo>
                <a:cubicBezTo>
                  <a:pt x="417684" y="3760093"/>
                  <a:pt x="480454" y="3663088"/>
                  <a:pt x="560181" y="3582519"/>
                </a:cubicBezTo>
                <a:cubicBezTo>
                  <a:pt x="597422" y="3544906"/>
                  <a:pt x="636959" y="3510789"/>
                  <a:pt x="677667" y="3481104"/>
                </a:cubicBezTo>
                <a:cubicBezTo>
                  <a:pt x="789896" y="3398883"/>
                  <a:pt x="932260" y="3335348"/>
                  <a:pt x="1112879" y="3286897"/>
                </a:cubicBezTo>
                <a:cubicBezTo>
                  <a:pt x="1315203" y="3232545"/>
                  <a:pt x="1547398" y="3198348"/>
                  <a:pt x="1733971" y="3170852"/>
                </a:cubicBezTo>
                <a:lnTo>
                  <a:pt x="1762294" y="3166661"/>
                </a:lnTo>
                <a:lnTo>
                  <a:pt x="1779048" y="3164291"/>
                </a:lnTo>
                <a:lnTo>
                  <a:pt x="1736597" y="3127636"/>
                </a:lnTo>
                <a:lnTo>
                  <a:pt x="1719981" y="3128006"/>
                </a:lnTo>
                <a:cubicBezTo>
                  <a:pt x="1707168" y="3128674"/>
                  <a:pt x="1694061" y="3129608"/>
                  <a:pt x="1680633" y="3130729"/>
                </a:cubicBezTo>
                <a:cubicBezTo>
                  <a:pt x="1544300" y="3141648"/>
                  <a:pt x="1279351" y="3170932"/>
                  <a:pt x="1036638" y="3244397"/>
                </a:cubicBezTo>
                <a:cubicBezTo>
                  <a:pt x="863492" y="3296747"/>
                  <a:pt x="725799" y="3365567"/>
                  <a:pt x="615655" y="3454836"/>
                </a:cubicBezTo>
                <a:cubicBezTo>
                  <a:pt x="577028" y="3485962"/>
                  <a:pt x="539707" y="3521360"/>
                  <a:pt x="504684" y="3560095"/>
                </a:cubicBezTo>
                <a:cubicBezTo>
                  <a:pt x="406684" y="3668385"/>
                  <a:pt x="336638" y="3804522"/>
                  <a:pt x="297890" y="3951668"/>
                </a:cubicBezTo>
                <a:lnTo>
                  <a:pt x="295530" y="3967305"/>
                </a:lnTo>
                <a:lnTo>
                  <a:pt x="278728" y="3967305"/>
                </a:lnTo>
                <a:lnTo>
                  <a:pt x="281707" y="3947462"/>
                </a:lnTo>
                <a:cubicBezTo>
                  <a:pt x="321024" y="3799134"/>
                  <a:pt x="392678" y="3661764"/>
                  <a:pt x="493737" y="3550111"/>
                </a:cubicBezTo>
                <a:cubicBezTo>
                  <a:pt x="529296" y="3510816"/>
                  <a:pt x="567202" y="3474884"/>
                  <a:pt x="606392" y="3443250"/>
                </a:cubicBezTo>
                <a:cubicBezTo>
                  <a:pt x="718031" y="3352780"/>
                  <a:pt x="857406" y="3283079"/>
                  <a:pt x="1032419" y="3230169"/>
                </a:cubicBezTo>
                <a:cubicBezTo>
                  <a:pt x="1276469" y="3156303"/>
                  <a:pt x="1542619" y="3126885"/>
                  <a:pt x="1679512" y="3115940"/>
                </a:cubicBezTo>
                <a:cubicBezTo>
                  <a:pt x="1693072" y="3114819"/>
                  <a:pt x="1706341" y="3113858"/>
                  <a:pt x="1719316" y="3113190"/>
                </a:cubicBezTo>
                <a:lnTo>
                  <a:pt x="1719852" y="3113178"/>
                </a:lnTo>
                <a:lnTo>
                  <a:pt x="1717148" y="3110842"/>
                </a:lnTo>
                <a:lnTo>
                  <a:pt x="1680297" y="3084078"/>
                </a:lnTo>
                <a:lnTo>
                  <a:pt x="1637066" y="3080062"/>
                </a:lnTo>
                <a:cubicBezTo>
                  <a:pt x="1623959" y="3079795"/>
                  <a:pt x="1610560" y="3079769"/>
                  <a:pt x="1596918" y="3080009"/>
                </a:cubicBezTo>
                <a:cubicBezTo>
                  <a:pt x="1382954" y="3083186"/>
                  <a:pt x="1149585" y="3122348"/>
                  <a:pt x="956633" y="3187457"/>
                </a:cubicBezTo>
                <a:cubicBezTo>
                  <a:pt x="790989" y="3243330"/>
                  <a:pt x="652494" y="3320373"/>
                  <a:pt x="544966" y="3416475"/>
                </a:cubicBezTo>
                <a:cubicBezTo>
                  <a:pt x="507779" y="3449578"/>
                  <a:pt x="472034" y="3486791"/>
                  <a:pt x="438692" y="3527127"/>
                </a:cubicBezTo>
                <a:cubicBezTo>
                  <a:pt x="345809" y="3639504"/>
                  <a:pt x="280133" y="3776356"/>
                  <a:pt x="244324" y="3923110"/>
                </a:cubicBezTo>
                <a:lnTo>
                  <a:pt x="238259" y="3967305"/>
                </a:lnTo>
                <a:lnTo>
                  <a:pt x="223456" y="3967305"/>
                </a:lnTo>
                <a:lnTo>
                  <a:pt x="230054" y="3919310"/>
                </a:lnTo>
                <a:cubicBezTo>
                  <a:pt x="266406" y="3770477"/>
                  <a:pt x="333053" y="3631662"/>
                  <a:pt x="427292" y="3517650"/>
                </a:cubicBezTo>
                <a:cubicBezTo>
                  <a:pt x="461115" y="3476753"/>
                  <a:pt x="497395" y="3438953"/>
                  <a:pt x="535115" y="3405370"/>
                </a:cubicBezTo>
                <a:cubicBezTo>
                  <a:pt x="644138" y="3307933"/>
                  <a:pt x="784369" y="3229876"/>
                  <a:pt x="951908" y="3173362"/>
                </a:cubicBezTo>
                <a:cubicBezTo>
                  <a:pt x="1146248" y="3107772"/>
                  <a:pt x="1381273" y="3068317"/>
                  <a:pt x="1596703" y="3065140"/>
                </a:cubicBezTo>
                <a:cubicBezTo>
                  <a:pt x="1610532" y="3064900"/>
                  <a:pt x="1624120" y="3064900"/>
                  <a:pt x="1637414" y="3065193"/>
                </a:cubicBezTo>
                <a:lnTo>
                  <a:pt x="1656764" y="3066985"/>
                </a:lnTo>
                <a:lnTo>
                  <a:pt x="1625726" y="3044441"/>
                </a:lnTo>
                <a:lnTo>
                  <a:pt x="1554284" y="3032118"/>
                </a:lnTo>
                <a:cubicBezTo>
                  <a:pt x="1540857" y="3030917"/>
                  <a:pt x="1527188" y="3029956"/>
                  <a:pt x="1513308" y="3029341"/>
                </a:cubicBezTo>
                <a:cubicBezTo>
                  <a:pt x="1307701" y="3019438"/>
                  <a:pt x="1075666" y="3056357"/>
                  <a:pt x="876734" y="3130623"/>
                </a:cubicBezTo>
                <a:cubicBezTo>
                  <a:pt x="715655" y="3190714"/>
                  <a:pt x="580282" y="3274003"/>
                  <a:pt x="474384" y="3378195"/>
                </a:cubicBezTo>
                <a:cubicBezTo>
                  <a:pt x="438612" y="3413299"/>
                  <a:pt x="404442" y="3452327"/>
                  <a:pt x="372834" y="3494265"/>
                </a:cubicBezTo>
                <a:cubicBezTo>
                  <a:pt x="285183" y="3610543"/>
                  <a:pt x="223886" y="3748000"/>
                  <a:pt x="190995" y="3894335"/>
                </a:cubicBezTo>
                <a:lnTo>
                  <a:pt x="181972" y="3967305"/>
                </a:lnTo>
                <a:lnTo>
                  <a:pt x="166995" y="3967305"/>
                </a:lnTo>
                <a:lnTo>
                  <a:pt x="176476" y="3890740"/>
                </a:lnTo>
                <a:cubicBezTo>
                  <a:pt x="209834" y="3742443"/>
                  <a:pt x="271983" y="3603120"/>
                  <a:pt x="360849" y="3485242"/>
                </a:cubicBezTo>
                <a:cubicBezTo>
                  <a:pt x="392910" y="3442717"/>
                  <a:pt x="427560" y="3403101"/>
                  <a:pt x="463866" y="3367517"/>
                </a:cubicBezTo>
                <a:cubicBezTo>
                  <a:pt x="571262" y="3261884"/>
                  <a:pt x="708394" y="3177473"/>
                  <a:pt x="871449" y="3116635"/>
                </a:cubicBezTo>
                <a:cubicBezTo>
                  <a:pt x="1072195" y="3041701"/>
                  <a:pt x="1306420" y="3004381"/>
                  <a:pt x="1513922" y="3014446"/>
                </a:cubicBezTo>
                <a:cubicBezTo>
                  <a:pt x="1527991" y="3015086"/>
                  <a:pt x="1541873" y="3016021"/>
                  <a:pt x="1555566" y="3017275"/>
                </a:cubicBezTo>
                <a:lnTo>
                  <a:pt x="1596797" y="3024373"/>
                </a:lnTo>
                <a:lnTo>
                  <a:pt x="1571103" y="3008911"/>
                </a:lnTo>
                <a:lnTo>
                  <a:pt x="1471343" y="2984040"/>
                </a:lnTo>
                <a:cubicBezTo>
                  <a:pt x="1457620" y="2981877"/>
                  <a:pt x="1443553" y="2980009"/>
                  <a:pt x="1429510" y="2978514"/>
                </a:cubicBezTo>
                <a:cubicBezTo>
                  <a:pt x="1228176" y="2956597"/>
                  <a:pt x="997503" y="2991247"/>
                  <a:pt x="796650" y="3073629"/>
                </a:cubicBezTo>
                <a:cubicBezTo>
                  <a:pt x="639682" y="3137964"/>
                  <a:pt x="507434" y="3227526"/>
                  <a:pt x="403589" y="3339780"/>
                </a:cubicBezTo>
                <a:cubicBezTo>
                  <a:pt x="369124" y="3376913"/>
                  <a:pt x="336556" y="3417810"/>
                  <a:pt x="306737" y="3461270"/>
                </a:cubicBezTo>
                <a:cubicBezTo>
                  <a:pt x="237233" y="3562569"/>
                  <a:pt x="185809" y="3678936"/>
                  <a:pt x="153630" y="3802606"/>
                </a:cubicBezTo>
                <a:lnTo>
                  <a:pt x="124431" y="3967305"/>
                </a:lnTo>
                <a:lnTo>
                  <a:pt x="109388" y="3967305"/>
                </a:lnTo>
                <a:lnTo>
                  <a:pt x="139341" y="3798547"/>
                </a:lnTo>
                <a:cubicBezTo>
                  <a:pt x="171952" y="3673311"/>
                  <a:pt x="224053" y="3555454"/>
                  <a:pt x="294459" y="3452834"/>
                </a:cubicBezTo>
                <a:cubicBezTo>
                  <a:pt x="324677" y="3408787"/>
                  <a:pt x="357699" y="3367356"/>
                  <a:pt x="392643" y="3329662"/>
                </a:cubicBezTo>
                <a:cubicBezTo>
                  <a:pt x="497983" y="3215808"/>
                  <a:pt x="631992" y="3125044"/>
                  <a:pt x="790963" y="3059854"/>
                </a:cubicBezTo>
                <a:cubicBezTo>
                  <a:pt x="994031" y="2976565"/>
                  <a:pt x="1227349" y="2941514"/>
                  <a:pt x="1431061" y="2963725"/>
                </a:cubicBezTo>
                <a:cubicBezTo>
                  <a:pt x="1445315" y="2965246"/>
                  <a:pt x="1459625" y="2967142"/>
                  <a:pt x="1473612" y="2969330"/>
                </a:cubicBezTo>
                <a:lnTo>
                  <a:pt x="1527711" y="2982797"/>
                </a:lnTo>
                <a:lnTo>
                  <a:pt x="1514450" y="2974816"/>
                </a:lnTo>
                <a:lnTo>
                  <a:pt x="1472647" y="2959035"/>
                </a:lnTo>
                <a:cubicBezTo>
                  <a:pt x="1445367" y="2950123"/>
                  <a:pt x="1417328" y="2942376"/>
                  <a:pt x="1388454" y="2935962"/>
                </a:cubicBezTo>
                <a:cubicBezTo>
                  <a:pt x="1374333" y="2932838"/>
                  <a:pt x="1359998" y="2930062"/>
                  <a:pt x="1345796" y="2927686"/>
                </a:cubicBezTo>
                <a:cubicBezTo>
                  <a:pt x="1143713" y="2893810"/>
                  <a:pt x="920247" y="2925417"/>
                  <a:pt x="716589" y="3016661"/>
                </a:cubicBezTo>
                <a:cubicBezTo>
                  <a:pt x="565521" y="3084307"/>
                  <a:pt x="432819" y="3182786"/>
                  <a:pt x="332793" y="3301366"/>
                </a:cubicBezTo>
                <a:cubicBezTo>
                  <a:pt x="299370" y="3340955"/>
                  <a:pt x="268378" y="3383640"/>
                  <a:pt x="240667" y="3428221"/>
                </a:cubicBezTo>
                <a:cubicBezTo>
                  <a:pt x="154056" y="3566943"/>
                  <a:pt x="98323" y="3728530"/>
                  <a:pt x="75491" y="3898001"/>
                </a:cubicBezTo>
                <a:lnTo>
                  <a:pt x="72991" y="3967305"/>
                </a:lnTo>
                <a:lnTo>
                  <a:pt x="58236" y="3967305"/>
                </a:lnTo>
                <a:lnTo>
                  <a:pt x="60825" y="3895845"/>
                </a:lnTo>
                <a:cubicBezTo>
                  <a:pt x="83954" y="3724372"/>
                  <a:pt x="140374" y="3560843"/>
                  <a:pt x="228042" y="3420426"/>
                </a:cubicBezTo>
                <a:cubicBezTo>
                  <a:pt x="256125" y="3375231"/>
                  <a:pt x="287545" y="3331959"/>
                  <a:pt x="321419" y="3291836"/>
                </a:cubicBezTo>
                <a:cubicBezTo>
                  <a:pt x="422863" y="3171547"/>
                  <a:pt x="557407" y="3071707"/>
                  <a:pt x="710477" y="3003154"/>
                </a:cubicBezTo>
                <a:cubicBezTo>
                  <a:pt x="916803" y="2910708"/>
                  <a:pt x="1143287" y="2878700"/>
                  <a:pt x="1348225" y="2913084"/>
                </a:cubicBezTo>
                <a:cubicBezTo>
                  <a:pt x="1362666" y="2915487"/>
                  <a:pt x="1377296" y="2918316"/>
                  <a:pt x="1391658" y="2921493"/>
                </a:cubicBezTo>
                <a:lnTo>
                  <a:pt x="1421107" y="2929556"/>
                </a:lnTo>
                <a:lnTo>
                  <a:pt x="1410318" y="2924392"/>
                </a:lnTo>
                <a:cubicBezTo>
                  <a:pt x="1376338" y="2910297"/>
                  <a:pt x="1341468" y="2898051"/>
                  <a:pt x="1305593" y="2887937"/>
                </a:cubicBezTo>
                <a:cubicBezTo>
                  <a:pt x="940269" y="2784894"/>
                  <a:pt x="511089" y="2939165"/>
                  <a:pt x="261969" y="3263058"/>
                </a:cubicBezTo>
                <a:cubicBezTo>
                  <a:pt x="118649" y="3449374"/>
                  <a:pt x="34966" y="3683001"/>
                  <a:pt x="16994" y="3930661"/>
                </a:cubicBezTo>
                <a:lnTo>
                  <a:pt x="16298" y="3967305"/>
                </a:lnTo>
                <a:lnTo>
                  <a:pt x="17" y="3967305"/>
                </a:lnTo>
                <a:lnTo>
                  <a:pt x="0" y="3966945"/>
                </a:lnTo>
                <a:cubicBezTo>
                  <a:pt x="12152" y="3702608"/>
                  <a:pt x="97935" y="3451979"/>
                  <a:pt x="250224" y="3253982"/>
                </a:cubicBezTo>
                <a:cubicBezTo>
                  <a:pt x="502946" y="2925390"/>
                  <a:pt x="938613" y="2769036"/>
                  <a:pt x="1309677" y="2873602"/>
                </a:cubicBezTo>
                <a:cubicBezTo>
                  <a:pt x="1382334" y="2894091"/>
                  <a:pt x="1450837" y="2923120"/>
                  <a:pt x="1516109" y="2958443"/>
                </a:cubicBezTo>
                <a:lnTo>
                  <a:pt x="1521279" y="2961548"/>
                </a:lnTo>
                <a:lnTo>
                  <a:pt x="1557640" y="2975253"/>
                </a:lnTo>
                <a:lnTo>
                  <a:pt x="1617443" y="3005135"/>
                </a:lnTo>
                <a:lnTo>
                  <a:pt x="1627803" y="3007714"/>
                </a:lnTo>
                <a:cubicBezTo>
                  <a:pt x="1664005" y="3020177"/>
                  <a:pt x="1698711" y="3034675"/>
                  <a:pt x="1732513" y="3050944"/>
                </a:cubicBezTo>
                <a:lnTo>
                  <a:pt x="1743245" y="3056765"/>
                </a:lnTo>
                <a:lnTo>
                  <a:pt x="1831345" y="3087107"/>
                </a:lnTo>
                <a:lnTo>
                  <a:pt x="1848706" y="3095788"/>
                </a:lnTo>
                <a:lnTo>
                  <a:pt x="1901847" y="3109047"/>
                </a:lnTo>
                <a:lnTo>
                  <a:pt x="1947600" y="3127195"/>
                </a:lnTo>
                <a:lnTo>
                  <a:pt x="1979533" y="3131947"/>
                </a:lnTo>
                <a:lnTo>
                  <a:pt x="2055522" y="3153938"/>
                </a:lnTo>
                <a:lnTo>
                  <a:pt x="2147766" y="3168088"/>
                </a:lnTo>
                <a:lnTo>
                  <a:pt x="2169716" y="3173642"/>
                </a:lnTo>
                <a:lnTo>
                  <a:pt x="2213567" y="3174110"/>
                </a:lnTo>
                <a:lnTo>
                  <a:pt x="2270114" y="3181230"/>
                </a:lnTo>
                <a:lnTo>
                  <a:pt x="2290534" y="3178693"/>
                </a:lnTo>
                <a:lnTo>
                  <a:pt x="2369014" y="3178456"/>
                </a:lnTo>
                <a:lnTo>
                  <a:pt x="2443874" y="3168690"/>
                </a:lnTo>
                <a:lnTo>
                  <a:pt x="2463531" y="3169558"/>
                </a:lnTo>
                <a:lnTo>
                  <a:pt x="2503004" y="3159080"/>
                </a:lnTo>
                <a:lnTo>
                  <a:pt x="2554227" y="3152869"/>
                </a:lnTo>
                <a:lnTo>
                  <a:pt x="2562267" y="3149576"/>
                </a:lnTo>
                <a:cubicBezTo>
                  <a:pt x="2580547" y="3143657"/>
                  <a:pt x="2600255" y="3139115"/>
                  <a:pt x="2621229" y="3135956"/>
                </a:cubicBezTo>
                <a:lnTo>
                  <a:pt x="2637790" y="3134630"/>
                </a:lnTo>
                <a:lnTo>
                  <a:pt x="2680242" y="3120113"/>
                </a:lnTo>
                <a:lnTo>
                  <a:pt x="2714256" y="3115763"/>
                </a:lnTo>
                <a:lnTo>
                  <a:pt x="2739322" y="3104409"/>
                </a:lnTo>
                <a:lnTo>
                  <a:pt x="2788724" y="3094212"/>
                </a:lnTo>
                <a:lnTo>
                  <a:pt x="2798475" y="3088708"/>
                </a:lnTo>
                <a:lnTo>
                  <a:pt x="2867133" y="3069249"/>
                </a:lnTo>
                <a:lnTo>
                  <a:pt x="2926311" y="3044878"/>
                </a:lnTo>
                <a:lnTo>
                  <a:pt x="2956307" y="3038302"/>
                </a:lnTo>
                <a:lnTo>
                  <a:pt x="2986110" y="3023665"/>
                </a:lnTo>
                <a:lnTo>
                  <a:pt x="3030488" y="3011273"/>
                </a:lnTo>
                <a:lnTo>
                  <a:pt x="3045918" y="3002489"/>
                </a:lnTo>
                <a:lnTo>
                  <a:pt x="3103159" y="2983158"/>
                </a:lnTo>
                <a:lnTo>
                  <a:pt x="3105658" y="2981544"/>
                </a:lnTo>
                <a:cubicBezTo>
                  <a:pt x="3131161" y="2968540"/>
                  <a:pt x="3158758" y="2957638"/>
                  <a:pt x="3188273" y="2948930"/>
                </a:cubicBezTo>
                <a:lnTo>
                  <a:pt x="3193090" y="2947934"/>
                </a:lnTo>
                <a:lnTo>
                  <a:pt x="3249351" y="2922646"/>
                </a:lnTo>
                <a:lnTo>
                  <a:pt x="3267828" y="2918046"/>
                </a:lnTo>
                <a:lnTo>
                  <a:pt x="3310725" y="2896477"/>
                </a:lnTo>
                <a:lnTo>
                  <a:pt x="3342915" y="2887153"/>
                </a:lnTo>
                <a:lnTo>
                  <a:pt x="3385534" y="2865052"/>
                </a:lnTo>
                <a:cubicBezTo>
                  <a:pt x="3463669" y="2833576"/>
                  <a:pt x="3550852" y="2819075"/>
                  <a:pt x="3638122" y="2819177"/>
                </a:cubicBezTo>
                <a:close/>
                <a:moveTo>
                  <a:pt x="5872039" y="732937"/>
                </a:moveTo>
                <a:lnTo>
                  <a:pt x="5872039" y="855750"/>
                </a:lnTo>
                <a:lnTo>
                  <a:pt x="5866754" y="792713"/>
                </a:lnTo>
                <a:close/>
                <a:moveTo>
                  <a:pt x="5872039" y="270417"/>
                </a:moveTo>
                <a:lnTo>
                  <a:pt x="5872039" y="349080"/>
                </a:lnTo>
                <a:lnTo>
                  <a:pt x="5835737" y="523618"/>
                </a:lnTo>
                <a:cubicBezTo>
                  <a:pt x="5812354" y="712460"/>
                  <a:pt x="5820661" y="900138"/>
                  <a:pt x="5860022" y="1079834"/>
                </a:cubicBezTo>
                <a:lnTo>
                  <a:pt x="5872039" y="1118216"/>
                </a:lnTo>
                <a:lnTo>
                  <a:pt x="5872039" y="1184889"/>
                </a:lnTo>
                <a:lnTo>
                  <a:pt x="5837501" y="1044168"/>
                </a:lnTo>
                <a:cubicBezTo>
                  <a:pt x="5797209" y="835659"/>
                  <a:pt x="5797907" y="617303"/>
                  <a:pt x="5840545" y="399375"/>
                </a:cubicBezTo>
                <a:close/>
                <a:moveTo>
                  <a:pt x="5809261" y="194035"/>
                </a:moveTo>
                <a:lnTo>
                  <a:pt x="5823566" y="197976"/>
                </a:lnTo>
                <a:lnTo>
                  <a:pt x="5811795" y="238065"/>
                </a:lnTo>
                <a:cubicBezTo>
                  <a:pt x="5730848" y="570839"/>
                  <a:pt x="5745449" y="907850"/>
                  <a:pt x="5850777" y="1214047"/>
                </a:cubicBezTo>
                <a:lnTo>
                  <a:pt x="5872039" y="1267155"/>
                </a:lnTo>
                <a:lnTo>
                  <a:pt x="5872039" y="1307173"/>
                </a:lnTo>
                <a:lnTo>
                  <a:pt x="5836722" y="1218975"/>
                </a:lnTo>
                <a:cubicBezTo>
                  <a:pt x="5730447" y="910092"/>
                  <a:pt x="5715706" y="570173"/>
                  <a:pt x="5797353" y="234595"/>
                </a:cubicBezTo>
                <a:close/>
                <a:moveTo>
                  <a:pt x="5729502" y="172060"/>
                </a:moveTo>
                <a:lnTo>
                  <a:pt x="5743833" y="176008"/>
                </a:lnTo>
                <a:lnTo>
                  <a:pt x="5729094" y="235795"/>
                </a:lnTo>
                <a:cubicBezTo>
                  <a:pt x="5661682" y="578461"/>
                  <a:pt x="5691454" y="923064"/>
                  <a:pt x="5811968" y="1233848"/>
                </a:cubicBezTo>
                <a:lnTo>
                  <a:pt x="5872039" y="1368905"/>
                </a:lnTo>
                <a:lnTo>
                  <a:pt x="5872039" y="1402735"/>
                </a:lnTo>
                <a:lnTo>
                  <a:pt x="5866501" y="1392980"/>
                </a:lnTo>
                <a:cubicBezTo>
                  <a:pt x="5689318" y="1041772"/>
                  <a:pt x="5635213" y="635985"/>
                  <a:pt x="5714492" y="232938"/>
                </a:cubicBezTo>
                <a:close/>
                <a:moveTo>
                  <a:pt x="5648108" y="149634"/>
                </a:moveTo>
                <a:lnTo>
                  <a:pt x="5662452" y="153586"/>
                </a:lnTo>
                <a:lnTo>
                  <a:pt x="5646258" y="233474"/>
                </a:lnTo>
                <a:cubicBezTo>
                  <a:pt x="5583167" y="644790"/>
                  <a:pt x="5654808" y="1055595"/>
                  <a:pt x="5848337" y="1408017"/>
                </a:cubicBezTo>
                <a:lnTo>
                  <a:pt x="5872039" y="1446650"/>
                </a:lnTo>
                <a:lnTo>
                  <a:pt x="5872039" y="1475048"/>
                </a:lnTo>
                <a:lnTo>
                  <a:pt x="5835326" y="1415208"/>
                </a:lnTo>
                <a:cubicBezTo>
                  <a:pt x="5640227" y="1059935"/>
                  <a:pt x="5567994" y="645818"/>
                  <a:pt x="5631576" y="231231"/>
                </a:cubicBezTo>
                <a:close/>
                <a:moveTo>
                  <a:pt x="5565152" y="128203"/>
                </a:moveTo>
                <a:lnTo>
                  <a:pt x="5579599" y="131759"/>
                </a:lnTo>
                <a:lnTo>
                  <a:pt x="5563503" y="231124"/>
                </a:lnTo>
                <a:cubicBezTo>
                  <a:pt x="5515805" y="653932"/>
                  <a:pt x="5605413" y="1073165"/>
                  <a:pt x="5816930" y="1429767"/>
                </a:cubicBezTo>
                <a:lnTo>
                  <a:pt x="5872039" y="1513397"/>
                </a:lnTo>
                <a:lnTo>
                  <a:pt x="5872039" y="1540372"/>
                </a:lnTo>
                <a:lnTo>
                  <a:pt x="5804171" y="1437388"/>
                </a:lnTo>
                <a:cubicBezTo>
                  <a:pt x="5590987" y="1078003"/>
                  <a:pt x="5500669" y="655528"/>
                  <a:pt x="5548741" y="229496"/>
                </a:cubicBezTo>
                <a:close/>
                <a:moveTo>
                  <a:pt x="5480783" y="107441"/>
                </a:moveTo>
                <a:lnTo>
                  <a:pt x="5495316" y="111017"/>
                </a:lnTo>
                <a:lnTo>
                  <a:pt x="5480695" y="228934"/>
                </a:lnTo>
                <a:cubicBezTo>
                  <a:pt x="5448180" y="663259"/>
                  <a:pt x="5555751" y="1090880"/>
                  <a:pt x="5785434" y="1451652"/>
                </a:cubicBezTo>
                <a:lnTo>
                  <a:pt x="5872039" y="1574654"/>
                </a:lnTo>
                <a:lnTo>
                  <a:pt x="5872039" y="1600476"/>
                </a:lnTo>
                <a:lnTo>
                  <a:pt x="5772876" y="1459630"/>
                </a:lnTo>
                <a:cubicBezTo>
                  <a:pt x="5541484" y="1096158"/>
                  <a:pt x="5433104" y="665338"/>
                  <a:pt x="5465853" y="227814"/>
                </a:cubicBezTo>
                <a:close/>
                <a:moveTo>
                  <a:pt x="5395303" y="86740"/>
                </a:moveTo>
                <a:lnTo>
                  <a:pt x="5408352" y="89617"/>
                </a:lnTo>
                <a:lnTo>
                  <a:pt x="5409905" y="89999"/>
                </a:lnTo>
                <a:lnTo>
                  <a:pt x="5397806" y="226719"/>
                </a:lnTo>
                <a:cubicBezTo>
                  <a:pt x="5377811" y="736302"/>
                  <a:pt x="5544630" y="1233021"/>
                  <a:pt x="5867482" y="1625413"/>
                </a:cubicBezTo>
                <a:lnTo>
                  <a:pt x="5872039" y="1630392"/>
                </a:lnTo>
                <a:lnTo>
                  <a:pt x="5872039" y="1652380"/>
                </a:lnTo>
                <a:lnTo>
                  <a:pt x="5856003" y="1634863"/>
                </a:lnTo>
                <a:cubicBezTo>
                  <a:pt x="5530828" y="1239668"/>
                  <a:pt x="5362835" y="739374"/>
                  <a:pt x="5382964" y="226158"/>
                </a:cubicBezTo>
                <a:close/>
                <a:moveTo>
                  <a:pt x="5308785" y="67667"/>
                </a:moveTo>
                <a:lnTo>
                  <a:pt x="5323455" y="70901"/>
                </a:lnTo>
                <a:lnTo>
                  <a:pt x="5314971" y="224504"/>
                </a:lnTo>
                <a:cubicBezTo>
                  <a:pt x="5311981" y="747303"/>
                  <a:pt x="5499755" y="1253123"/>
                  <a:pt x="5843750" y="1648799"/>
                </a:cubicBezTo>
                <a:lnTo>
                  <a:pt x="5872039" y="1678110"/>
                </a:lnTo>
                <a:lnTo>
                  <a:pt x="5872039" y="1699472"/>
                </a:lnTo>
                <a:lnTo>
                  <a:pt x="5832538" y="1658542"/>
                </a:lnTo>
                <a:cubicBezTo>
                  <a:pt x="5486194" y="1260144"/>
                  <a:pt x="5297112" y="750826"/>
                  <a:pt x="5300129" y="224397"/>
                </a:cubicBezTo>
                <a:close/>
                <a:moveTo>
                  <a:pt x="5221548" y="48436"/>
                </a:moveTo>
                <a:lnTo>
                  <a:pt x="5236342" y="51697"/>
                </a:lnTo>
                <a:lnTo>
                  <a:pt x="5232243" y="222342"/>
                </a:lnTo>
                <a:cubicBezTo>
                  <a:pt x="5246097" y="758461"/>
                  <a:pt x="5454880" y="1273385"/>
                  <a:pt x="5820124" y="1672264"/>
                </a:cubicBezTo>
                <a:lnTo>
                  <a:pt x="5872039" y="1723417"/>
                </a:lnTo>
                <a:lnTo>
                  <a:pt x="5872039" y="1744285"/>
                </a:lnTo>
                <a:lnTo>
                  <a:pt x="5809126" y="1682301"/>
                </a:lnTo>
                <a:cubicBezTo>
                  <a:pt x="5441453" y="1280779"/>
                  <a:pt x="5231308" y="762438"/>
                  <a:pt x="5217346" y="222742"/>
                </a:cubicBezTo>
                <a:close/>
                <a:moveTo>
                  <a:pt x="5133455" y="31347"/>
                </a:moveTo>
                <a:lnTo>
                  <a:pt x="5148309" y="33996"/>
                </a:lnTo>
                <a:lnTo>
                  <a:pt x="5149300" y="220073"/>
                </a:lnTo>
                <a:cubicBezTo>
                  <a:pt x="5179439" y="761585"/>
                  <a:pt x="5415238" y="1299413"/>
                  <a:pt x="5796312" y="1695595"/>
                </a:cubicBezTo>
                <a:lnTo>
                  <a:pt x="5872039" y="1766737"/>
                </a:lnTo>
                <a:lnTo>
                  <a:pt x="5872039" y="1787110"/>
                </a:lnTo>
                <a:lnTo>
                  <a:pt x="5785581" y="1705899"/>
                </a:lnTo>
                <a:cubicBezTo>
                  <a:pt x="5402104" y="1307181"/>
                  <a:pt x="5164757" y="765936"/>
                  <a:pt x="5134458" y="220900"/>
                </a:cubicBezTo>
                <a:close/>
                <a:moveTo>
                  <a:pt x="5044957" y="15568"/>
                </a:moveTo>
                <a:lnTo>
                  <a:pt x="5059878" y="18229"/>
                </a:lnTo>
                <a:lnTo>
                  <a:pt x="5066439" y="217910"/>
                </a:lnTo>
                <a:cubicBezTo>
                  <a:pt x="5112942" y="772689"/>
                  <a:pt x="5370310" y="1319808"/>
                  <a:pt x="5772580" y="1719034"/>
                </a:cubicBezTo>
                <a:lnTo>
                  <a:pt x="5872039" y="1808291"/>
                </a:lnTo>
                <a:lnTo>
                  <a:pt x="5872039" y="1828215"/>
                </a:lnTo>
                <a:lnTo>
                  <a:pt x="5762116" y="1729552"/>
                </a:lnTo>
                <a:cubicBezTo>
                  <a:pt x="5357363" y="1327896"/>
                  <a:pt x="5098420" y="777361"/>
                  <a:pt x="5051650" y="219138"/>
                </a:cubicBezTo>
                <a:close/>
                <a:moveTo>
                  <a:pt x="4957641" y="0"/>
                </a:moveTo>
                <a:lnTo>
                  <a:pt x="4972882" y="2718"/>
                </a:lnTo>
                <a:lnTo>
                  <a:pt x="4983549" y="215748"/>
                </a:lnTo>
                <a:cubicBezTo>
                  <a:pt x="5045539" y="776907"/>
                  <a:pt x="5317294" y="1317552"/>
                  <a:pt x="5721970" y="1715456"/>
                </a:cubicBezTo>
                <a:lnTo>
                  <a:pt x="5872039" y="1849047"/>
                </a:lnTo>
                <a:lnTo>
                  <a:pt x="5872039" y="1869376"/>
                </a:lnTo>
                <a:lnTo>
                  <a:pt x="5738533" y="1752894"/>
                </a:lnTo>
                <a:cubicBezTo>
                  <a:pt x="5586605" y="1608599"/>
                  <a:pt x="5451397" y="1443750"/>
                  <a:pt x="5338115" y="1263588"/>
                </a:cubicBezTo>
                <a:cubicBezTo>
                  <a:pt x="5136727" y="943273"/>
                  <a:pt x="5009017" y="581497"/>
                  <a:pt x="4968787" y="217377"/>
                </a:cubicBezTo>
                <a:close/>
              </a:path>
            </a:pathLst>
          </a:custGeom>
          <a:gradFill flip="none" rotWithShape="1">
            <a:gsLst>
              <a:gs pos="28000">
                <a:schemeClr val="accent1">
                  <a:lumMod val="60000"/>
                  <a:lumOff val="40000"/>
                  <a:alpha val="16000"/>
                </a:schemeClr>
              </a:gs>
              <a:gs pos="66100">
                <a:schemeClr val="tx1">
                  <a:alpha val="2000"/>
                </a:schemeClr>
              </a:gs>
              <a:gs pos="0">
                <a:schemeClr val="bg2">
                  <a:alpha val="0"/>
                </a:schemeClr>
              </a:gs>
              <a:gs pos="100000">
                <a:schemeClr val="bg1">
                  <a:alpha val="0"/>
                </a:schemeClr>
              </a:gs>
            </a:gsLst>
            <a:lin ang="8100000" scaled="1"/>
            <a:tileRect/>
          </a:gradFill>
          <a:ln w="266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5881A4F-4C61-7914-FE33-A834C81EA477}"/>
              </a:ext>
            </a:extLst>
          </p:cNvPr>
          <p:cNvSpPr/>
          <p:nvPr userDrawn="1"/>
        </p:nvSpPr>
        <p:spPr>
          <a:xfrm>
            <a:off x="342901" y="1718222"/>
            <a:ext cx="11506199" cy="3347995"/>
          </a:xfrm>
          <a:prstGeom prst="roundRect">
            <a:avLst>
              <a:gd name="adj" fmla="val 7509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r-SA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CD026F25-BA94-7876-3BA5-BFDA3E3EE748}"/>
              </a:ext>
            </a:extLst>
          </p:cNvPr>
          <p:cNvSpPr/>
          <p:nvPr userDrawn="1"/>
        </p:nvSpPr>
        <p:spPr>
          <a:xfrm>
            <a:off x="342901" y="1791783"/>
            <a:ext cx="11506199" cy="3347995"/>
          </a:xfrm>
          <a:prstGeom prst="roundRect">
            <a:avLst>
              <a:gd name="adj" fmla="val 577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r-SA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7134D31D-A112-B3B7-645A-A5831BE5076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4350" y="2916324"/>
            <a:ext cx="11163300" cy="553998"/>
          </a:xfr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b">
            <a:spAutoFit/>
          </a:bodyPr>
          <a:lstStyle>
            <a:lvl1pPr algn="ctr">
              <a:buNone/>
              <a:defRPr lang="ar-SA" sz="3600" b="1" dirty="0">
                <a:solidFill>
                  <a:schemeClr val="accent1"/>
                </a:solidFill>
                <a:latin typeface="+mj-lt"/>
              </a:defRPr>
            </a:lvl1pPr>
          </a:lstStyle>
          <a:p>
            <a:pPr marL="0" lvl="0" algn="ctr"/>
            <a:endParaRPr lang="ar-SA" dirty="0"/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01BD76F2-0AE6-676A-2068-6D6A4D64EB1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14350" y="3953681"/>
            <a:ext cx="11163300" cy="615553"/>
          </a:xfr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</a:bodyPr>
          <a:lstStyle>
            <a:lvl1pPr rtl="0">
              <a:buNone/>
              <a:defRPr lang="ar-SA" sz="2000" dirty="0">
                <a:solidFill>
                  <a:schemeClr val="bg1">
                    <a:lumMod val="65000"/>
                  </a:schemeClr>
                </a:solidFill>
                <a:latin typeface="+mj-lt"/>
              </a:defRPr>
            </a:lvl1pPr>
          </a:lstStyle>
          <a:p>
            <a:pPr marL="0" lvl="0" algn="ctr"/>
            <a:endParaRPr lang="ar-SA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416A6D4-5F4F-407C-E119-890C130FB891}"/>
              </a:ext>
            </a:extLst>
          </p:cNvPr>
          <p:cNvCxnSpPr>
            <a:cxnSpLocks/>
          </p:cNvCxnSpPr>
          <p:nvPr userDrawn="1"/>
        </p:nvCxnSpPr>
        <p:spPr>
          <a:xfrm>
            <a:off x="1768475" y="3712001"/>
            <a:ext cx="8655050" cy="0"/>
          </a:xfrm>
          <a:prstGeom prst="line">
            <a:avLst/>
          </a:prstGeom>
          <a:ln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5500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19726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D7844FB-0A5F-215B-0393-7F836F54A537}"/>
              </a:ext>
            </a:extLst>
          </p:cNvPr>
          <p:cNvSpPr/>
          <p:nvPr userDrawn="1"/>
        </p:nvSpPr>
        <p:spPr>
          <a:xfrm>
            <a:off x="3176" y="3176"/>
            <a:ext cx="12192000" cy="6858000"/>
          </a:xfrm>
          <a:custGeom>
            <a:avLst/>
            <a:gdLst>
              <a:gd name="csX0" fmla="*/ 0 w 12192000"/>
              <a:gd name="csY0" fmla="*/ 0 h 6858000"/>
              <a:gd name="csX1" fmla="*/ 12192000 w 12192000"/>
              <a:gd name="csY1" fmla="*/ 0 h 6858000"/>
              <a:gd name="csX2" fmla="*/ 12192000 w 12192000"/>
              <a:gd name="csY2" fmla="*/ 6858000 h 6858000"/>
              <a:gd name="csX3" fmla="*/ 0 w 12192000"/>
              <a:gd name="csY3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ar-SA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17D7566-487E-39C4-9258-18CF6637D650}"/>
              </a:ext>
            </a:extLst>
          </p:cNvPr>
          <p:cNvCxnSpPr>
            <a:cxnSpLocks/>
          </p:cNvCxnSpPr>
          <p:nvPr userDrawn="1"/>
        </p:nvCxnSpPr>
        <p:spPr>
          <a:xfrm>
            <a:off x="342900" y="3041650"/>
            <a:ext cx="0" cy="774700"/>
          </a:xfrm>
          <a:prstGeom prst="line">
            <a:avLst/>
          </a:prstGeom>
          <a:ln w="444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 Placeholder 12">
            <a:extLst>
              <a:ext uri="{FF2B5EF4-FFF2-40B4-BE49-F238E27FC236}">
                <a16:creationId xmlns:a16="http://schemas.microsoft.com/office/drawing/2014/main" id="{4E2802A0-B801-37B2-FB7A-980963FBFC1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33401" y="3213557"/>
            <a:ext cx="11137899" cy="430887"/>
          </a:xfr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</a:bodyPr>
          <a:lstStyle>
            <a:lvl1pPr algn="l">
              <a:buNone/>
              <a:defRPr lang="ar-SA" sz="2800" b="1" dirty="0">
                <a:solidFill>
                  <a:schemeClr val="accent1"/>
                </a:solidFill>
                <a:latin typeface="+mj-lt"/>
              </a:defRPr>
            </a:lvl1pPr>
          </a:lstStyle>
          <a:p>
            <a:pPr marL="0" lvl="0"/>
            <a:endParaRPr lang="ar-SA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DA75772-7F72-DD97-10B9-D86E7FEA322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1867" t="37200" r="11867" b="37200"/>
          <a:stretch>
            <a:fillRect/>
          </a:stretch>
        </p:blipFill>
        <p:spPr>
          <a:xfrm>
            <a:off x="11107094" y="347937"/>
            <a:ext cx="734069" cy="246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918544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526063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E9635DE9-A22D-2BD0-5D29-81A0AA32E8E1}"/>
              </a:ext>
            </a:extLst>
          </p:cNvPr>
          <p:cNvGraphicFramePr>
            <a:graphicFrameLocks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042650218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2"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9635DE9-A22D-2BD0-5D29-81A0AA32E8E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5284AD1F-0171-0EFA-307C-58A0BDF9A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1" y="600075"/>
            <a:ext cx="10591799" cy="5302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rtl="0"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4759056-09DA-CCF0-C950-3C94E3433EDF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342900" y="6610350"/>
            <a:ext cx="2954338" cy="123111"/>
          </a:xfrm>
        </p:spPr>
        <p:txBody>
          <a:bodyPr lIns="0" tIns="0" rIns="0" bIns="0" anchor="b"/>
          <a:lstStyle>
            <a:lvl1pPr>
              <a:buFontTx/>
              <a:buNone/>
              <a:defRPr sz="800"/>
            </a:lvl1pPr>
          </a:lstStyle>
          <a:p>
            <a:pPr lvl="0"/>
            <a:r>
              <a:rPr lang="en-GB" dirty="0"/>
              <a:t>Source</a:t>
            </a:r>
            <a:endParaRPr lang="en-US" dirty="0"/>
          </a:p>
        </p:txBody>
      </p:sp>
      <p:sp>
        <p:nvSpPr>
          <p:cNvPr id="12" name="Slide Number Placeholder 3">
            <a:extLst>
              <a:ext uri="{FF2B5EF4-FFF2-40B4-BE49-F238E27FC236}">
                <a16:creationId xmlns:a16="http://schemas.microsoft.com/office/drawing/2014/main" id="{88BB76FD-4F69-F286-3758-7A29F013E3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86850" y="6610350"/>
            <a:ext cx="2743200" cy="123111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8EB2A6CC-2F0B-9D4F-B83B-61C609445FA1}" type="slidenum">
              <a:rPr lang="en-US" smtClean="0"/>
              <a:pPr/>
              <a:t>‹#›</a:t>
            </a:fld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06984113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 You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99DB82F-3915-0410-2784-66107760BA8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sX0" fmla="*/ 0 w 12192000"/>
              <a:gd name="csY0" fmla="*/ 0 h 6858000"/>
              <a:gd name="csX1" fmla="*/ 12192000 w 12192000"/>
              <a:gd name="csY1" fmla="*/ 0 h 6858000"/>
              <a:gd name="csX2" fmla="*/ 12192000 w 12192000"/>
              <a:gd name="csY2" fmla="*/ 6858000 h 6858000"/>
              <a:gd name="csX3" fmla="*/ 0 w 12192000"/>
              <a:gd name="csY3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ar-SA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71FC3E1E-F65E-6A95-DF82-F9551D2F1F5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1867" t="37200" r="11867" b="37200"/>
          <a:stretch>
            <a:fillRect/>
          </a:stretch>
        </p:blipFill>
        <p:spPr>
          <a:xfrm>
            <a:off x="10624461" y="538609"/>
            <a:ext cx="1224639" cy="411068"/>
          </a:xfrm>
          <a:prstGeom prst="rect">
            <a:avLst/>
          </a:prstGeom>
        </p:spPr>
      </p:pic>
      <p:sp>
        <p:nvSpPr>
          <p:cNvPr id="19" name="Oval 18">
            <a:extLst>
              <a:ext uri="{FF2B5EF4-FFF2-40B4-BE49-F238E27FC236}">
                <a16:creationId xmlns:a16="http://schemas.microsoft.com/office/drawing/2014/main" id="{6BABDAE2-0AB7-D702-49F4-CE5E19AF8681}"/>
              </a:ext>
            </a:extLst>
          </p:cNvPr>
          <p:cNvSpPr/>
          <p:nvPr userDrawn="1"/>
        </p:nvSpPr>
        <p:spPr>
          <a:xfrm>
            <a:off x="3026210" y="1397000"/>
            <a:ext cx="4064000" cy="406400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r-SA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E30506E0-9589-560C-554A-0A6DEDD7E80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603" t="17706" r="44534"/>
          <a:stretch>
            <a:fillRect/>
          </a:stretch>
        </p:blipFill>
        <p:spPr>
          <a:xfrm>
            <a:off x="3127810" y="1397000"/>
            <a:ext cx="4064000" cy="4064000"/>
          </a:xfrm>
          <a:custGeom>
            <a:avLst/>
            <a:gdLst>
              <a:gd name="csX0" fmla="*/ 2032000 w 4064000"/>
              <a:gd name="csY0" fmla="*/ 0 h 4064000"/>
              <a:gd name="csX1" fmla="*/ 4064000 w 4064000"/>
              <a:gd name="csY1" fmla="*/ 2032000 h 4064000"/>
              <a:gd name="csX2" fmla="*/ 2032000 w 4064000"/>
              <a:gd name="csY2" fmla="*/ 4064000 h 4064000"/>
              <a:gd name="csX3" fmla="*/ 0 w 4064000"/>
              <a:gd name="csY3" fmla="*/ 2032000 h 4064000"/>
              <a:gd name="csX4" fmla="*/ 2032000 w 4064000"/>
              <a:gd name="csY4" fmla="*/ 0 h 4064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064000" h="4064000">
                <a:moveTo>
                  <a:pt x="2032000" y="0"/>
                </a:moveTo>
                <a:cubicBezTo>
                  <a:pt x="3154243" y="0"/>
                  <a:pt x="4064000" y="909757"/>
                  <a:pt x="4064000" y="2032000"/>
                </a:cubicBezTo>
                <a:cubicBezTo>
                  <a:pt x="4064000" y="3154243"/>
                  <a:pt x="3154243" y="4064000"/>
                  <a:pt x="2032000" y="4064000"/>
                </a:cubicBezTo>
                <a:cubicBezTo>
                  <a:pt x="909757" y="4064000"/>
                  <a:pt x="0" y="3154243"/>
                  <a:pt x="0" y="2032000"/>
                </a:cubicBezTo>
                <a:cubicBezTo>
                  <a:pt x="0" y="909757"/>
                  <a:pt x="909757" y="0"/>
                  <a:pt x="2032000" y="0"/>
                </a:cubicBezTo>
                <a:close/>
              </a:path>
            </a:pathLst>
          </a:custGeom>
        </p:spPr>
      </p:pic>
      <p:sp>
        <p:nvSpPr>
          <p:cNvPr id="18" name="Oval 17">
            <a:extLst>
              <a:ext uri="{FF2B5EF4-FFF2-40B4-BE49-F238E27FC236}">
                <a16:creationId xmlns:a16="http://schemas.microsoft.com/office/drawing/2014/main" id="{C0506BDE-8D96-E0A7-796E-2DF3F241EC61}"/>
              </a:ext>
            </a:extLst>
          </p:cNvPr>
          <p:cNvSpPr/>
          <p:nvPr userDrawn="1"/>
        </p:nvSpPr>
        <p:spPr>
          <a:xfrm>
            <a:off x="3127810" y="1397000"/>
            <a:ext cx="4064000" cy="4064000"/>
          </a:xfrm>
          <a:prstGeom prst="ellipse">
            <a:avLst/>
          </a:prstGeom>
          <a:solidFill>
            <a:schemeClr val="accent1"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r-SA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02AC1FB-ED2F-A4C8-6914-8DAA83AA6991}"/>
              </a:ext>
            </a:extLst>
          </p:cNvPr>
          <p:cNvSpPr>
            <a:spLocks/>
          </p:cNvSpPr>
          <p:nvPr userDrawn="1"/>
        </p:nvSpPr>
        <p:spPr>
          <a:xfrm>
            <a:off x="3821378" y="2875002"/>
            <a:ext cx="5344412" cy="1107996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7200" b="1" dirty="0">
                <a:solidFill>
                  <a:schemeClr val="bg1"/>
                </a:solidFill>
                <a:latin typeface="+mj-lt"/>
              </a:rPr>
              <a:t>Thank </a:t>
            </a:r>
            <a:r>
              <a:rPr lang="en-US" sz="7200" b="1" dirty="0">
                <a:solidFill>
                  <a:schemeClr val="accent1"/>
                </a:solidFill>
                <a:latin typeface="+mj-lt"/>
              </a:rPr>
              <a:t>You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CA17913F-DDB2-4DF7-0201-E1CB9537CEA7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752475"/>
            <a:ext cx="2816660" cy="0"/>
          </a:xfrm>
          <a:prstGeom prst="line">
            <a:avLst/>
          </a:prstGeom>
          <a:ln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BAE374B8-8CEB-7583-BAB3-A30E27B0A8D4}"/>
              </a:ext>
            </a:extLst>
          </p:cNvPr>
          <p:cNvCxnSpPr>
            <a:cxnSpLocks/>
          </p:cNvCxnSpPr>
          <p:nvPr userDrawn="1"/>
        </p:nvCxnSpPr>
        <p:spPr>
          <a:xfrm>
            <a:off x="9375340" y="6105525"/>
            <a:ext cx="2816660" cy="0"/>
          </a:xfrm>
          <a:prstGeom prst="line">
            <a:avLst/>
          </a:prstGeom>
          <a:ln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994668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Relationship Id="rId8" Type="http://schemas.openxmlformats.org/officeDocument/2006/relationships/vmlDrawing" Target="../drawings/vmlDrawing1.vml"/><Relationship Id="rId9" Type="http://schemas.openxmlformats.org/officeDocument/2006/relationships/tags" Target="../tags/tag2.xml"/><Relationship Id="rId10" Type="http://schemas.openxmlformats.org/officeDocument/2006/relationships/oleObject" Target="../embeddings/oleObject1.bin"/><Relationship Id="rId11" Type="http://schemas.openxmlformats.org/officeDocument/2006/relationships/image" Target="../media/image1.emf"/><Relationship Id="rId12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4A64720A-BB5B-9CF4-E7D4-2352C1A5BCC9}"/>
              </a:ext>
            </a:extLst>
          </p:cNvPr>
          <p:cNvGraphicFramePr>
            <a:graphicFrameLocks/>
          </p:cNvGraphicFramePr>
          <p:nvPr userDrawn="1">
            <p:custDataLst>
              <p:tags r:id="rId9"/>
            </p:custDataLst>
            <p:extLst>
              <p:ext uri="{D42A27DB-BD31-4B8C-83A1-F6EECF244321}">
                <p14:modId xmlns:p14="http://schemas.microsoft.com/office/powerpoint/2010/main" val="4010771265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" name="think-cell Slide" r:id="rId10" imgW="7772400" imgH="10058400" progId="TCLayout.ActiveDocument.1">
                  <p:embed/>
                </p:oleObj>
              </mc:Choice>
              <mc:Fallback>
                <p:oleObj name="think-cell Slide" r:id="rId10" imgW="7772400" imgH="10058400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A64720A-BB5B-9CF4-E7D4-2352C1A5BCC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6AB6FB7-7193-D0E6-CFB4-B746CB9281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2900" y="1825625"/>
            <a:ext cx="11487150" cy="1520416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hu-H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8C632D-2E77-34EA-298C-0B92614272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86850" y="6477357"/>
            <a:ext cx="2743200" cy="123111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8EB2A6CC-2F0B-9D4F-B83B-61C609445FA1}" type="slidenum">
              <a:rPr lang="en-US" smtClean="0"/>
              <a:pPr/>
              <a:t>‹#›</a:t>
            </a:fld>
            <a:endParaRPr lang="en-US" sz="800" dirty="0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0A759D38-EDD7-F583-B5D8-589000801101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rcRect l="11867" t="37200" r="11867" b="37200"/>
          <a:stretch>
            <a:fillRect/>
          </a:stretch>
        </p:blipFill>
        <p:spPr>
          <a:xfrm>
            <a:off x="11107094" y="347937"/>
            <a:ext cx="734069" cy="246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10310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9" r:id="rId2"/>
    <p:sldLayoutId id="2147483668" r:id="rId3"/>
    <p:sldLayoutId id="2147483670" r:id="rId4"/>
    <p:sldLayoutId id="2147483666" r:id="rId5"/>
    <p:sldLayoutId id="2147483671" r:id="rId6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16">
          <p15:clr>
            <a:srgbClr val="F26B43"/>
          </p15:clr>
        </p15:guide>
        <p15:guide id="2" pos="7459">
          <p15:clr>
            <a:srgbClr val="F26B43"/>
          </p15:clr>
        </p15:guide>
        <p15:guide id="3" orient="horz" pos="228">
          <p15:clr>
            <a:srgbClr val="F26B43"/>
          </p15:clr>
        </p15:guide>
        <p15:guide id="4" orient="horz" pos="712">
          <p15:clr>
            <a:srgbClr val="F26B43"/>
          </p15:clr>
        </p15:guide>
        <p15:guide id="5" orient="horz" pos="4104">
          <p15:clr>
            <a:srgbClr val="F26B43"/>
          </p15:clr>
        </p15:guide>
        <p15:guide id="6" orient="horz" pos="816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6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Transforming Our Future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Comprehensive executive analysis.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Today's Agenda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371600"/>
            <a:ext cx="54864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r>
              <a:t>Comprehensive executive analysis summary.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37160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Key Metrics Overview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Current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r>
              <a:t>- Current challenges in analysis.</a:t>
            </a:r>
          </a:p>
          <a:p>
            <a:r>
              <a:t>- Executive Analysis Complexity: High</a:t>
            </a:r>
          </a:p>
          <a:p>
            <a:r>
              <a:t>- Axis: Challenges Overview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371600"/>
            <a:ext cx="5486400" cy="38760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Processes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r>
              <a:t>- Comprehensive executive analysis</a:t>
            </a:r>
          </a:p>
          <a:p>
            <a:r>
              <a:t>- Phase: High-level</a:t>
            </a:r>
          </a:p>
          <a:p>
            <a:r>
              <a:t>- Axis: Strategic Processes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r>
              <a:t>Future roadmap overview.</a:t>
            </a:r>
          </a:p>
          <a:p>
            <a:r>
              <a:t>- Comprehensive executive analysis.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r>
              <a:t>Performance comparison overview.</a:t>
            </a:r>
          </a:p>
          <a:p>
            <a:r>
              <a:t>- Executive Analysis Score: 85%</a:t>
            </a:r>
          </a:p>
          <a:p>
            <a:r>
              <a:t>- Axis: Performance Metrics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371600"/>
            <a:ext cx="5486400" cy="36626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Key Takeaways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r>
              <a:t>Comprehensive executive analysis concluded.</a:t>
            </a:r>
          </a:p>
          <a:p>
            <a:r>
              <a:t>Next Steps Count: 3</a:t>
            </a:r>
          </a:p>
          <a:p>
            <a:r>
              <a:t>Axis: Next Steps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37160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High-level executive analysis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INKEDPICTURESLINKREMOVED" val="True"/>
  <p:tag name="ISLIDE.GUIDESSETTING" val="{&quot;Id&quot;:&quot;GuidesStyle_Normal&quot;,&quot;Name&quot;:&quot;GuidesStyle_Normal&quot;,&quot;Kind&quot;:0,&quot;OldGuidesSetting&quot;:{&quot;HeaderHeight&quot;:15.0,&quot;FooterHeight&quot;:9.0,&quot;SideMargin&quot;:5.5,&quot;TopMargin&quot;:0.0,&quot;BottomMargin&quot;:0.0,&quot;IntervalMargin&quot;:1.5}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1_Office Theme">
  <a:themeElements>
    <a:clrScheme name="Custom 25">
      <a:dk1>
        <a:sysClr val="windowText" lastClr="000000"/>
      </a:dk1>
      <a:lt1>
        <a:sysClr val="window" lastClr="FFFFFF"/>
      </a:lt1>
      <a:dk2>
        <a:srgbClr val="2C2C2C"/>
      </a:dk2>
      <a:lt2>
        <a:srgbClr val="E8E8E8"/>
      </a:lt2>
      <a:accent1>
        <a:srgbClr val="EF4444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aspr ai">
      <a:majorFont>
        <a:latin typeface="Libre Baskerville"/>
        <a:ea typeface="inter"/>
        <a:cs typeface="Libre Baskerville"/>
      </a:majorFont>
      <a:minorFont>
        <a:latin typeface="Inter"/>
        <a:ea typeface="inter"/>
        <a:cs typeface="Inte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909</TotalTime>
  <Words>1</Words>
  <Application>Microsoft Office PowerPoint</Application>
  <PresentationFormat>Widescreen</PresentationFormat>
  <Paragraphs>1</Paragraphs>
  <Slides>6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Inter</vt:lpstr>
      <vt:lpstr>Inter</vt:lpstr>
      <vt:lpstr>Libre Baskerville</vt:lpstr>
      <vt:lpstr>1_Office Theme</vt:lpstr>
      <vt:lpstr>think-cell Slide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rohit</cp:lastModifiedBy>
  <cp:revision>19</cp:revision>
  <dcterms:created xsi:type="dcterms:W3CDTF">2026-03-25T00:46:51Z</dcterms:created>
  <dcterms:modified xsi:type="dcterms:W3CDTF">2026-03-31T19:15:31Z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83303d7c-e5a3-4cc8-90eb-69bfd7570ac4_Enabled">
    <vt:lpwstr>true</vt:lpwstr>
  </property>
  <property fmtid="{D5CDD505-2E9C-101B-9397-08002B2CF9AE}" pid="3" name="MSIP_Label_83303d7c-e5a3-4cc8-90eb-69bfd7570ac4_SetDate">
    <vt:lpwstr>2026-03-25T01:04:45Z</vt:lpwstr>
  </property>
  <property fmtid="{D5CDD505-2E9C-101B-9397-08002B2CF9AE}" pid="4" name="MSIP_Label_83303d7c-e5a3-4cc8-90eb-69bfd7570ac4_Method">
    <vt:lpwstr>Standard</vt:lpwstr>
  </property>
  <property fmtid="{D5CDD505-2E9C-101B-9397-08002B2CF9AE}" pid="5" name="MSIP_Label_83303d7c-e5a3-4cc8-90eb-69bfd7570ac4_Name">
    <vt:lpwstr>Client Confidential Information-SLV1</vt:lpwstr>
  </property>
  <property fmtid="{D5CDD505-2E9C-101B-9397-08002B2CF9AE}" pid="6" name="MSIP_Label_83303d7c-e5a3-4cc8-90eb-69bfd7570ac4_SiteId">
    <vt:lpwstr>cc8936bc-9382-4fff-87cb-6f55999549e7</vt:lpwstr>
  </property>
  <property fmtid="{D5CDD505-2E9C-101B-9397-08002B2CF9AE}" pid="7" name="MSIP_Label_83303d7c-e5a3-4cc8-90eb-69bfd7570ac4_ActionId">
    <vt:lpwstr>d47d3141-aa57-42b2-bb53-fece967408d3</vt:lpwstr>
  </property>
  <property fmtid="{D5CDD505-2E9C-101B-9397-08002B2CF9AE}" pid="8" name="MSIP_Label_83303d7c-e5a3-4cc8-90eb-69bfd7570ac4_ContentBits">
    <vt:lpwstr>0</vt:lpwstr>
  </property>
  <property fmtid="{D5CDD505-2E9C-101B-9397-08002B2CF9AE}" pid="9" name="MSIP_Label_83303d7c-e5a3-4cc8-90eb-69bfd7570ac4_Tag">
    <vt:lpwstr>10, 3, 0, 1</vt:lpwstr>
  </property>
</Properties>
</file>