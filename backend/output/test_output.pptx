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rawings/vmlDrawing1.vml" ContentType="application/vnd.openxmlformats-officedocument.vmlDrawing"/>
  <Override PartName="/ppt/drawings/vmlDrawing2.vml" ContentType="application/vnd.openxmlformats-officedocument.vmlDrawing"/>
  <Override PartName="/ppt/drawings/vmlDrawing3.vml" ContentType="application/vnd.openxmlformats-officedocument.vmlDrawing"/>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media/image11.svg" ContentType="image/svg+xml"/>
  <Override PartName="/ppt/media/image3.svg" ContentType="image/svg+xml"/>
  <Override PartName="/ppt/media/image7.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5" r:id="rId1"/>
  </p:sldMasterIdLst>
  <p:notesMasterIdLst>
    <p:notesMasterId r:id="rId7"/>
  </p:notesMasterIdLst>
  <p:sldIdLst>
    <p:sldId id="256" r:id="rId6"/>
    <p:sldId id="257" r:id="rId5"/>
    <p:sldId id="258" r:id="rId4"/>
    <p:sldId id="259" r:id="rId3"/>
    <p:sldId id="260" r:id="rId2"/>
    <p:sldId id="261" r:id="rId14"/>
    <p:sldId id="262" r:id="rId15"/>
    <p:sldId id="263" r:id="rId16"/>
  </p:sldIdLst>
  <p:sldSz cx="12192000" cy="6858000"/>
  <p:notesSz cx="6858000" cy="12192000"/>
  <p:custDataLst>
    <p:tags r:id="rId8"/>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ECEC"/>
    <a:srgbClr val="DCDEF3"/>
    <a:srgbClr val="2C2C2C"/>
    <a:srgbClr val="EF4444"/>
    <a:srgbClr val="16FFBB"/>
    <a:srgbClr val="0A081B"/>
    <a:srgbClr val="44546A"/>
    <a:srgbClr val="030617"/>
    <a:srgbClr val="000421"/>
    <a:srgbClr val="00021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705AC1-8605-48EA-92A3-FBF9C5EB6B26}" v="1017" dt="2026-03-30T13:44:57.378"/>
    <p1510:client id="{4B297813-077F-4AA1-810B-B2A30BCE4693}" v="1711" dt="2026-03-30T20:03:31.3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431" autoAdjust="0"/>
    <p:restoredTop sz="94610"/>
  </p:normalViewPr>
  <p:slideViewPr>
    <p:cSldViewPr snapToGrid="0" snapToObjects="1">
      <p:cViewPr varScale="1">
        <p:scale>
          <a:sx n="153" d="100"/>
          <a:sy n="153" d="100"/>
        </p:scale>
        <p:origin x="318" y="108"/>
      </p:cViewPr>
      <p:guideLst/>
    </p:cSldViewPr>
  </p:slideViewPr>
  <p:notesTextViewPr>
    <p:cViewPr>
      <p:scale>
        <a:sx n="1" d="1"/>
        <a:sy n="1" d="1"/>
      </p:scale>
      <p:origin x="0" y="0"/>
    </p:cViewPr>
  </p:notesTextViewPr>
  <p:sorterViewPr>
    <p:cViewPr>
      <p:scale>
        <a:sx n="200" d="100"/>
        <a:sy n="200" d="100"/>
      </p:scale>
      <p:origin x="0" y="-1239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5.xml"/><Relationship Id="rId3" Type="http://schemas.openxmlformats.org/officeDocument/2006/relationships/slide" Target="slides/slide4.xml"/><Relationship Id="rId4" Type="http://schemas.openxmlformats.org/officeDocument/2006/relationships/slide" Target="slides/slide3.xml"/><Relationship Id="rId5" Type="http://schemas.openxmlformats.org/officeDocument/2006/relationships/slide" Target="slides/slide2.xml"/><Relationship Id="rId6" Type="http://schemas.openxmlformats.org/officeDocument/2006/relationships/slide" Target="slides/slide1.xml"/><Relationship Id="rId7" Type="http://schemas.openxmlformats.org/officeDocument/2006/relationships/notesMaster" Target="notesMasters/notesMaster1.xml"/><Relationship Id="rId8" Type="http://schemas.openxmlformats.org/officeDocument/2006/relationships/tags" Target="tags/tag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microsoft.com/office/2015/10/relationships/revisionInfo" Target="revisionInfo.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66978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vmlDrawing" Target="../drawings/vmlDrawing2.vml"/><Relationship Id="rId2" Type="http://schemas.openxmlformats.org/officeDocument/2006/relationships/tags" Target="../tags/tag3.xml"/><Relationship Id="rId3" Type="http://schemas.openxmlformats.org/officeDocument/2006/relationships/slideMaster" Target="../slideMasters/slideMaster1.xml"/><Relationship Id="rId4" Type="http://schemas.openxmlformats.org/officeDocument/2006/relationships/oleObject" Target="../embeddings/oleObject2.bin"/><Relationship Id="rId5" Type="http://schemas.openxmlformats.org/officeDocument/2006/relationships/image" Target="../media/image4.emf"/><Relationship Id="rId6" Type="http://schemas.openxmlformats.org/officeDocument/2006/relationships/image" Target="../media/image5.png"/><Relationship Id="rId7" Type="http://schemas.openxmlformats.org/officeDocument/2006/relationships/image" Target="../media/image2.png"/><Relationship Id="rId8" Type="http://schemas.openxmlformats.org/officeDocument/2006/relationships/image" Target="../media/image3.svg"/><Relationship Id="rId9" Type="http://schemas.openxmlformats.org/officeDocument/2006/relationships/image" Target="../media/image6.png"/><Relationship Id="rId10" Type="http://schemas.openxmlformats.org/officeDocument/2006/relationships/image" Target="../media/image7.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image" Target="../media/image2.png"/><Relationship Id="rId5"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vmlDrawing" Target="../drawings/vmlDrawing3.vml"/><Relationship Id="rId2" Type="http://schemas.openxmlformats.org/officeDocument/2006/relationships/tags" Target="../tags/tag4.xml"/><Relationship Id="rId3" Type="http://schemas.openxmlformats.org/officeDocument/2006/relationships/slideMaster" Target="../slideMasters/slideMaster1.xml"/><Relationship Id="rId4" Type="http://schemas.openxmlformats.org/officeDocument/2006/relationships/oleObject" Target="../embeddings/oleObject3.bin"/><Relationship Id="rId5" Type="http://schemas.openxmlformats.org/officeDocument/2006/relationships/image" Target="../media/image8.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svg"/><Relationship Id="rId5" Type="http://schemas.openxmlformats.org/officeDocument/2006/relationships/image" Target="../media/image2.png"/><Relationship Id="rId6"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Ref idx="1001">
        <a:schemeClr val="bg1"/>
      </p:bgRef>
    </p:bg>
    <p:spTree>
      <p:nvGrpSpPr>
        <p:cNvPr id="1" name=""/>
        <p:cNvGrpSpPr/>
        <p:nvPr/>
      </p:nvGrpSpPr>
      <p:grpSpPr>
        <a:xfrm>
          <a:off x="0" y="0"/>
          <a:ext cx="0" cy="0"/>
          <a:chOff x="0" y="0"/>
          <a:chExt cx="0" cy="0"/>
        </a:xfrm>
      </p:grpSpPr>
      <p:graphicFrame>
        <p:nvGraphicFramePr>
          <p:cNvPr id="21" name="think-cell data - do not delete" hidden="1">
            <a:extLst>
              <a:ext uri="{FF2B5EF4-FFF2-40B4-BE49-F238E27FC236}">
                <a16:creationId xmlns:a16="http://schemas.microsoft.com/office/drawing/2014/main" id="{02BA39D9-9B0B-7AF0-AF99-16EC8B5711BE}"/>
              </a:ext>
            </a:extLst>
          </p:cNvPr>
          <p:cNvGraphicFramePr>
            <a:graphicFrameLocks/>
          </p:cNvGraphicFramePr>
          <p:nvPr userDrawn="1">
            <p:custDataLst>
              <p:tags r:id="rId2"/>
            </p:custDataLst>
            <p:extLst>
              <p:ext uri="{D42A27DB-BD31-4B8C-83A1-F6EECF244321}">
                <p14:modId xmlns:p14="http://schemas.microsoft.com/office/powerpoint/2010/main" val="29097497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52" name="think-cell Slide" r:id="rId4" imgW="425" imgH="426" progId="TCLayout.ActiveDocument.1">
                  <p:embed/>
                </p:oleObj>
              </mc:Choice>
              <mc:Fallback>
                <p:oleObj name="think-cell Slide" r:id="rId4" imgW="425" imgH="426" progId="TCLayout.ActiveDocument.1">
                  <p:embed/>
                  <p:pic>
                    <p:nvPicPr>
                      <p:cNvPr id="21" name="think-cell data - do not delete" hidden="1">
                        <a:extLst>
                          <a:ext uri="{FF2B5EF4-FFF2-40B4-BE49-F238E27FC236}">
                            <a16:creationId xmlns:a16="http://schemas.microsoft.com/office/drawing/2014/main" id="{02BA39D9-9B0B-7AF0-AF99-16EC8B5711B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0" name="Freeform: Shape 19">
            <a:extLst>
              <a:ext uri="{FF2B5EF4-FFF2-40B4-BE49-F238E27FC236}">
                <a16:creationId xmlns:a16="http://schemas.microsoft.com/office/drawing/2014/main" id="{FE41534B-B857-A6CB-44A0-4522CDD51055}"/>
              </a:ext>
            </a:extLst>
          </p:cNvPr>
          <p:cNvSpPr/>
          <p:nvPr userDrawn="1"/>
        </p:nvSpPr>
        <p:spPr>
          <a:xfrm>
            <a:off x="0" y="0"/>
            <a:ext cx="12192000" cy="6858000"/>
          </a:xfrm>
          <a:custGeom>
            <a:avLst/>
            <a:gdLst>
              <a:gd name="csX0" fmla="*/ 0 w 12192000"/>
              <a:gd name="csY0" fmla="*/ 0 h 6858000"/>
              <a:gd name="csX1" fmla="*/ 12192000 w 12192000"/>
              <a:gd name="csY1" fmla="*/ 0 h 6858000"/>
              <a:gd name="csX2" fmla="*/ 12192000 w 12192000"/>
              <a:gd name="csY2" fmla="*/ 6858000 h 6858000"/>
              <a:gd name="csX3" fmla="*/ 0 w 12192000"/>
              <a:gd name="csY3" fmla="*/ 6858000 h 6858000"/>
            </a:gdLst>
            <a:ahLst/>
            <a:cxnLst>
              <a:cxn ang="0">
                <a:pos x="csX0" y="csY0"/>
              </a:cxn>
              <a:cxn ang="0">
                <a:pos x="csX1" y="csY1"/>
              </a:cxn>
              <a:cxn ang="0">
                <a:pos x="csX2" y="csY2"/>
              </a:cxn>
              <a:cxn ang="0">
                <a:pos x="csX3" y="csY3"/>
              </a:cxn>
            </a:cxnLst>
            <a:rect l="l" t="t" r="r" b="b"/>
            <a:pathLst>
              <a:path w="12192000" h="6858000">
                <a:moveTo>
                  <a:pt x="0" y="0"/>
                </a:moveTo>
                <a:lnTo>
                  <a:pt x="12192000" y="0"/>
                </a:lnTo>
                <a:lnTo>
                  <a:pt x="12192000" y="6858000"/>
                </a:lnTo>
                <a:lnTo>
                  <a:pt x="0" y="685800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ar-SA"/>
          </a:p>
        </p:txBody>
      </p:sp>
      <p:sp>
        <p:nvSpPr>
          <p:cNvPr id="2" name="Freeform: Shape 1">
            <a:extLst>
              <a:ext uri="{FF2B5EF4-FFF2-40B4-BE49-F238E27FC236}">
                <a16:creationId xmlns:a16="http://schemas.microsoft.com/office/drawing/2014/main" id="{88811805-79F0-6721-B001-EF2CE825CC2F}"/>
              </a:ext>
            </a:extLst>
          </p:cNvPr>
          <p:cNvSpPr/>
          <p:nvPr userDrawn="1"/>
        </p:nvSpPr>
        <p:spPr>
          <a:xfrm>
            <a:off x="-1" y="1141541"/>
            <a:ext cx="8529061" cy="4574918"/>
          </a:xfrm>
          <a:custGeom>
            <a:avLst/>
            <a:gdLst>
              <a:gd name="csX0" fmla="*/ 0 w 8529061"/>
              <a:gd name="csY0" fmla="*/ 0 h 4574918"/>
              <a:gd name="csX1" fmla="*/ 8529061 w 8529061"/>
              <a:gd name="csY1" fmla="*/ 0 h 4574918"/>
              <a:gd name="csX2" fmla="*/ 6865345 w 8529061"/>
              <a:gd name="csY2" fmla="*/ 1663717 h 4574918"/>
              <a:gd name="csX3" fmla="*/ 6865345 w 8529061"/>
              <a:gd name="csY3" fmla="*/ 2917584 h 4574918"/>
              <a:gd name="csX4" fmla="*/ 8522679 w 8529061"/>
              <a:gd name="csY4" fmla="*/ 4574918 h 4574918"/>
              <a:gd name="csX5" fmla="*/ 0 w 8529061"/>
              <a:gd name="csY5" fmla="*/ 4574918 h 4574918"/>
            </a:gdLst>
            <a:ahLst/>
            <a:cxnLst>
              <a:cxn ang="0">
                <a:pos x="csX0" y="csY0"/>
              </a:cxn>
              <a:cxn ang="0">
                <a:pos x="csX1" y="csY1"/>
              </a:cxn>
              <a:cxn ang="0">
                <a:pos x="csX2" y="csY2"/>
              </a:cxn>
              <a:cxn ang="0">
                <a:pos x="csX3" y="csY3"/>
              </a:cxn>
              <a:cxn ang="0">
                <a:pos x="csX4" y="csY4"/>
              </a:cxn>
              <a:cxn ang="0">
                <a:pos x="csX5" y="csY5"/>
              </a:cxn>
            </a:cxnLst>
            <a:rect l="l" t="t" r="r" b="b"/>
            <a:pathLst>
              <a:path w="8529061" h="4574918">
                <a:moveTo>
                  <a:pt x="0" y="0"/>
                </a:moveTo>
                <a:lnTo>
                  <a:pt x="8529061" y="0"/>
                </a:lnTo>
                <a:lnTo>
                  <a:pt x="6865345" y="1663717"/>
                </a:lnTo>
                <a:cubicBezTo>
                  <a:pt x="6519099" y="2009963"/>
                  <a:pt x="6519099" y="2571338"/>
                  <a:pt x="6865345" y="2917584"/>
                </a:cubicBezTo>
                <a:lnTo>
                  <a:pt x="8522679" y="4574918"/>
                </a:lnTo>
                <a:lnTo>
                  <a:pt x="0" y="4574918"/>
                </a:lnTo>
                <a:close/>
              </a:path>
            </a:pathLst>
          </a:cu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ar-SA"/>
          </a:p>
        </p:txBody>
      </p:sp>
      <p:sp>
        <p:nvSpPr>
          <p:cNvPr id="3" name="Freeform: Shape 2">
            <a:extLst>
              <a:ext uri="{FF2B5EF4-FFF2-40B4-BE49-F238E27FC236}">
                <a16:creationId xmlns:a16="http://schemas.microsoft.com/office/drawing/2014/main" id="{28D67FE6-64AA-0564-EFB6-88C4C95A1971}"/>
              </a:ext>
            </a:extLst>
          </p:cNvPr>
          <p:cNvSpPr/>
          <p:nvPr userDrawn="1"/>
        </p:nvSpPr>
        <p:spPr>
          <a:xfrm rot="2700000">
            <a:off x="7263674" y="956986"/>
            <a:ext cx="4950410" cy="4950410"/>
          </a:xfrm>
          <a:custGeom>
            <a:avLst/>
            <a:gdLst>
              <a:gd name="csX0" fmla="*/ 259684 w 4950410"/>
              <a:gd name="csY0" fmla="*/ 259684 h 4950410"/>
              <a:gd name="csX1" fmla="*/ 886618 w 4950410"/>
              <a:gd name="csY1" fmla="*/ 0 h 4950410"/>
              <a:gd name="csX2" fmla="*/ 3469237 w 4950410"/>
              <a:gd name="csY2" fmla="*/ 0 h 4950410"/>
              <a:gd name="csX3" fmla="*/ 4950410 w 4950410"/>
              <a:gd name="csY3" fmla="*/ 1481173 h 4950410"/>
              <a:gd name="csX4" fmla="*/ 4950410 w 4950410"/>
              <a:gd name="csY4" fmla="*/ 4063792 h 4950410"/>
              <a:gd name="csX5" fmla="*/ 4063792 w 4950410"/>
              <a:gd name="csY5" fmla="*/ 4950410 h 4950410"/>
              <a:gd name="csX6" fmla="*/ 886618 w 4950410"/>
              <a:gd name="csY6" fmla="*/ 4950410 h 4950410"/>
              <a:gd name="csX7" fmla="*/ 0 w 4950410"/>
              <a:gd name="csY7" fmla="*/ 4063792 h 4950410"/>
              <a:gd name="csX8" fmla="*/ 0 w 4950410"/>
              <a:gd name="csY8" fmla="*/ 886618 h 4950410"/>
              <a:gd name="csX9" fmla="*/ 259684 w 4950410"/>
              <a:gd name="csY9" fmla="*/ 259684 h 49504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950410" h="4950410">
                <a:moveTo>
                  <a:pt x="259684" y="259684"/>
                </a:moveTo>
                <a:cubicBezTo>
                  <a:pt x="420130" y="99238"/>
                  <a:pt x="641785" y="0"/>
                  <a:pt x="886618" y="0"/>
                </a:cubicBezTo>
                <a:lnTo>
                  <a:pt x="3469237" y="0"/>
                </a:lnTo>
                <a:lnTo>
                  <a:pt x="4950410" y="1481173"/>
                </a:lnTo>
                <a:lnTo>
                  <a:pt x="4950410" y="4063792"/>
                </a:lnTo>
                <a:cubicBezTo>
                  <a:pt x="4950410" y="4553458"/>
                  <a:pt x="4553458" y="4950410"/>
                  <a:pt x="4063792" y="4950410"/>
                </a:cubicBezTo>
                <a:lnTo>
                  <a:pt x="886618" y="4950410"/>
                </a:lnTo>
                <a:cubicBezTo>
                  <a:pt x="396952" y="4950410"/>
                  <a:pt x="0" y="4553458"/>
                  <a:pt x="0" y="4063792"/>
                </a:cubicBezTo>
                <a:lnTo>
                  <a:pt x="0" y="886618"/>
                </a:lnTo>
                <a:cubicBezTo>
                  <a:pt x="0" y="641785"/>
                  <a:pt x="99238" y="420130"/>
                  <a:pt x="259684" y="259684"/>
                </a:cubicBezTo>
                <a:close/>
              </a:path>
            </a:pathLst>
          </a:custGeom>
          <a:no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ar-SA"/>
          </a:p>
        </p:txBody>
      </p:sp>
      <p:pic>
        <p:nvPicPr>
          <p:cNvPr id="4" name="Picture 3">
            <a:extLst>
              <a:ext uri="{FF2B5EF4-FFF2-40B4-BE49-F238E27FC236}">
                <a16:creationId xmlns:a16="http://schemas.microsoft.com/office/drawing/2014/main" id="{417234FB-B25D-3BEE-BF02-F70E6DF028B8}"/>
              </a:ext>
            </a:extLst>
          </p:cNvPr>
          <p:cNvPicPr>
            <a:picLocks noChangeAspect="1"/>
          </p:cNvPicPr>
          <p:nvPr userDrawn="1"/>
        </p:nvPicPr>
        <p:blipFill rotWithShape="1">
          <a:blip r:embed="rId6"/>
          <a:srcRect l="286" r="17210"/>
          <a:stretch>
            <a:fillRect/>
          </a:stretch>
        </p:blipFill>
        <p:spPr>
          <a:xfrm>
            <a:off x="6924598" y="236277"/>
            <a:ext cx="5268235" cy="6385450"/>
          </a:xfrm>
          <a:custGeom>
            <a:avLst/>
            <a:gdLst>
              <a:gd name="csX0" fmla="*/ 3192725 w 5268235"/>
              <a:gd name="csY0" fmla="*/ 1 h 6385450"/>
              <a:gd name="csX1" fmla="*/ 3718076 w 5268235"/>
              <a:gd name="csY1" fmla="*/ 217607 h 6385450"/>
              <a:gd name="csX2" fmla="*/ 5268235 w 5268235"/>
              <a:gd name="csY2" fmla="*/ 1767766 h 6385450"/>
              <a:gd name="csX3" fmla="*/ 5268235 w 5268235"/>
              <a:gd name="csY3" fmla="*/ 4617684 h 6385450"/>
              <a:gd name="csX4" fmla="*/ 3718076 w 5268235"/>
              <a:gd name="csY4" fmla="*/ 6167843 h 6385450"/>
              <a:gd name="csX5" fmla="*/ 2667375 w 5268235"/>
              <a:gd name="csY5" fmla="*/ 6167843 h 6385450"/>
              <a:gd name="csX6" fmla="*/ 217607 w 5268235"/>
              <a:gd name="csY6" fmla="*/ 3718076 h 6385450"/>
              <a:gd name="csX7" fmla="*/ 217607 w 5268235"/>
              <a:gd name="csY7" fmla="*/ 2667375 h 6385450"/>
              <a:gd name="csX8" fmla="*/ 2667375 w 5268235"/>
              <a:gd name="csY8" fmla="*/ 217607 h 6385450"/>
              <a:gd name="csX9" fmla="*/ 3192725 w 5268235"/>
              <a:gd name="csY9" fmla="*/ 1 h 63854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5268235" h="6385450">
                <a:moveTo>
                  <a:pt x="3192725" y="1"/>
                </a:moveTo>
                <a:cubicBezTo>
                  <a:pt x="3382866" y="0"/>
                  <a:pt x="3573004" y="72536"/>
                  <a:pt x="3718076" y="217607"/>
                </a:cubicBezTo>
                <a:lnTo>
                  <a:pt x="5268235" y="1767766"/>
                </a:lnTo>
                <a:lnTo>
                  <a:pt x="5268235" y="4617684"/>
                </a:lnTo>
                <a:lnTo>
                  <a:pt x="3718076" y="6167843"/>
                </a:lnTo>
                <a:cubicBezTo>
                  <a:pt x="3427933" y="6457986"/>
                  <a:pt x="2957517" y="6457986"/>
                  <a:pt x="2667375" y="6167843"/>
                </a:cubicBezTo>
                <a:lnTo>
                  <a:pt x="217607" y="3718076"/>
                </a:lnTo>
                <a:cubicBezTo>
                  <a:pt x="-72535" y="3427933"/>
                  <a:pt x="-72535" y="2957518"/>
                  <a:pt x="217607" y="2667375"/>
                </a:cubicBezTo>
                <a:lnTo>
                  <a:pt x="2667375" y="217607"/>
                </a:lnTo>
                <a:cubicBezTo>
                  <a:pt x="2812446" y="72536"/>
                  <a:pt x="3002585" y="0"/>
                  <a:pt x="3192725" y="1"/>
                </a:cubicBezTo>
                <a:close/>
              </a:path>
            </a:pathLst>
          </a:custGeom>
        </p:spPr>
      </p:pic>
      <p:sp>
        <p:nvSpPr>
          <p:cNvPr id="16" name="Text Placeholder 15">
            <a:extLst>
              <a:ext uri="{FF2B5EF4-FFF2-40B4-BE49-F238E27FC236}">
                <a16:creationId xmlns:a16="http://schemas.microsoft.com/office/drawing/2014/main" id="{C8A11165-DE79-A282-6C57-655EFCB8EA47}"/>
              </a:ext>
            </a:extLst>
          </p:cNvPr>
          <p:cNvSpPr>
            <a:spLocks noGrp="1"/>
          </p:cNvSpPr>
          <p:nvPr>
            <p:ph type="body" sz="quarter" idx="10"/>
          </p:nvPr>
        </p:nvSpPr>
        <p:spPr>
          <a:xfrm>
            <a:off x="342900" y="2837616"/>
            <a:ext cx="6045200" cy="615553"/>
          </a:xfr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b">
            <a:spAutoFit/>
          </a:bodyPr>
          <a:lstStyle>
            <a:lvl1pPr marL="0" indent="0">
              <a:buNone/>
              <a:defRPr lang="ar-SA" sz="4000" b="1" dirty="0">
                <a:solidFill>
                  <a:schemeClr val="accent1"/>
                </a:solidFill>
                <a:latin typeface="+mj-lt"/>
              </a:defRPr>
            </a:lvl1pPr>
          </a:lstStyle>
          <a:p>
            <a:pPr marL="0" lvl="0"/>
            <a:endParaRPr lang="ar-SA" dirty="0"/>
          </a:p>
        </p:txBody>
      </p:sp>
      <p:sp>
        <p:nvSpPr>
          <p:cNvPr id="17" name="Text Placeholder 15">
            <a:extLst>
              <a:ext uri="{FF2B5EF4-FFF2-40B4-BE49-F238E27FC236}">
                <a16:creationId xmlns:a16="http://schemas.microsoft.com/office/drawing/2014/main" id="{0967C7F2-CFB4-8EB5-B9F3-1B8A209785A9}"/>
              </a:ext>
            </a:extLst>
          </p:cNvPr>
          <p:cNvSpPr>
            <a:spLocks noGrp="1"/>
          </p:cNvSpPr>
          <p:nvPr>
            <p:ph type="body" sz="quarter" idx="11"/>
          </p:nvPr>
        </p:nvSpPr>
        <p:spPr>
          <a:xfrm>
            <a:off x="342900" y="3958828"/>
            <a:ext cx="6045200" cy="738664"/>
          </a:xfr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spAutoFit/>
          </a:bodyPr>
          <a:lstStyle>
            <a:lvl1pPr marL="0" indent="0">
              <a:buNone/>
              <a:defRPr lang="ar-SA" dirty="0">
                <a:solidFill>
                  <a:schemeClr val="tx1"/>
                </a:solidFill>
              </a:defRPr>
            </a:lvl1pPr>
          </a:lstStyle>
          <a:p>
            <a:pPr marL="0" lvl="0"/>
            <a:endParaRPr lang="ar-SA" dirty="0"/>
          </a:p>
        </p:txBody>
      </p:sp>
      <p:cxnSp>
        <p:nvCxnSpPr>
          <p:cNvPr id="8" name="Straight Connector 7">
            <a:extLst>
              <a:ext uri="{FF2B5EF4-FFF2-40B4-BE49-F238E27FC236}">
                <a16:creationId xmlns:a16="http://schemas.microsoft.com/office/drawing/2014/main" id="{A64B21D0-40AC-C383-2CBE-166C5CD0B6F8}"/>
              </a:ext>
            </a:extLst>
          </p:cNvPr>
          <p:cNvCxnSpPr>
            <a:cxnSpLocks/>
          </p:cNvCxnSpPr>
          <p:nvPr userDrawn="1"/>
        </p:nvCxnSpPr>
        <p:spPr>
          <a:xfrm>
            <a:off x="342901" y="3705999"/>
            <a:ext cx="825224" cy="0"/>
          </a:xfrm>
          <a:prstGeom prst="line">
            <a:avLst/>
          </a:prstGeom>
          <a:ln w="44450" cap="rnd">
            <a:solidFill>
              <a:schemeClr val="accent1"/>
            </a:solidFill>
            <a:round/>
          </a:ln>
        </p:spPr>
        <p:style>
          <a:lnRef idx="1">
            <a:schemeClr val="accent1"/>
          </a:lnRef>
          <a:fillRef idx="0">
            <a:schemeClr val="accent1"/>
          </a:fillRef>
          <a:effectRef idx="0">
            <a:schemeClr val="accent1"/>
          </a:effectRef>
          <a:fontRef idx="minor">
            <a:schemeClr val="tx1"/>
          </a:fontRef>
        </p:style>
      </p:cxnSp>
      <p:pic>
        <p:nvPicPr>
          <p:cNvPr id="10" name="Graphic 9">
            <a:extLst>
              <a:ext uri="{FF2B5EF4-FFF2-40B4-BE49-F238E27FC236}">
                <a16:creationId xmlns:a16="http://schemas.microsoft.com/office/drawing/2014/main" id="{BB1C474A-C2DC-B9E2-24CC-DA7B4BD433D5}"/>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342901" y="396664"/>
            <a:ext cx="919603" cy="432754"/>
          </a:xfrm>
          <a:prstGeom prst="rect">
            <a:avLst/>
          </a:prstGeom>
        </p:spPr>
      </p:pic>
      <p:pic>
        <p:nvPicPr>
          <p:cNvPr id="11" name="Graphic 10">
            <a:extLst>
              <a:ext uri="{FF2B5EF4-FFF2-40B4-BE49-F238E27FC236}">
                <a16:creationId xmlns:a16="http://schemas.microsoft.com/office/drawing/2014/main" id="{6E169891-FEC1-6FE4-A5C4-2BFDBD58A154}"/>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163535" y="1268265"/>
            <a:ext cx="928665" cy="928665"/>
          </a:xfrm>
          <a:prstGeom prst="rect">
            <a:avLst/>
          </a:prstGeom>
        </p:spPr>
      </p:pic>
      <p:sp>
        <p:nvSpPr>
          <p:cNvPr id="12" name="Freeform: Shape 11">
            <a:extLst>
              <a:ext uri="{FF2B5EF4-FFF2-40B4-BE49-F238E27FC236}">
                <a16:creationId xmlns:a16="http://schemas.microsoft.com/office/drawing/2014/main" id="{3E3762E4-9678-FAF6-1527-183048133FDD}"/>
              </a:ext>
            </a:extLst>
          </p:cNvPr>
          <p:cNvSpPr/>
          <p:nvPr userDrawn="1"/>
        </p:nvSpPr>
        <p:spPr>
          <a:xfrm rot="2700000">
            <a:off x="7642802" y="953795"/>
            <a:ext cx="4950410" cy="4950410"/>
          </a:xfrm>
          <a:custGeom>
            <a:avLst/>
            <a:gdLst>
              <a:gd name="csX0" fmla="*/ 217608 w 4950410"/>
              <a:gd name="csY0" fmla="*/ 217608 h 4950410"/>
              <a:gd name="csX1" fmla="*/ 742958 w 4950410"/>
              <a:gd name="csY1" fmla="*/ 0 h 4950410"/>
              <a:gd name="csX2" fmla="*/ 2935214 w 4950410"/>
              <a:gd name="csY2" fmla="*/ 0 h 4950410"/>
              <a:gd name="csX3" fmla="*/ 4950410 w 4950410"/>
              <a:gd name="csY3" fmla="*/ 2015196 h 4950410"/>
              <a:gd name="csX4" fmla="*/ 4950410 w 4950410"/>
              <a:gd name="csY4" fmla="*/ 4207452 h 4950410"/>
              <a:gd name="csX5" fmla="*/ 4207452 w 4950410"/>
              <a:gd name="csY5" fmla="*/ 4950410 h 4950410"/>
              <a:gd name="csX6" fmla="*/ 742958 w 4950410"/>
              <a:gd name="csY6" fmla="*/ 4950410 h 4950410"/>
              <a:gd name="csX7" fmla="*/ 0 w 4950410"/>
              <a:gd name="csY7" fmla="*/ 4207452 h 4950410"/>
              <a:gd name="csX8" fmla="*/ 0 w 4950410"/>
              <a:gd name="csY8" fmla="*/ 742958 h 4950410"/>
              <a:gd name="csX9" fmla="*/ 217608 w 4950410"/>
              <a:gd name="csY9" fmla="*/ 217608 h 49504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950410" h="4950410">
                <a:moveTo>
                  <a:pt x="217608" y="217608"/>
                </a:moveTo>
                <a:cubicBezTo>
                  <a:pt x="352057" y="83158"/>
                  <a:pt x="537796" y="0"/>
                  <a:pt x="742958" y="0"/>
                </a:cubicBezTo>
                <a:lnTo>
                  <a:pt x="2935214" y="0"/>
                </a:lnTo>
                <a:lnTo>
                  <a:pt x="4950410" y="2015196"/>
                </a:lnTo>
                <a:lnTo>
                  <a:pt x="4950410" y="4207452"/>
                </a:lnTo>
                <a:cubicBezTo>
                  <a:pt x="4950410" y="4617776"/>
                  <a:pt x="4617776" y="4950410"/>
                  <a:pt x="4207452" y="4950410"/>
                </a:cubicBezTo>
                <a:lnTo>
                  <a:pt x="742958" y="4950410"/>
                </a:lnTo>
                <a:cubicBezTo>
                  <a:pt x="332634" y="4950410"/>
                  <a:pt x="0" y="4617776"/>
                  <a:pt x="0" y="4207452"/>
                </a:cubicBezTo>
                <a:lnTo>
                  <a:pt x="0" y="742958"/>
                </a:lnTo>
                <a:cubicBezTo>
                  <a:pt x="0" y="537796"/>
                  <a:pt x="83158" y="352057"/>
                  <a:pt x="217608" y="217608"/>
                </a:cubicBezTo>
                <a:close/>
              </a:path>
            </a:pathLst>
          </a:custGeom>
          <a:solidFill>
            <a:schemeClr val="tx2">
              <a:alpha val="7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ar-SA"/>
          </a:p>
        </p:txBody>
      </p:sp>
    </p:spTree>
    <p:extLst>
      <p:ext uri="{BB962C8B-B14F-4D97-AF65-F5344CB8AC3E}">
        <p14:creationId xmlns:p14="http://schemas.microsoft.com/office/powerpoint/2010/main" val="191985670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Ref idx="1001">
        <a:schemeClr val="bg1"/>
      </p:bgRef>
    </p:bg>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E9CE00EA-A638-ABC0-4955-F36108BF3627}"/>
              </a:ext>
            </a:extLst>
          </p:cNvPr>
          <p:cNvSpPr/>
          <p:nvPr userDrawn="1"/>
        </p:nvSpPr>
        <p:spPr>
          <a:xfrm>
            <a:off x="0" y="0"/>
            <a:ext cx="12192000" cy="6858000"/>
          </a:xfrm>
          <a:custGeom>
            <a:avLst/>
            <a:gdLst>
              <a:gd name="csX0" fmla="*/ 0 w 12192000"/>
              <a:gd name="csY0" fmla="*/ 0 h 6858000"/>
              <a:gd name="csX1" fmla="*/ 12192000 w 12192000"/>
              <a:gd name="csY1" fmla="*/ 0 h 6858000"/>
              <a:gd name="csX2" fmla="*/ 12192000 w 12192000"/>
              <a:gd name="csY2" fmla="*/ 6858000 h 6858000"/>
              <a:gd name="csX3" fmla="*/ 0 w 12192000"/>
              <a:gd name="csY3" fmla="*/ 6858000 h 6858000"/>
            </a:gdLst>
            <a:ahLst/>
            <a:cxnLst>
              <a:cxn ang="0">
                <a:pos x="csX0" y="csY0"/>
              </a:cxn>
              <a:cxn ang="0">
                <a:pos x="csX1" y="csY1"/>
              </a:cxn>
              <a:cxn ang="0">
                <a:pos x="csX2" y="csY2"/>
              </a:cxn>
              <a:cxn ang="0">
                <a:pos x="csX3" y="csY3"/>
              </a:cxn>
            </a:cxnLst>
            <a:rect l="l" t="t" r="r" b="b"/>
            <a:pathLst>
              <a:path w="12192000" h="6858000">
                <a:moveTo>
                  <a:pt x="0" y="0"/>
                </a:moveTo>
                <a:lnTo>
                  <a:pt x="12192000" y="0"/>
                </a:lnTo>
                <a:lnTo>
                  <a:pt x="12192000" y="6858000"/>
                </a:lnTo>
                <a:lnTo>
                  <a:pt x="0" y="685800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ar-SA"/>
          </a:p>
        </p:txBody>
      </p:sp>
      <p:pic>
        <p:nvPicPr>
          <p:cNvPr id="4" name="Graphic 3">
            <a:extLst>
              <a:ext uri="{FF2B5EF4-FFF2-40B4-BE49-F238E27FC236}">
                <a16:creationId xmlns:a16="http://schemas.microsoft.com/office/drawing/2014/main" id="{71A9CC46-644D-42EF-C78B-2CFD27C75B0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42900" y="696686"/>
            <a:ext cx="2299745" cy="2299745"/>
          </a:xfrm>
          <a:prstGeom prst="rect">
            <a:avLst/>
          </a:prstGeom>
        </p:spPr>
      </p:pic>
      <p:sp>
        <p:nvSpPr>
          <p:cNvPr id="5" name="Freeform: Shape 4">
            <a:extLst>
              <a:ext uri="{FF2B5EF4-FFF2-40B4-BE49-F238E27FC236}">
                <a16:creationId xmlns:a16="http://schemas.microsoft.com/office/drawing/2014/main" id="{A021A933-1DC6-DFD8-617A-8B132ABE9479}"/>
              </a:ext>
            </a:extLst>
          </p:cNvPr>
          <p:cNvSpPr/>
          <p:nvPr userDrawn="1"/>
        </p:nvSpPr>
        <p:spPr>
          <a:xfrm>
            <a:off x="0" y="2603330"/>
            <a:ext cx="11145015" cy="1871130"/>
          </a:xfrm>
          <a:custGeom>
            <a:avLst/>
            <a:gdLst>
              <a:gd name="csX0" fmla="*/ 0 w 11145015"/>
              <a:gd name="csY0" fmla="*/ 0 h 1871130"/>
              <a:gd name="csX1" fmla="*/ 406939 w 11145015"/>
              <a:gd name="csY1" fmla="*/ 0 h 1871130"/>
              <a:gd name="csX2" fmla="*/ 893740 w 11145015"/>
              <a:gd name="csY2" fmla="*/ 0 h 1871130"/>
              <a:gd name="csX3" fmla="*/ 8332111 w 11145015"/>
              <a:gd name="csY3" fmla="*/ 0 h 1871130"/>
              <a:gd name="csX4" fmla="*/ 9328990 w 11145015"/>
              <a:gd name="csY4" fmla="*/ 0 h 1871130"/>
              <a:gd name="csX5" fmla="*/ 9931176 w 11145015"/>
              <a:gd name="csY5" fmla="*/ 0 h 1871130"/>
              <a:gd name="csX6" fmla="*/ 10928055 w 11145015"/>
              <a:gd name="csY6" fmla="*/ 0 h 1871130"/>
              <a:gd name="csX7" fmla="*/ 11135022 w 11145015"/>
              <a:gd name="csY7" fmla="*/ 281569 h 1871130"/>
              <a:gd name="csX8" fmla="*/ 10686794 w 11145015"/>
              <a:gd name="csY8" fmla="*/ 1718815 h 1871130"/>
              <a:gd name="csX9" fmla="*/ 10479850 w 11145015"/>
              <a:gd name="csY9" fmla="*/ 1871130 h 1871130"/>
              <a:gd name="csX10" fmla="*/ 9482971 w 11145015"/>
              <a:gd name="csY10" fmla="*/ 1871130 h 1871130"/>
              <a:gd name="csX11" fmla="*/ 8880785 w 11145015"/>
              <a:gd name="csY11" fmla="*/ 1871130 h 1871130"/>
              <a:gd name="csX12" fmla="*/ 7883906 w 11145015"/>
              <a:gd name="csY12" fmla="*/ 1871130 h 1871130"/>
              <a:gd name="csX13" fmla="*/ 893740 w 11145015"/>
              <a:gd name="csY13" fmla="*/ 1871130 h 1871130"/>
              <a:gd name="csX14" fmla="*/ 406939 w 11145015"/>
              <a:gd name="csY14" fmla="*/ 1871130 h 1871130"/>
              <a:gd name="csX15" fmla="*/ 0 w 11145015"/>
              <a:gd name="csY15" fmla="*/ 1871130 h 1871130"/>
              <a:gd name="csX0" fmla="*/ 14514 w 11159529"/>
              <a:gd name="csY0" fmla="*/ 0 h 1871130"/>
              <a:gd name="csX1" fmla="*/ 421453 w 11159529"/>
              <a:gd name="csY1" fmla="*/ 0 h 1871130"/>
              <a:gd name="csX2" fmla="*/ 908254 w 11159529"/>
              <a:gd name="csY2" fmla="*/ 0 h 1871130"/>
              <a:gd name="csX3" fmla="*/ 8346625 w 11159529"/>
              <a:gd name="csY3" fmla="*/ 0 h 1871130"/>
              <a:gd name="csX4" fmla="*/ 9343504 w 11159529"/>
              <a:gd name="csY4" fmla="*/ 0 h 1871130"/>
              <a:gd name="csX5" fmla="*/ 9945690 w 11159529"/>
              <a:gd name="csY5" fmla="*/ 0 h 1871130"/>
              <a:gd name="csX6" fmla="*/ 10942569 w 11159529"/>
              <a:gd name="csY6" fmla="*/ 0 h 1871130"/>
              <a:gd name="csX7" fmla="*/ 11149536 w 11159529"/>
              <a:gd name="csY7" fmla="*/ 281569 h 1871130"/>
              <a:gd name="csX8" fmla="*/ 10701308 w 11159529"/>
              <a:gd name="csY8" fmla="*/ 1718815 h 1871130"/>
              <a:gd name="csX9" fmla="*/ 10494364 w 11159529"/>
              <a:gd name="csY9" fmla="*/ 1871130 h 1871130"/>
              <a:gd name="csX10" fmla="*/ 9497485 w 11159529"/>
              <a:gd name="csY10" fmla="*/ 1871130 h 1871130"/>
              <a:gd name="csX11" fmla="*/ 8895299 w 11159529"/>
              <a:gd name="csY11" fmla="*/ 1871130 h 1871130"/>
              <a:gd name="csX12" fmla="*/ 7898420 w 11159529"/>
              <a:gd name="csY12" fmla="*/ 1871130 h 1871130"/>
              <a:gd name="csX13" fmla="*/ 908254 w 11159529"/>
              <a:gd name="csY13" fmla="*/ 1871130 h 1871130"/>
              <a:gd name="csX14" fmla="*/ 421453 w 11159529"/>
              <a:gd name="csY14" fmla="*/ 1871130 h 1871130"/>
              <a:gd name="csX15" fmla="*/ 14514 w 11159529"/>
              <a:gd name="csY15" fmla="*/ 1871130 h 1871130"/>
              <a:gd name="csX16" fmla="*/ 0 w 11159529"/>
              <a:gd name="csY16" fmla="*/ 589813 h 1871130"/>
              <a:gd name="csX17" fmla="*/ 14514 w 11159529"/>
              <a:gd name="csY17" fmla="*/ 0 h 1871130"/>
              <a:gd name="csX0" fmla="*/ 0 w 11159529"/>
              <a:gd name="csY0" fmla="*/ 589813 h 1871130"/>
              <a:gd name="csX1" fmla="*/ 14514 w 11159529"/>
              <a:gd name="csY1" fmla="*/ 0 h 1871130"/>
              <a:gd name="csX2" fmla="*/ 421453 w 11159529"/>
              <a:gd name="csY2" fmla="*/ 0 h 1871130"/>
              <a:gd name="csX3" fmla="*/ 908254 w 11159529"/>
              <a:gd name="csY3" fmla="*/ 0 h 1871130"/>
              <a:gd name="csX4" fmla="*/ 8346625 w 11159529"/>
              <a:gd name="csY4" fmla="*/ 0 h 1871130"/>
              <a:gd name="csX5" fmla="*/ 9343504 w 11159529"/>
              <a:gd name="csY5" fmla="*/ 0 h 1871130"/>
              <a:gd name="csX6" fmla="*/ 9945690 w 11159529"/>
              <a:gd name="csY6" fmla="*/ 0 h 1871130"/>
              <a:gd name="csX7" fmla="*/ 10942569 w 11159529"/>
              <a:gd name="csY7" fmla="*/ 0 h 1871130"/>
              <a:gd name="csX8" fmla="*/ 11149536 w 11159529"/>
              <a:gd name="csY8" fmla="*/ 281569 h 1871130"/>
              <a:gd name="csX9" fmla="*/ 10701308 w 11159529"/>
              <a:gd name="csY9" fmla="*/ 1718815 h 1871130"/>
              <a:gd name="csX10" fmla="*/ 10494364 w 11159529"/>
              <a:gd name="csY10" fmla="*/ 1871130 h 1871130"/>
              <a:gd name="csX11" fmla="*/ 9497485 w 11159529"/>
              <a:gd name="csY11" fmla="*/ 1871130 h 1871130"/>
              <a:gd name="csX12" fmla="*/ 8895299 w 11159529"/>
              <a:gd name="csY12" fmla="*/ 1871130 h 1871130"/>
              <a:gd name="csX13" fmla="*/ 7898420 w 11159529"/>
              <a:gd name="csY13" fmla="*/ 1871130 h 1871130"/>
              <a:gd name="csX14" fmla="*/ 908254 w 11159529"/>
              <a:gd name="csY14" fmla="*/ 1871130 h 1871130"/>
              <a:gd name="csX15" fmla="*/ 421453 w 11159529"/>
              <a:gd name="csY15" fmla="*/ 1871130 h 1871130"/>
              <a:gd name="csX16" fmla="*/ 14514 w 11159529"/>
              <a:gd name="csY16" fmla="*/ 1871130 h 1871130"/>
              <a:gd name="csX17" fmla="*/ 91440 w 11159529"/>
              <a:gd name="csY17" fmla="*/ 681253 h 1871130"/>
              <a:gd name="csX0" fmla="*/ 0 w 11159529"/>
              <a:gd name="csY0" fmla="*/ 589813 h 1871130"/>
              <a:gd name="csX1" fmla="*/ 14514 w 11159529"/>
              <a:gd name="csY1" fmla="*/ 0 h 1871130"/>
              <a:gd name="csX2" fmla="*/ 421453 w 11159529"/>
              <a:gd name="csY2" fmla="*/ 0 h 1871130"/>
              <a:gd name="csX3" fmla="*/ 908254 w 11159529"/>
              <a:gd name="csY3" fmla="*/ 0 h 1871130"/>
              <a:gd name="csX4" fmla="*/ 8346625 w 11159529"/>
              <a:gd name="csY4" fmla="*/ 0 h 1871130"/>
              <a:gd name="csX5" fmla="*/ 9343504 w 11159529"/>
              <a:gd name="csY5" fmla="*/ 0 h 1871130"/>
              <a:gd name="csX6" fmla="*/ 9945690 w 11159529"/>
              <a:gd name="csY6" fmla="*/ 0 h 1871130"/>
              <a:gd name="csX7" fmla="*/ 10942569 w 11159529"/>
              <a:gd name="csY7" fmla="*/ 0 h 1871130"/>
              <a:gd name="csX8" fmla="*/ 11149536 w 11159529"/>
              <a:gd name="csY8" fmla="*/ 281569 h 1871130"/>
              <a:gd name="csX9" fmla="*/ 10701308 w 11159529"/>
              <a:gd name="csY9" fmla="*/ 1718815 h 1871130"/>
              <a:gd name="csX10" fmla="*/ 10494364 w 11159529"/>
              <a:gd name="csY10" fmla="*/ 1871130 h 1871130"/>
              <a:gd name="csX11" fmla="*/ 9497485 w 11159529"/>
              <a:gd name="csY11" fmla="*/ 1871130 h 1871130"/>
              <a:gd name="csX12" fmla="*/ 8895299 w 11159529"/>
              <a:gd name="csY12" fmla="*/ 1871130 h 1871130"/>
              <a:gd name="csX13" fmla="*/ 7898420 w 11159529"/>
              <a:gd name="csY13" fmla="*/ 1871130 h 1871130"/>
              <a:gd name="csX14" fmla="*/ 908254 w 11159529"/>
              <a:gd name="csY14" fmla="*/ 1871130 h 1871130"/>
              <a:gd name="csX15" fmla="*/ 421453 w 11159529"/>
              <a:gd name="csY15" fmla="*/ 1871130 h 1871130"/>
              <a:gd name="csX16" fmla="*/ 14514 w 11159529"/>
              <a:gd name="csY16" fmla="*/ 1871130 h 1871130"/>
              <a:gd name="csX0" fmla="*/ 0 w 11145015"/>
              <a:gd name="csY0" fmla="*/ 0 h 1871130"/>
              <a:gd name="csX1" fmla="*/ 406939 w 11145015"/>
              <a:gd name="csY1" fmla="*/ 0 h 1871130"/>
              <a:gd name="csX2" fmla="*/ 893740 w 11145015"/>
              <a:gd name="csY2" fmla="*/ 0 h 1871130"/>
              <a:gd name="csX3" fmla="*/ 8332111 w 11145015"/>
              <a:gd name="csY3" fmla="*/ 0 h 1871130"/>
              <a:gd name="csX4" fmla="*/ 9328990 w 11145015"/>
              <a:gd name="csY4" fmla="*/ 0 h 1871130"/>
              <a:gd name="csX5" fmla="*/ 9931176 w 11145015"/>
              <a:gd name="csY5" fmla="*/ 0 h 1871130"/>
              <a:gd name="csX6" fmla="*/ 10928055 w 11145015"/>
              <a:gd name="csY6" fmla="*/ 0 h 1871130"/>
              <a:gd name="csX7" fmla="*/ 11135022 w 11145015"/>
              <a:gd name="csY7" fmla="*/ 281569 h 1871130"/>
              <a:gd name="csX8" fmla="*/ 10686794 w 11145015"/>
              <a:gd name="csY8" fmla="*/ 1718815 h 1871130"/>
              <a:gd name="csX9" fmla="*/ 10479850 w 11145015"/>
              <a:gd name="csY9" fmla="*/ 1871130 h 1871130"/>
              <a:gd name="csX10" fmla="*/ 9482971 w 11145015"/>
              <a:gd name="csY10" fmla="*/ 1871130 h 1871130"/>
              <a:gd name="csX11" fmla="*/ 8880785 w 11145015"/>
              <a:gd name="csY11" fmla="*/ 1871130 h 1871130"/>
              <a:gd name="csX12" fmla="*/ 7883906 w 11145015"/>
              <a:gd name="csY12" fmla="*/ 1871130 h 1871130"/>
              <a:gd name="csX13" fmla="*/ 893740 w 11145015"/>
              <a:gd name="csY13" fmla="*/ 1871130 h 1871130"/>
              <a:gd name="csX14" fmla="*/ 406939 w 11145015"/>
              <a:gd name="csY14" fmla="*/ 1871130 h 1871130"/>
              <a:gd name="csX15" fmla="*/ 0 w 11145015"/>
              <a:gd name="csY15" fmla="*/ 1871130 h 18711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1145015" h="1871130">
                <a:moveTo>
                  <a:pt x="0" y="0"/>
                </a:moveTo>
                <a:lnTo>
                  <a:pt x="406939" y="0"/>
                </a:lnTo>
                <a:lnTo>
                  <a:pt x="893740" y="0"/>
                </a:lnTo>
                <a:lnTo>
                  <a:pt x="8332111" y="0"/>
                </a:lnTo>
                <a:lnTo>
                  <a:pt x="9328990" y="0"/>
                </a:lnTo>
                <a:lnTo>
                  <a:pt x="9931176" y="0"/>
                </a:lnTo>
                <a:lnTo>
                  <a:pt x="10928055" y="0"/>
                </a:lnTo>
                <a:cubicBezTo>
                  <a:pt x="11074294" y="0"/>
                  <a:pt x="11178579" y="141891"/>
                  <a:pt x="11135022" y="281569"/>
                </a:cubicBezTo>
                <a:lnTo>
                  <a:pt x="10686794" y="1718815"/>
                </a:lnTo>
                <a:cubicBezTo>
                  <a:pt x="10658537" y="1809425"/>
                  <a:pt x="10574700" y="1871130"/>
                  <a:pt x="10479850" y="1871130"/>
                </a:cubicBezTo>
                <a:lnTo>
                  <a:pt x="9482971" y="1871130"/>
                </a:lnTo>
                <a:lnTo>
                  <a:pt x="8880785" y="1871130"/>
                </a:lnTo>
                <a:lnTo>
                  <a:pt x="7883906" y="1871130"/>
                </a:lnTo>
                <a:lnTo>
                  <a:pt x="893740" y="1871130"/>
                </a:lnTo>
                <a:lnTo>
                  <a:pt x="406939" y="1871130"/>
                </a:lnTo>
                <a:lnTo>
                  <a:pt x="0" y="1871130"/>
                </a:lnTo>
              </a:path>
            </a:pathLst>
          </a:custGeom>
          <a:noFill/>
          <a:ln w="2522" cap="flat">
            <a:solidFill>
              <a:schemeClr val="accent1"/>
            </a:solidFill>
            <a:prstDash val="solid"/>
            <a:miter/>
          </a:ln>
        </p:spPr>
        <p:txBody>
          <a:bodyPr wrap="square">
            <a:noAutofit/>
          </a:bodyPr>
          <a:lstStyle/>
          <a:p>
            <a:endParaRPr lang="ar-SA"/>
          </a:p>
        </p:txBody>
      </p:sp>
      <p:sp>
        <p:nvSpPr>
          <p:cNvPr id="6" name="Freeform: Shape 5">
            <a:extLst>
              <a:ext uri="{FF2B5EF4-FFF2-40B4-BE49-F238E27FC236}">
                <a16:creationId xmlns:a16="http://schemas.microsoft.com/office/drawing/2014/main" id="{7D26994B-CCCD-4417-2F1F-1667759F2D48}"/>
              </a:ext>
            </a:extLst>
          </p:cNvPr>
          <p:cNvSpPr/>
          <p:nvPr userDrawn="1"/>
        </p:nvSpPr>
        <p:spPr>
          <a:xfrm>
            <a:off x="0" y="2383540"/>
            <a:ext cx="10999874" cy="1916749"/>
          </a:xfrm>
          <a:custGeom>
            <a:avLst/>
            <a:gdLst>
              <a:gd name="csX0" fmla="*/ 0 w 10999874"/>
              <a:gd name="csY0" fmla="*/ 0 h 1916749"/>
              <a:gd name="csX1" fmla="*/ 498669 w 10999874"/>
              <a:gd name="csY1" fmla="*/ 0 h 1916749"/>
              <a:gd name="csX2" fmla="*/ 9756442 w 10999874"/>
              <a:gd name="csY2" fmla="*/ 0 h 1916749"/>
              <a:gd name="csX3" fmla="*/ 10777625 w 10999874"/>
              <a:gd name="csY3" fmla="*/ 0 h 1916749"/>
              <a:gd name="csX4" fmla="*/ 10989638 w 10999874"/>
              <a:gd name="csY4" fmla="*/ 288434 h 1916749"/>
              <a:gd name="csX5" fmla="*/ 10530482 w 10999874"/>
              <a:gd name="csY5" fmla="*/ 1760720 h 1916749"/>
              <a:gd name="csX6" fmla="*/ 10318493 w 10999874"/>
              <a:gd name="csY6" fmla="*/ 1916749 h 1916749"/>
              <a:gd name="csX7" fmla="*/ 9297310 w 10999874"/>
              <a:gd name="csY7" fmla="*/ 1916749 h 1916749"/>
              <a:gd name="csX8" fmla="*/ 498669 w 10999874"/>
              <a:gd name="csY8" fmla="*/ 1916749 h 1916749"/>
              <a:gd name="csX9" fmla="*/ 0 w 10999874"/>
              <a:gd name="csY9" fmla="*/ 1916749 h 19167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999874" h="1916749">
                <a:moveTo>
                  <a:pt x="0" y="0"/>
                </a:moveTo>
                <a:lnTo>
                  <a:pt x="498669" y="0"/>
                </a:lnTo>
                <a:lnTo>
                  <a:pt x="9756442" y="0"/>
                </a:lnTo>
                <a:lnTo>
                  <a:pt x="10777625" y="0"/>
                </a:lnTo>
                <a:cubicBezTo>
                  <a:pt x="10927430" y="0"/>
                  <a:pt x="11034257" y="145350"/>
                  <a:pt x="10989638" y="288434"/>
                </a:cubicBezTo>
                <a:lnTo>
                  <a:pt x="10530482" y="1760720"/>
                </a:lnTo>
                <a:cubicBezTo>
                  <a:pt x="10501536" y="1853539"/>
                  <a:pt x="10415655" y="1916749"/>
                  <a:pt x="10318493" y="1916749"/>
                </a:cubicBezTo>
                <a:lnTo>
                  <a:pt x="9297310" y="1916749"/>
                </a:lnTo>
                <a:lnTo>
                  <a:pt x="498669" y="1916749"/>
                </a:lnTo>
                <a:lnTo>
                  <a:pt x="0" y="1916749"/>
                </a:lnTo>
                <a:close/>
              </a:path>
            </a:pathLst>
          </a:custGeom>
          <a:solidFill>
            <a:schemeClr val="bg1"/>
          </a:solidFill>
          <a:ln w="2522" cap="flat">
            <a:noFill/>
            <a:prstDash val="solid"/>
            <a:miter/>
          </a:ln>
        </p:spPr>
        <p:txBody>
          <a:bodyPr wrap="square">
            <a:noAutofit/>
          </a:bodyPr>
          <a:lstStyle/>
          <a:p>
            <a:endParaRPr lang="ar-SA"/>
          </a:p>
        </p:txBody>
      </p:sp>
      <p:sp>
        <p:nvSpPr>
          <p:cNvPr id="8" name="Text Placeholder 15">
            <a:extLst>
              <a:ext uri="{FF2B5EF4-FFF2-40B4-BE49-F238E27FC236}">
                <a16:creationId xmlns:a16="http://schemas.microsoft.com/office/drawing/2014/main" id="{4F36BF91-139F-4F93-EA7E-50208B84BCFC}"/>
              </a:ext>
            </a:extLst>
          </p:cNvPr>
          <p:cNvSpPr>
            <a:spLocks noGrp="1"/>
          </p:cNvSpPr>
          <p:nvPr>
            <p:ph type="body" sz="quarter" idx="10"/>
          </p:nvPr>
        </p:nvSpPr>
        <p:spPr>
          <a:xfrm>
            <a:off x="342900" y="3064915"/>
            <a:ext cx="10063843" cy="553998"/>
          </a:xfr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lvl1pPr marL="0" indent="0">
              <a:buNone/>
              <a:defRPr lang="ar-SA" sz="3600" b="1" dirty="0">
                <a:solidFill>
                  <a:schemeClr val="tx1"/>
                </a:solidFill>
                <a:latin typeface="+mj-lt"/>
              </a:defRPr>
            </a:lvl1pPr>
          </a:lstStyle>
          <a:p>
            <a:pPr marL="0" lvl="0"/>
            <a:endParaRPr lang="ar-SA" dirty="0"/>
          </a:p>
        </p:txBody>
      </p:sp>
      <p:pic>
        <p:nvPicPr>
          <p:cNvPr id="9" name="Graphic 8">
            <a:extLst>
              <a:ext uri="{FF2B5EF4-FFF2-40B4-BE49-F238E27FC236}">
                <a16:creationId xmlns:a16="http://schemas.microsoft.com/office/drawing/2014/main" id="{C4C47E15-8038-4915-EA5A-25F9E87584B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203616" y="396664"/>
            <a:ext cx="637547" cy="300022"/>
          </a:xfrm>
          <a:prstGeom prst="rect">
            <a:avLst/>
          </a:prstGeom>
        </p:spPr>
      </p:pic>
    </p:spTree>
    <p:extLst>
      <p:ext uri="{BB962C8B-B14F-4D97-AF65-F5344CB8AC3E}">
        <p14:creationId xmlns:p14="http://schemas.microsoft.com/office/powerpoint/2010/main" val="936302544"/>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lank">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7618351"/>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bg>
      <p:bgRef idx="1001">
        <a:schemeClr val="bg1"/>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9635DE9-A22D-2BD0-5D29-81A0AA32E8E1}"/>
              </a:ext>
            </a:extLst>
          </p:cNvPr>
          <p:cNvGraphicFramePr>
            <a:graphicFrameLocks/>
          </p:cNvGraphicFramePr>
          <p:nvPr userDrawn="1">
            <p:custDataLst>
              <p:tags r:id="rId2"/>
            </p:custDataLst>
            <p:extLst>
              <p:ext uri="{D42A27DB-BD31-4B8C-83A1-F6EECF244321}">
                <p14:modId xmlns:p14="http://schemas.microsoft.com/office/powerpoint/2010/main" val="30426502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076"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id="{E9635DE9-A22D-2BD0-5D29-81A0AA32E8E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284AD1F-0171-0EFA-307C-58A0BDF9A522}"/>
              </a:ext>
            </a:extLst>
          </p:cNvPr>
          <p:cNvSpPr>
            <a:spLocks noGrp="1"/>
          </p:cNvSpPr>
          <p:nvPr>
            <p:ph type="title"/>
          </p:nvPr>
        </p:nvSpPr>
        <p:spPr>
          <a:xfrm>
            <a:off x="342901" y="600075"/>
            <a:ext cx="10648949" cy="530225"/>
          </a:xfrm>
          <a:prstGeom prst="rect">
            <a:avLst/>
          </a:prstGeom>
        </p:spPr>
        <p:txBody>
          <a:bodyPr vert="horz" lIns="0" tIns="0" rIns="0" bIns="0" anchor="b"/>
          <a:lstStyle>
            <a:lvl1pPr algn="l" rtl="0">
              <a:defRPr sz="2800" b="1">
                <a:solidFill>
                  <a:schemeClr val="tx1"/>
                </a:solidFill>
              </a:defRPr>
            </a:lvl1pPr>
          </a:lstStyle>
          <a:p>
            <a:r>
              <a:rPr lang="en-US" dirty="0"/>
              <a:t>Click to edit Master title style</a:t>
            </a:r>
            <a:endParaRPr lang="en-IN" dirty="0"/>
          </a:p>
        </p:txBody>
      </p:sp>
      <p:sp>
        <p:nvSpPr>
          <p:cNvPr id="9" name="Content Placeholder 8">
            <a:extLst>
              <a:ext uri="{FF2B5EF4-FFF2-40B4-BE49-F238E27FC236}">
                <a16:creationId xmlns:a16="http://schemas.microsoft.com/office/drawing/2014/main" id="{64759056-09DA-CCF0-C950-3C94E3433EDF}"/>
              </a:ext>
            </a:extLst>
          </p:cNvPr>
          <p:cNvSpPr>
            <a:spLocks noGrp="1"/>
          </p:cNvSpPr>
          <p:nvPr>
            <p:ph sz="quarter" idx="11" hasCustomPrompt="1"/>
          </p:nvPr>
        </p:nvSpPr>
        <p:spPr>
          <a:xfrm>
            <a:off x="342900" y="6610350"/>
            <a:ext cx="2954338" cy="123111"/>
          </a:xfrm>
        </p:spPr>
        <p:txBody>
          <a:bodyPr lIns="0" tIns="0" rIns="0" bIns="0" anchor="b"/>
          <a:lstStyle>
            <a:lvl1pPr>
              <a:buFontTx/>
              <a:buNone/>
              <a:defRPr sz="800"/>
            </a:lvl1pPr>
          </a:lstStyle>
          <a:p>
            <a:pPr lvl="0"/>
            <a:r>
              <a:rPr lang="en-GB" dirty="0"/>
              <a:t>Source</a:t>
            </a:r>
            <a:endParaRPr lang="en-US" dirty="0"/>
          </a:p>
        </p:txBody>
      </p:sp>
      <p:sp>
        <p:nvSpPr>
          <p:cNvPr id="12" name="Slide Number Placeholder 3">
            <a:extLst>
              <a:ext uri="{FF2B5EF4-FFF2-40B4-BE49-F238E27FC236}">
                <a16:creationId xmlns:a16="http://schemas.microsoft.com/office/drawing/2014/main" id="{88BB76FD-4F69-F286-3758-7A29F013E35A}"/>
              </a:ext>
            </a:extLst>
          </p:cNvPr>
          <p:cNvSpPr>
            <a:spLocks noGrp="1"/>
          </p:cNvSpPr>
          <p:nvPr>
            <p:ph type="sldNum" sz="quarter" idx="4"/>
          </p:nvPr>
        </p:nvSpPr>
        <p:spPr>
          <a:xfrm>
            <a:off x="9086850" y="6610350"/>
            <a:ext cx="2743200" cy="123111"/>
          </a:xfrm>
          <a:prstGeom prst="rect">
            <a:avLst/>
          </a:prstGeom>
        </p:spPr>
        <p:txBody>
          <a:bodyPr vert="horz" lIns="0" tIns="0" rIns="0" bIns="0" rtlCol="0" anchor="ctr">
            <a:spAutoFit/>
          </a:bodyPr>
          <a:lstStyle>
            <a:lvl1pPr algn="r">
              <a:defRPr sz="800">
                <a:solidFill>
                  <a:schemeClr val="tx1"/>
                </a:solidFill>
              </a:defRPr>
            </a:lvl1pPr>
          </a:lstStyle>
          <a:p>
            <a:fld id="{8EB2A6CC-2F0B-9D4F-B83B-61C609445FA1}" type="slidenum">
              <a:rPr lang="en-US" smtClean="0"/>
              <a:pPr/>
              <a:t>‹#›</a:t>
            </a:fld>
            <a:endParaRPr lang="en-US" sz="800" dirty="0"/>
          </a:p>
        </p:txBody>
      </p:sp>
    </p:spTree>
    <p:extLst>
      <p:ext uri="{BB962C8B-B14F-4D97-AF65-F5344CB8AC3E}">
        <p14:creationId xmlns:p14="http://schemas.microsoft.com/office/powerpoint/2010/main" val="1069841133"/>
      </p:ext>
    </p:extLst>
  </p:cSld>
  <p:clrMapOvr>
    <a:masterClrMapping/>
  </p:clrMapOvr>
  <p:extLst mod="1">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Thank you">
    <p:bg>
      <p:bgRef idx="1001">
        <a:schemeClr val="bg1"/>
      </p:bgRef>
    </p:bg>
    <p:spTree>
      <p:nvGrpSpPr>
        <p:cNvPr id="1" name=""/>
        <p:cNvGrpSpPr/>
        <p:nvPr/>
      </p:nvGrpSpPr>
      <p:grpSpPr>
        <a:xfrm>
          <a:off x="0" y="0"/>
          <a:ext cx="0" cy="0"/>
          <a:chOff x="0" y="0"/>
          <a:chExt cx="0" cy="0"/>
        </a:xfrm>
      </p:grpSpPr>
      <p:sp>
        <p:nvSpPr>
          <p:cNvPr id="42" name="Freeform: Shape 41">
            <a:extLst>
              <a:ext uri="{FF2B5EF4-FFF2-40B4-BE49-F238E27FC236}">
                <a16:creationId xmlns:a16="http://schemas.microsoft.com/office/drawing/2014/main" id="{0EEFB5B2-5369-75D0-3154-6B7A697FC402}"/>
              </a:ext>
            </a:extLst>
          </p:cNvPr>
          <p:cNvSpPr/>
          <p:nvPr userDrawn="1"/>
        </p:nvSpPr>
        <p:spPr>
          <a:xfrm>
            <a:off x="0" y="0"/>
            <a:ext cx="12192000" cy="6858000"/>
          </a:xfrm>
          <a:custGeom>
            <a:avLst/>
            <a:gdLst>
              <a:gd name="csX0" fmla="*/ 0 w 12192000"/>
              <a:gd name="csY0" fmla="*/ 0 h 6858000"/>
              <a:gd name="csX1" fmla="*/ 12192000 w 12192000"/>
              <a:gd name="csY1" fmla="*/ 0 h 6858000"/>
              <a:gd name="csX2" fmla="*/ 12192000 w 12192000"/>
              <a:gd name="csY2" fmla="*/ 6858000 h 6858000"/>
              <a:gd name="csX3" fmla="*/ 0 w 12192000"/>
              <a:gd name="csY3" fmla="*/ 6858000 h 6858000"/>
            </a:gdLst>
            <a:ahLst/>
            <a:cxnLst>
              <a:cxn ang="0">
                <a:pos x="csX0" y="csY0"/>
              </a:cxn>
              <a:cxn ang="0">
                <a:pos x="csX1" y="csY1"/>
              </a:cxn>
              <a:cxn ang="0">
                <a:pos x="csX2" y="csY2"/>
              </a:cxn>
              <a:cxn ang="0">
                <a:pos x="csX3" y="csY3"/>
              </a:cxn>
            </a:cxnLst>
            <a:rect l="l" t="t" r="r" b="b"/>
            <a:pathLst>
              <a:path w="12192000" h="6858000">
                <a:moveTo>
                  <a:pt x="0" y="0"/>
                </a:moveTo>
                <a:lnTo>
                  <a:pt x="12192000" y="0"/>
                </a:lnTo>
                <a:lnTo>
                  <a:pt x="12192000" y="6858000"/>
                </a:lnTo>
                <a:lnTo>
                  <a:pt x="0" y="6858000"/>
                </a:lnTo>
                <a:close/>
              </a:path>
            </a:pathLst>
          </a:custGeom>
          <a:solidFill>
            <a:srgbClr val="FDECE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ar-SA"/>
          </a:p>
        </p:txBody>
      </p:sp>
      <p:pic>
        <p:nvPicPr>
          <p:cNvPr id="39" name="Picture 38">
            <a:extLst>
              <a:ext uri="{FF2B5EF4-FFF2-40B4-BE49-F238E27FC236}">
                <a16:creationId xmlns:a16="http://schemas.microsoft.com/office/drawing/2014/main" id="{4CD94E8F-123A-729B-EDCE-B9370E52954E}"/>
              </a:ext>
            </a:extLst>
          </p:cNvPr>
          <p:cNvPicPr>
            <a:picLocks/>
          </p:cNvPicPr>
          <p:nvPr userDrawn="1"/>
        </p:nvPicPr>
        <p:blipFill rotWithShape="1">
          <a:blip r:embed="rId2"/>
          <a:srcRect l="19247" r="19247"/>
          <a:stretch>
            <a:fillRect/>
          </a:stretch>
        </p:blipFill>
        <p:spPr>
          <a:xfrm>
            <a:off x="0" y="0"/>
            <a:ext cx="4218039" cy="6858000"/>
          </a:xfrm>
          <a:custGeom>
            <a:avLst/>
            <a:gdLst>
              <a:gd name="csX0" fmla="*/ 0 w 4218039"/>
              <a:gd name="csY0" fmla="*/ 0 h 6858000"/>
              <a:gd name="csX1" fmla="*/ 4218039 w 4218039"/>
              <a:gd name="csY1" fmla="*/ 0 h 6858000"/>
              <a:gd name="csX2" fmla="*/ 4218039 w 4218039"/>
              <a:gd name="csY2" fmla="*/ 6858000 h 6858000"/>
              <a:gd name="csX3" fmla="*/ 0 w 4218039"/>
              <a:gd name="csY3" fmla="*/ 6858000 h 6858000"/>
            </a:gdLst>
            <a:ahLst/>
            <a:cxnLst>
              <a:cxn ang="0">
                <a:pos x="csX0" y="csY0"/>
              </a:cxn>
              <a:cxn ang="0">
                <a:pos x="csX1" y="csY1"/>
              </a:cxn>
              <a:cxn ang="0">
                <a:pos x="csX2" y="csY2"/>
              </a:cxn>
              <a:cxn ang="0">
                <a:pos x="csX3" y="csY3"/>
              </a:cxn>
            </a:cxnLst>
            <a:rect l="l" t="t" r="r" b="b"/>
            <a:pathLst>
              <a:path w="4218039" h="6858000">
                <a:moveTo>
                  <a:pt x="0" y="0"/>
                </a:moveTo>
                <a:lnTo>
                  <a:pt x="4218039" y="0"/>
                </a:lnTo>
                <a:lnTo>
                  <a:pt x="4218039" y="6858000"/>
                </a:lnTo>
                <a:lnTo>
                  <a:pt x="0" y="6858000"/>
                </a:lnTo>
                <a:close/>
              </a:path>
            </a:pathLst>
          </a:custGeom>
        </p:spPr>
      </p:pic>
      <p:pic>
        <p:nvPicPr>
          <p:cNvPr id="15" name="Graphic 14">
            <a:extLst>
              <a:ext uri="{FF2B5EF4-FFF2-40B4-BE49-F238E27FC236}">
                <a16:creationId xmlns:a16="http://schemas.microsoft.com/office/drawing/2014/main" id="{E9852FFA-214F-BF20-9112-76359651326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025512" y="2789556"/>
            <a:ext cx="5166488" cy="5708650"/>
          </a:xfrm>
          <a:prstGeom prst="rect">
            <a:avLst/>
          </a:prstGeom>
        </p:spPr>
      </p:pic>
      <p:grpSp>
        <p:nvGrpSpPr>
          <p:cNvPr id="49" name="Group 48">
            <a:extLst>
              <a:ext uri="{FF2B5EF4-FFF2-40B4-BE49-F238E27FC236}">
                <a16:creationId xmlns:a16="http://schemas.microsoft.com/office/drawing/2014/main" id="{DBEE5632-0C83-0154-FBF5-23ED53896343}"/>
              </a:ext>
            </a:extLst>
          </p:cNvPr>
          <p:cNvGrpSpPr/>
          <p:nvPr userDrawn="1"/>
        </p:nvGrpSpPr>
        <p:grpSpPr>
          <a:xfrm>
            <a:off x="4789772" y="1951672"/>
            <a:ext cx="5059078" cy="2416574"/>
            <a:chOff x="4789772" y="1663700"/>
            <a:chExt cx="5059078" cy="2416574"/>
          </a:xfrm>
        </p:grpSpPr>
        <p:sp>
          <p:nvSpPr>
            <p:cNvPr id="13" name="Rectangle 12">
              <a:extLst>
                <a:ext uri="{FF2B5EF4-FFF2-40B4-BE49-F238E27FC236}">
                  <a16:creationId xmlns:a16="http://schemas.microsoft.com/office/drawing/2014/main" id="{3B46E73A-3538-DC6D-4509-67A1D4FAC1FC}"/>
                </a:ext>
              </a:extLst>
            </p:cNvPr>
            <p:cNvSpPr>
              <a:spLocks/>
            </p:cNvSpPr>
            <p:nvPr/>
          </p:nvSpPr>
          <p:spPr>
            <a:xfrm>
              <a:off x="4789772" y="2602946"/>
              <a:ext cx="5059078" cy="1477328"/>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ctr">
                <a:spcBef>
                  <a:spcPts val="300"/>
                </a:spcBef>
                <a:spcAft>
                  <a:spcPts val="300"/>
                </a:spcAft>
              </a:pPr>
              <a:r>
                <a:rPr lang="en-US" sz="9600" b="1" dirty="0">
                  <a:solidFill>
                    <a:schemeClr val="accent1"/>
                  </a:solidFill>
                  <a:latin typeface="+mj-lt"/>
                </a:rPr>
                <a:t>Thank You</a:t>
              </a:r>
            </a:p>
          </p:txBody>
        </p:sp>
        <p:pic>
          <p:nvPicPr>
            <p:cNvPr id="3" name="Graphic 2">
              <a:extLst>
                <a:ext uri="{FF2B5EF4-FFF2-40B4-BE49-F238E27FC236}">
                  <a16:creationId xmlns:a16="http://schemas.microsoft.com/office/drawing/2014/main" id="{AD680AEB-1E22-7BEC-F0F2-60D8DD51827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89772" y="1663700"/>
              <a:ext cx="1356464" cy="638336"/>
            </a:xfrm>
            <a:prstGeom prst="rect">
              <a:avLst/>
            </a:prstGeom>
          </p:spPr>
        </p:pic>
      </p:grpSp>
      <p:sp>
        <p:nvSpPr>
          <p:cNvPr id="36" name="Freeform: Shape 35">
            <a:extLst>
              <a:ext uri="{FF2B5EF4-FFF2-40B4-BE49-F238E27FC236}">
                <a16:creationId xmlns:a16="http://schemas.microsoft.com/office/drawing/2014/main" id="{3CAA2A24-8E9B-F9CF-8B25-522F6EA80A8E}"/>
              </a:ext>
            </a:extLst>
          </p:cNvPr>
          <p:cNvSpPr/>
          <p:nvPr userDrawn="1"/>
        </p:nvSpPr>
        <p:spPr>
          <a:xfrm>
            <a:off x="0" y="0"/>
            <a:ext cx="4218039" cy="6858000"/>
          </a:xfrm>
          <a:custGeom>
            <a:avLst/>
            <a:gdLst>
              <a:gd name="csX0" fmla="*/ 0 w 4218039"/>
              <a:gd name="csY0" fmla="*/ 0 h 6858000"/>
              <a:gd name="csX1" fmla="*/ 4218039 w 4218039"/>
              <a:gd name="csY1" fmla="*/ 0 h 6858000"/>
              <a:gd name="csX2" fmla="*/ 4218039 w 4218039"/>
              <a:gd name="csY2" fmla="*/ 6858000 h 6858000"/>
              <a:gd name="csX3" fmla="*/ 0 w 4218039"/>
              <a:gd name="csY3" fmla="*/ 6858000 h 6858000"/>
            </a:gdLst>
            <a:ahLst/>
            <a:cxnLst>
              <a:cxn ang="0">
                <a:pos x="csX0" y="csY0"/>
              </a:cxn>
              <a:cxn ang="0">
                <a:pos x="csX1" y="csY1"/>
              </a:cxn>
              <a:cxn ang="0">
                <a:pos x="csX2" y="csY2"/>
              </a:cxn>
              <a:cxn ang="0">
                <a:pos x="csX3" y="csY3"/>
              </a:cxn>
            </a:cxnLst>
            <a:rect l="l" t="t" r="r" b="b"/>
            <a:pathLst>
              <a:path w="4218039" h="6858000">
                <a:moveTo>
                  <a:pt x="0" y="0"/>
                </a:moveTo>
                <a:lnTo>
                  <a:pt x="4218039" y="0"/>
                </a:lnTo>
                <a:lnTo>
                  <a:pt x="4218039" y="6858000"/>
                </a:lnTo>
                <a:lnTo>
                  <a:pt x="0" y="6858000"/>
                </a:lnTo>
                <a:close/>
              </a:path>
            </a:pathLst>
          </a:custGeom>
          <a:solidFill>
            <a:schemeClr val="tx2">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ar-SA"/>
          </a:p>
        </p:txBody>
      </p:sp>
      <p:sp>
        <p:nvSpPr>
          <p:cNvPr id="43" name="Freeform: Shape 42">
            <a:extLst>
              <a:ext uri="{FF2B5EF4-FFF2-40B4-BE49-F238E27FC236}">
                <a16:creationId xmlns:a16="http://schemas.microsoft.com/office/drawing/2014/main" id="{1A418E80-8018-8988-2BF1-42B8F470E109}"/>
              </a:ext>
            </a:extLst>
          </p:cNvPr>
          <p:cNvSpPr/>
          <p:nvPr userDrawn="1"/>
        </p:nvSpPr>
        <p:spPr>
          <a:xfrm>
            <a:off x="4069081" y="0"/>
            <a:ext cx="148958" cy="6858000"/>
          </a:xfrm>
          <a:custGeom>
            <a:avLst/>
            <a:gdLst>
              <a:gd name="csX0" fmla="*/ 0 w 12192000"/>
              <a:gd name="csY0" fmla="*/ 0 h 6858000"/>
              <a:gd name="csX1" fmla="*/ 12192000 w 12192000"/>
              <a:gd name="csY1" fmla="*/ 0 h 6858000"/>
              <a:gd name="csX2" fmla="*/ 12192000 w 12192000"/>
              <a:gd name="csY2" fmla="*/ 6858000 h 6858000"/>
              <a:gd name="csX3" fmla="*/ 0 w 12192000"/>
              <a:gd name="csY3" fmla="*/ 6858000 h 6858000"/>
            </a:gdLst>
            <a:ahLst/>
            <a:cxnLst>
              <a:cxn ang="0">
                <a:pos x="csX0" y="csY0"/>
              </a:cxn>
              <a:cxn ang="0">
                <a:pos x="csX1" y="csY1"/>
              </a:cxn>
              <a:cxn ang="0">
                <a:pos x="csX2" y="csY2"/>
              </a:cxn>
              <a:cxn ang="0">
                <a:pos x="csX3" y="csY3"/>
              </a:cxn>
            </a:cxnLst>
            <a:rect l="l" t="t" r="r" b="b"/>
            <a:pathLst>
              <a:path w="12192000" h="6858000">
                <a:moveTo>
                  <a:pt x="0" y="0"/>
                </a:moveTo>
                <a:lnTo>
                  <a:pt x="12192000" y="0"/>
                </a:lnTo>
                <a:lnTo>
                  <a:pt x="12192000" y="6858000"/>
                </a:lnTo>
                <a:lnTo>
                  <a:pt x="0" y="6858000"/>
                </a:ln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ar-SA"/>
          </a:p>
        </p:txBody>
      </p:sp>
      <p:sp>
        <p:nvSpPr>
          <p:cNvPr id="48" name="Freeform: Shape 47">
            <a:extLst>
              <a:ext uri="{FF2B5EF4-FFF2-40B4-BE49-F238E27FC236}">
                <a16:creationId xmlns:a16="http://schemas.microsoft.com/office/drawing/2014/main" id="{A1AEBA63-31A8-D514-1DA2-2EBCF337481B}"/>
              </a:ext>
            </a:extLst>
          </p:cNvPr>
          <p:cNvSpPr/>
          <p:nvPr userDrawn="1"/>
        </p:nvSpPr>
        <p:spPr>
          <a:xfrm rot="20784708">
            <a:off x="10602755" y="-181462"/>
            <a:ext cx="1672082" cy="1539590"/>
          </a:xfrm>
          <a:custGeom>
            <a:avLst/>
            <a:gdLst>
              <a:gd name="csX0" fmla="*/ 740759 w 1672082"/>
              <a:gd name="csY0" fmla="*/ 141489 h 1539590"/>
              <a:gd name="csX1" fmla="*/ 753608 w 1672082"/>
              <a:gd name="csY1" fmla="*/ 144595 h 1539590"/>
              <a:gd name="csX2" fmla="*/ 735553 w 1672082"/>
              <a:gd name="csY2" fmla="*/ 178906 h 1539590"/>
              <a:gd name="csX3" fmla="*/ 840936 w 1672082"/>
              <a:gd name="csY3" fmla="*/ 698652 h 1539590"/>
              <a:gd name="csX4" fmla="*/ 1519382 w 1672082"/>
              <a:gd name="csY4" fmla="*/ 698652 h 1539590"/>
              <a:gd name="csX5" fmla="*/ 1651111 w 1672082"/>
              <a:gd name="csY5" fmla="*/ 451056 h 1539590"/>
              <a:gd name="csX6" fmla="*/ 1659498 w 1672082"/>
              <a:gd name="csY6" fmla="*/ 363555 h 1539590"/>
              <a:gd name="csX7" fmla="*/ 1672082 w 1672082"/>
              <a:gd name="csY7" fmla="*/ 366597 h 1539590"/>
              <a:gd name="csX8" fmla="*/ 1663751 w 1672082"/>
              <a:gd name="csY8" fmla="*/ 453515 h 1539590"/>
              <a:gd name="csX9" fmla="*/ 1528487 w 1672082"/>
              <a:gd name="csY9" fmla="*/ 707757 h 1539590"/>
              <a:gd name="csX10" fmla="*/ 831831 w 1672082"/>
              <a:gd name="csY10" fmla="*/ 707757 h 1539590"/>
              <a:gd name="csX11" fmla="*/ 723620 w 1672082"/>
              <a:gd name="csY11" fmla="*/ 174060 h 1539590"/>
              <a:gd name="csX12" fmla="*/ 155384 w 1672082"/>
              <a:gd name="csY12" fmla="*/ 0 h 1539590"/>
              <a:gd name="csX13" fmla="*/ 170048 w 1672082"/>
              <a:gd name="csY13" fmla="*/ 3544 h 1539590"/>
              <a:gd name="csX14" fmla="*/ 153385 w 1672082"/>
              <a:gd name="csY14" fmla="*/ 20207 h 1539590"/>
              <a:gd name="csX15" fmla="*/ 153385 w 1672082"/>
              <a:gd name="csY15" fmla="*/ 698652 h 1539590"/>
              <a:gd name="csX16" fmla="*/ 840936 w 1672082"/>
              <a:gd name="csY16" fmla="*/ 1386203 h 1539590"/>
              <a:gd name="csX17" fmla="*/ 1444125 w 1672082"/>
              <a:gd name="csY17" fmla="*/ 1447677 h 1539590"/>
              <a:gd name="csX18" fmla="*/ 1447814 w 1672082"/>
              <a:gd name="csY18" fmla="*/ 1444663 h 1539590"/>
              <a:gd name="csX19" fmla="*/ 1443506 w 1672082"/>
              <a:gd name="csY19" fmla="*/ 1462485 h 1539590"/>
              <a:gd name="csX20" fmla="*/ 1365529 w 1672082"/>
              <a:gd name="csY20" fmla="*/ 1503520 h 1539590"/>
              <a:gd name="csX21" fmla="*/ 831831 w 1672082"/>
              <a:gd name="csY21" fmla="*/ 1395308 h 1539590"/>
              <a:gd name="csX22" fmla="*/ 144282 w 1672082"/>
              <a:gd name="csY22" fmla="*/ 707757 h 1539590"/>
              <a:gd name="csX23" fmla="*/ 144282 w 1672082"/>
              <a:gd name="csY23" fmla="*/ 11102 h 15395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1672082" h="1539590">
                <a:moveTo>
                  <a:pt x="740759" y="141489"/>
                </a:moveTo>
                <a:lnTo>
                  <a:pt x="753608" y="144595"/>
                </a:lnTo>
                <a:lnTo>
                  <a:pt x="735553" y="178906"/>
                </a:lnTo>
                <a:cubicBezTo>
                  <a:pt x="665297" y="352154"/>
                  <a:pt x="700425" y="558141"/>
                  <a:pt x="840936" y="698652"/>
                </a:cubicBezTo>
                <a:cubicBezTo>
                  <a:pt x="1028285" y="886001"/>
                  <a:pt x="1332033" y="886001"/>
                  <a:pt x="1519382" y="698652"/>
                </a:cubicBezTo>
                <a:cubicBezTo>
                  <a:pt x="1589638" y="628397"/>
                  <a:pt x="1633548" y="541772"/>
                  <a:pt x="1651111" y="451056"/>
                </a:cubicBezTo>
                <a:lnTo>
                  <a:pt x="1659498" y="363555"/>
                </a:lnTo>
                <a:lnTo>
                  <a:pt x="1672082" y="366597"/>
                </a:lnTo>
                <a:lnTo>
                  <a:pt x="1663751" y="453515"/>
                </a:lnTo>
                <a:cubicBezTo>
                  <a:pt x="1645716" y="546667"/>
                  <a:pt x="1600628" y="635616"/>
                  <a:pt x="1528487" y="707757"/>
                </a:cubicBezTo>
                <a:cubicBezTo>
                  <a:pt x="1336111" y="900133"/>
                  <a:pt x="1024207" y="900133"/>
                  <a:pt x="831831" y="707757"/>
                </a:cubicBezTo>
                <a:cubicBezTo>
                  <a:pt x="687550" y="563475"/>
                  <a:pt x="651479" y="351959"/>
                  <a:pt x="723620" y="174060"/>
                </a:cubicBezTo>
                <a:close/>
                <a:moveTo>
                  <a:pt x="155384" y="0"/>
                </a:moveTo>
                <a:lnTo>
                  <a:pt x="170048" y="3544"/>
                </a:lnTo>
                <a:lnTo>
                  <a:pt x="153385" y="20207"/>
                </a:lnTo>
                <a:cubicBezTo>
                  <a:pt x="-33963" y="207555"/>
                  <a:pt x="-33963" y="511304"/>
                  <a:pt x="153385" y="698652"/>
                </a:cubicBezTo>
                <a:lnTo>
                  <a:pt x="840936" y="1386203"/>
                </a:lnTo>
                <a:cubicBezTo>
                  <a:pt x="1004866" y="1550133"/>
                  <a:pt x="1257915" y="1570624"/>
                  <a:pt x="1444125" y="1447677"/>
                </a:cubicBezTo>
                <a:lnTo>
                  <a:pt x="1447814" y="1444663"/>
                </a:lnTo>
                <a:lnTo>
                  <a:pt x="1443506" y="1462485"/>
                </a:lnTo>
                <a:lnTo>
                  <a:pt x="1365529" y="1503520"/>
                </a:lnTo>
                <a:cubicBezTo>
                  <a:pt x="1187629" y="1575661"/>
                  <a:pt x="976113" y="1539590"/>
                  <a:pt x="831831" y="1395308"/>
                </a:cubicBezTo>
                <a:lnTo>
                  <a:pt x="144282" y="707757"/>
                </a:lnTo>
                <a:cubicBezTo>
                  <a:pt x="-48094" y="515381"/>
                  <a:pt x="-48094" y="203477"/>
                  <a:pt x="144282" y="11102"/>
                </a:cubicBezTo>
                <a:close/>
              </a:path>
            </a:pathLst>
          </a:custGeom>
          <a:solidFill>
            <a:schemeClr val="accent1">
              <a:alpha val="22000"/>
            </a:schemeClr>
          </a:solidFill>
          <a:ln w="3210" cap="flat">
            <a:noFill/>
            <a:prstDash val="solid"/>
            <a:miter/>
          </a:ln>
        </p:spPr>
        <p:txBody>
          <a:bodyPr wrap="square">
            <a:noAutofit/>
          </a:bodyPr>
          <a:lstStyle/>
          <a:p>
            <a:endParaRPr lang="ar-SA"/>
          </a:p>
        </p:txBody>
      </p:sp>
    </p:spTree>
    <p:extLst>
      <p:ext uri="{BB962C8B-B14F-4D97-AF65-F5344CB8AC3E}">
        <p14:creationId xmlns:p14="http://schemas.microsoft.com/office/powerpoint/2010/main" val="612970390"/>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vmlDrawing" Target="../drawings/vmlDrawing1.vml"/><Relationship Id="rId8" Type="http://schemas.openxmlformats.org/officeDocument/2006/relationships/tags" Target="../tags/tag2.xml"/><Relationship Id="rId9" Type="http://schemas.openxmlformats.org/officeDocument/2006/relationships/oleObject" Target="../embeddings/oleObject1.bin"/><Relationship Id="rId10" Type="http://schemas.openxmlformats.org/officeDocument/2006/relationships/image" Target="../media/image1.emf"/><Relationship Id="rId11" Type="http://schemas.openxmlformats.org/officeDocument/2006/relationships/image" Target="../media/image2.png"/><Relationship Id="rId12"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A64720A-BB5B-9CF4-E7D4-2352C1A5BCC9}"/>
              </a:ext>
            </a:extLst>
          </p:cNvPr>
          <p:cNvGraphicFramePr>
            <a:graphicFrameLocks/>
          </p:cNvGraphicFramePr>
          <p:nvPr userDrawn="1">
            <p:custDataLst>
              <p:tags r:id="rId8"/>
            </p:custDataLst>
            <p:extLst>
              <p:ext uri="{D42A27DB-BD31-4B8C-83A1-F6EECF244321}">
                <p14:modId xmlns:p14="http://schemas.microsoft.com/office/powerpoint/2010/main" val="40107712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28" name="think-cell Slide" r:id="rId9" imgW="7772400" imgH="10058400" progId="TCLayout.ActiveDocument.1">
                  <p:embed/>
                </p:oleObj>
              </mc:Choice>
              <mc:Fallback>
                <p:oleObj name="think-cell Slide" r:id="rId9" imgW="7772400" imgH="10058400" progId="TCLayout.ActiveDocument.1">
                  <p:embed/>
                  <p:pic>
                    <p:nvPicPr>
                      <p:cNvPr id="3" name="think-cell data - do not delete" hidden="1">
                        <a:extLst>
                          <a:ext uri="{FF2B5EF4-FFF2-40B4-BE49-F238E27FC236}">
                            <a16:creationId xmlns:a16="http://schemas.microsoft.com/office/drawing/2014/main" id="{4A64720A-BB5B-9CF4-E7D4-2352C1A5BCC9}"/>
                          </a:ext>
                        </a:extLst>
                      </p:cNvPr>
                      <p:cNvPicPr/>
                      <p:nvPr/>
                    </p:nvPicPr>
                    <p:blipFill>
                      <a:blip r:embed="rId10"/>
                      <a:stretch>
                        <a:fillRect/>
                      </a:stretch>
                    </p:blipFill>
                    <p:spPr>
                      <a:xfrm>
                        <a:off x="1588" y="1588"/>
                        <a:ext cx="1227"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F6AB6FB7-7193-D0E6-CFB4-B746CB9281C1}"/>
              </a:ext>
            </a:extLst>
          </p:cNvPr>
          <p:cNvSpPr>
            <a:spLocks noGrp="1"/>
          </p:cNvSpPr>
          <p:nvPr>
            <p:ph type="body" idx="1"/>
          </p:nvPr>
        </p:nvSpPr>
        <p:spPr>
          <a:xfrm>
            <a:off x="342900" y="1825625"/>
            <a:ext cx="11487150" cy="1520416"/>
          </a:xfrm>
          <a:prstGeom prst="rect">
            <a:avLst/>
          </a:prstGeom>
        </p:spPr>
        <p:txBody>
          <a:bodyPr vert="horz" wrap="square" lIns="91440" tIns="45720" rIns="9144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hu-HU" dirty="0"/>
          </a:p>
        </p:txBody>
      </p:sp>
      <p:sp>
        <p:nvSpPr>
          <p:cNvPr id="4" name="Slide Number Placeholder 3">
            <a:extLst>
              <a:ext uri="{FF2B5EF4-FFF2-40B4-BE49-F238E27FC236}">
                <a16:creationId xmlns:a16="http://schemas.microsoft.com/office/drawing/2014/main" id="{468C632D-2E77-34EA-298C-0B926142729D}"/>
              </a:ext>
            </a:extLst>
          </p:cNvPr>
          <p:cNvSpPr>
            <a:spLocks noGrp="1"/>
          </p:cNvSpPr>
          <p:nvPr>
            <p:ph type="sldNum" sz="quarter" idx="4"/>
          </p:nvPr>
        </p:nvSpPr>
        <p:spPr>
          <a:xfrm>
            <a:off x="9086850" y="6477357"/>
            <a:ext cx="2743200" cy="123111"/>
          </a:xfrm>
          <a:prstGeom prst="rect">
            <a:avLst/>
          </a:prstGeom>
        </p:spPr>
        <p:txBody>
          <a:bodyPr vert="horz" lIns="0" tIns="0" rIns="0" bIns="0" rtlCol="0" anchor="ctr">
            <a:spAutoFit/>
          </a:bodyPr>
          <a:lstStyle>
            <a:lvl1pPr algn="r">
              <a:defRPr sz="800">
                <a:solidFill>
                  <a:schemeClr val="tx1"/>
                </a:solidFill>
              </a:defRPr>
            </a:lvl1pPr>
          </a:lstStyle>
          <a:p>
            <a:fld id="{8EB2A6CC-2F0B-9D4F-B83B-61C609445FA1}" type="slidenum">
              <a:rPr lang="en-US" smtClean="0"/>
              <a:pPr/>
              <a:t>‹#›</a:t>
            </a:fld>
            <a:endParaRPr lang="en-US" sz="800" dirty="0"/>
          </a:p>
        </p:txBody>
      </p:sp>
      <p:pic>
        <p:nvPicPr>
          <p:cNvPr id="6" name="Graphic 5">
            <a:extLst>
              <a:ext uri="{FF2B5EF4-FFF2-40B4-BE49-F238E27FC236}">
                <a16:creationId xmlns:a16="http://schemas.microsoft.com/office/drawing/2014/main" id="{028F7B93-B10C-916B-F5F6-9D26456D869C}"/>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1203616" y="396664"/>
            <a:ext cx="637547" cy="300022"/>
          </a:xfrm>
          <a:prstGeom prst="rect">
            <a:avLst/>
          </a:prstGeom>
        </p:spPr>
      </p:pic>
    </p:spTree>
    <p:extLst>
      <p:ext uri="{BB962C8B-B14F-4D97-AF65-F5344CB8AC3E}">
        <p14:creationId xmlns:p14="http://schemas.microsoft.com/office/powerpoint/2010/main" val="431031064"/>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66" r:id="rId4"/>
    <p:sldLayoutId id="2147483670" r:id="rId5"/>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16">
          <p15:clr>
            <a:srgbClr val="F26B43"/>
          </p15:clr>
        </p15:guide>
        <p15:guide id="2" pos="7459">
          <p15:clr>
            <a:srgbClr val="F26B43"/>
          </p15:clr>
        </p15:guide>
        <p15:guide id="3" orient="horz" pos="228">
          <p15:clr>
            <a:srgbClr val="F26B43"/>
          </p15:clr>
        </p15:guide>
        <p15:guide id="4" orient="horz" pos="712">
          <p15:clr>
            <a:srgbClr val="F26B43"/>
          </p15:clr>
        </p15:guide>
        <p15:guide id="5" orient="horz" pos="4104">
          <p15:clr>
            <a:srgbClr val="F26B43"/>
          </p15:clr>
        </p15:guide>
        <p15:guide id="6" orient="horz" pos="81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 Placeholder 2"/>
          <p:cNvSpPr>
            <a:spLocks noGrp="1"/>
          </p:cNvSpPr>
          <p:nvPr>
            <p:ph type="body" idx="11" sz="quarter"/>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pic>
        <p:nvPicPr>
          <p:cNvPr id="3" name="Picture 2" descr="image.jpg"/>
          <p:cNvPicPr>
            <a:picLocks noChangeAspect="1"/>
          </p:cNvPicPr>
          <p:nvPr/>
        </p:nvPicPr>
        <p:blipFill>
          <a:blip r:embed="rId2"/>
          <a:stretch>
            <a:fillRect/>
          </a:stretch>
        </p:blipFill>
        <p:spPr>
          <a:xfrm>
            <a:off x="9354312" y="1280160"/>
            <a:ext cx="2651760" cy="40233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548640" y="1463040"/>
            <a:ext cx="8165592" cy="4389120"/>
          </a:xfrm>
          <a:prstGeom prst="rect">
            <a:avLst/>
          </a:prstGeom>
          <a:noFill/>
        </p:spPr>
        <p:txBody>
          <a:bodyPr wrap="square">
            <a:spAutoFit/>
          </a:bodyPr>
          <a:lstStyle/>
          <a:p>
            <a:pPr>
              <a:spcBef>
                <a:spcPts val="500"/>
              </a:spcBef>
            </a:pPr>
            <a:r>
              <a:rPr sz="1600">
                <a:solidFill>
                  <a:srgbClr val="1F2937"/>
                </a:solidFill>
              </a:rPr>
              <a:t>•  104</a:t>
            </a:r>
          </a:p>
        </p:txBody>
      </p:sp>
      <p:pic>
        <p:nvPicPr>
          <p:cNvPr id="4" name="Picture 3" descr="image.jpg"/>
          <p:cNvPicPr>
            <a:picLocks noChangeAspect="1"/>
          </p:cNvPicPr>
          <p:nvPr/>
        </p:nvPicPr>
        <p:blipFill>
          <a:blip r:embed="rId2"/>
          <a:stretch>
            <a:fillRect/>
          </a:stretch>
        </p:blipFill>
        <p:spPr>
          <a:xfrm>
            <a:off x="9354312" y="1280160"/>
            <a:ext cx="2651760" cy="40233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548640" y="1463040"/>
            <a:ext cx="8165592" cy="4389120"/>
          </a:xfrm>
          <a:prstGeom prst="rect">
            <a:avLst/>
          </a:prstGeom>
          <a:noFill/>
        </p:spPr>
        <p:txBody>
          <a:bodyPr wrap="square">
            <a:spAutoFit/>
          </a:bodyPr>
          <a:lstStyle/>
          <a:p>
            <a:pPr>
              <a:spcBef>
                <a:spcPts val="500"/>
              </a:spcBef>
            </a:pPr>
            <a:r>
              <a:rPr sz="1600">
                <a:solidFill>
                  <a:srgbClr val="1F2937"/>
                </a:solidFill>
              </a:rPr>
              <a:t>•  15.1. Tailored guidance for institutional investors navigating AI risk</a:t>
            </a:r>
          </a:p>
          <a:p>
            <a:pPr>
              <a:spcBef>
                <a:spcPts val="500"/>
              </a:spcBef>
            </a:pPr>
            <a:r>
              <a:rPr sz="1600">
                <a:solidFill>
                  <a:srgbClr val="1F2937"/>
                </a:solidFill>
              </a:rPr>
              <a:t>•  Portfolio construction and exposure controls</a:t>
            </a:r>
          </a:p>
          <a:p>
            <a:pPr>
              <a:spcBef>
                <a:spcPts val="500"/>
              </a:spcBef>
            </a:pPr>
            <a:r>
              <a:rPr sz="1600">
                <a:solidFill>
                  <a:srgbClr val="1F2937"/>
                </a:solidFill>
              </a:rPr>
              <a:t>•  Treat AI exposure as a factor cluster rather than a sector label, separating exposure to compute capex cycles, hyperscaler concentration, semiconductor supply chains, and application layer adoption risk. Set explicit concentration limits for single name and single platform dependencies, including indirect exposure through index products, private funds, and structured notes. Use a barbell approach that pairs high duration AI growth exposure with cash flow resilient enableers such as power, grid equipment, and data center real assets, while stress testing correlation spikes during risk off regime.</a:t>
            </a:r>
          </a:p>
          <a:p>
            <a:pPr>
              <a:spcBef>
                <a:spcPts val="500"/>
              </a:spcBef>
            </a:pPr>
            <a:r>
              <a:rPr sz="1600">
                <a:solidFill>
                  <a:srgbClr val="1F2937"/>
                </a:solidFill>
              </a:rPr>
              <a:t>•  Underwriting discipline for private market</a:t>
            </a:r>
          </a:p>
          <a:p>
            <a:pPr>
              <a:spcBef>
                <a:spcPts val="500"/>
              </a:spcBef>
            </a:pPr>
            <a:r>
              <a:rPr sz="1600">
                <a:solidFill>
                  <a:srgbClr val="1F2937"/>
                </a:solidFill>
              </a:rPr>
              <a:t>•  Require evidence of repeatable unit economics under realistic inference costs, including sensitivity to model price compression and cloud margin pressure. Prefer financing structures that reduce reflexivity, including staged capital with milestone based tranches, capped liquidation preferences, and covenants tied to cash burn and gross margin.</a:t>
            </a:r>
          </a:p>
        </p:txBody>
      </p:sp>
      <p:pic>
        <p:nvPicPr>
          <p:cNvPr id="4" name="Picture 3" descr="image.jpg"/>
          <p:cNvPicPr>
            <a:picLocks noChangeAspect="1"/>
          </p:cNvPicPr>
          <p:nvPr/>
        </p:nvPicPr>
        <p:blipFill>
          <a:blip r:embed="rId2"/>
          <a:stretch>
            <a:fillRect/>
          </a:stretch>
        </p:blipFill>
        <p:spPr>
          <a:xfrm>
            <a:off x="9354312" y="1280160"/>
            <a:ext cx="2651760" cy="40233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548640" y="1463040"/>
            <a:ext cx="8165592" cy="4389120"/>
          </a:xfrm>
          <a:prstGeom prst="rect">
            <a:avLst/>
          </a:prstGeom>
          <a:noFill/>
        </p:spPr>
        <p:txBody>
          <a:bodyPr wrap="square">
            <a:spAutoFit/>
          </a:bodyPr>
          <a:lstStyle/>
          <a:p>
            <a:pPr>
              <a:spcBef>
                <a:spcPts val="500"/>
              </a:spcBef>
            </a:pPr>
            <a:r>
              <a:rPr sz="1600">
                <a:solidFill>
                  <a:srgbClr val="1F2937"/>
                </a:solidFill>
              </a:rPr>
              <a:t>•  76</a:t>
            </a:r>
          </a:p>
        </p:txBody>
      </p:sp>
      <p:pic>
        <p:nvPicPr>
          <p:cNvPr id="4" name="Picture 3" descr="image.jpg"/>
          <p:cNvPicPr>
            <a:picLocks noChangeAspect="1"/>
          </p:cNvPicPr>
          <p:nvPr/>
        </p:nvPicPr>
        <p:blipFill>
          <a:blip r:embed="rId2"/>
          <a:stretch>
            <a:fillRect/>
          </a:stretch>
        </p:blipFill>
        <p:spPr>
          <a:xfrm>
            <a:off x="9354312" y="1280160"/>
            <a:ext cx="2651760" cy="40233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548640" y="1463040"/>
            <a:ext cx="11091672" cy="4389120"/>
          </a:xfrm>
          <a:prstGeom prst="rect">
            <a:avLst/>
          </a:prstGeom>
          <a:noFill/>
        </p:spPr>
        <p:txBody>
          <a:bodyPr wrap="square">
            <a:spAutoFit/>
          </a:bodyPr>
          <a:lstStyle/>
          <a:p>
            <a:pPr>
              <a:spcBef>
                <a:spcPts val="500"/>
              </a:spcBef>
            </a:pPr>
            <a:r>
              <a:rPr sz="1600">
                <a:solidFill>
                  <a:srgbClr val="1F2937"/>
                </a:solidFill>
              </a:rPr>
              <a:t>•  15.3.1 Capital Discipline and Truthful Signaling</a:t>
            </a:r>
          </a:p>
          <a:p>
            <a:pPr>
              <a:spcBef>
                <a:spcPts val="500"/>
              </a:spcBef>
            </a:pPr>
            <a:r>
              <a:rPr sz="1600">
                <a:solidFill>
                  <a:srgbClr val="1F2937"/>
                </a:solidFill>
              </a:rPr>
              <a:t>•  Publish credible capex roadmaps that link compute expansion to contracted demand and utilization targets, reducing the risk of overbuild dynamics. - Avoid revenue recognition practices or customer incentive structures that inflate near term growth at the expense of durable margin. - Provide investors with clear separation between research milestones and commercial readiness, including limitations and deployment constraints. 15.3.2 Assurancce Leadership</a:t>
            </a:r>
          </a:p>
          <a:p>
            <a:pPr>
              <a:spcBef>
                <a:spcPts val="500"/>
              </a:spcBef>
            </a:pPr>
            <a:r>
              <a:rPr sz="1600">
                <a:solidFill>
                  <a:srgbClr val="1F2937"/>
                </a:solidFill>
              </a:rPr>
              <a:t>•  Voluntarily adopt standardized AI metrics ahead of regulatory requirements, including AI attributable revenues, inference cost per unit, and dependency on third party models or cloud provider's reliability. - Commission independent assuraNCe for material AI claims and safety controls, improving trust and reducing information asymmetry. 15.3.3 Risk Management and Safety as Financial Stability Inputs</a:t>
            </a:r>
          </a:p>
          <a:p>
            <a:pPr>
              <a:spcBef>
                <a:spcPts val="500"/>
              </a:spcBef>
            </a:pPr>
            <a:r>
              <a:rPr sz="1600">
                <a:solidFill>
                  <a:srgbClr val="1F2937"/>
                </a:solidFill>
              </a:rPr>
              <a:t>•  Treat cybersecurity, model misuse, and reliability failure as balance sheet risk, with board level oversight and tested incident response plans. - Support interoperable and portable APIs and data export mechanisms to reduce systemic lock in and concentration fragility. - Use responsible partnership structures with startup companies that avoid hidden leveraged and circular financing, including transparent compute credit terms and revenues share agreements. 15.3.4 Labor and Capability Resilience</a:t>
            </a:r>
          </a:p>
          <a:p>
            <a:pPr>
              <a:spcBef>
                <a:spcPts val="500"/>
              </a:spcBef>
            </a:pPr>
            <a:r>
              <a:rPr sz="1600">
                <a:solidFill>
                  <a:srgbClr val="1F2937"/>
                </a:solidFill>
              </a:rPr>
              <a:t>•  Invest in workforce transition programs and internal reskilling to reduce boom busht hiiring cycles and preserve execution capacity during downturns. - Maintain R and D continuity plans that protect core research during funding contractions, reducing the probability that a market correction becomes an innovation winter. 15.3.5 Public Engagement and Policy Collaboration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548640" y="1463040"/>
            <a:ext cx="11091672" cy="4389120"/>
          </a:xfrm>
          <a:prstGeom prst="rect">
            <a:avLst/>
          </a:prstGeom>
          <a:noFill/>
        </p:spPr>
        <p:txBody>
          <a:bodyPr wrap="square">
            <a:spAutoFit/>
          </a:bodyPr>
          <a:lstStyle/>
          <a:p>
            <a:pPr>
              <a:spcBef>
                <a:spcPts val="500"/>
              </a:spcBef>
            </a:pPr>
            <a:r>
              <a:rPr sz="1600">
                <a:solidFill>
                  <a:srgbClr val="1F2937"/>
                </a:solidFill>
              </a:rPr>
              <a:t>•  {</a:t>
            </a:r>
          </a:p>
          <a:p>
            <a:pPr>
              <a:spcBef>
                <a:spcPts val="500"/>
              </a:spcBef>
            </a:pPr>
            <a:r>
              <a:rPr sz="1600">
                <a:solidFill>
                  <a:srgbClr val="1F2937"/>
                </a:solidFill>
              </a:rPr>
              <a:t>•  "title": "10.2.1 Compute Price and Availability Shock",</a:t>
            </a:r>
          </a:p>
          <a:p>
            <a:pPr>
              <a:spcBef>
                <a:spcPts val="500"/>
              </a:spcBef>
            </a:pPr>
            <a:r>
              <a:rPr sz="1600">
                <a:solidFill>
                  <a:srgbClr val="1F2937"/>
                </a:solidFill>
              </a:rPr>
              <a:t>•  "subsections": [</a:t>
            </a:r>
          </a:p>
          <a:p>
            <a:pPr>
              <a:spcBef>
                <a:spcPts val="500"/>
              </a:spcBef>
            </a:pPr>
            <a:r>
              <a:rPr sz="1600">
                <a:solidFill>
                  <a:srgbClr val="1F2937"/>
                </a:solidFill>
              </a:rPr>
              <a:t>•  {</a:t>
            </a:r>
          </a:p>
          <a:p>
            <a:pPr>
              <a:spcBef>
                <a:spcPts val="500"/>
              </a:spcBef>
            </a:pPr>
            <a:r>
              <a:rPr sz="1600">
                <a:solidFill>
                  <a:srgbClr val="1F2937"/>
                </a:solidFill>
              </a:rPr>
              <a:t>•  "title": "Assess the impact of a rapid increase in compute prices and/or reduced availability due to supply chain disruption on AI infrastructure operators, large cloud and platform firms, bank and non-bank lenders with concentrated exposure to AI infrastructure financing, and venture and growth funds.",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548640" y="1463040"/>
            <a:ext cx="11091672" cy="4389120"/>
          </a:xfrm>
          <a:prstGeom prst="rect">
            <a:avLst/>
          </a:prstGeom>
          <a:noFill/>
        </p:spPr>
        <p:txBody>
          <a:bodyPr wrap="square">
            <a:spAutoFit/>
          </a:bodyPr>
          <a:lstStyle/>
          <a:p>
            <a:pPr>
              <a:spcBef>
                <a:spcPts val="500"/>
              </a:spcBef>
            </a:pPr>
            <a:r>
              <a:rPr sz="1600">
                <a:solidFill>
                  <a:srgbClr val="1F2937"/>
                </a:solidFill>
              </a:rPr>
              <a:t>•  {</a:t>
            </a:r>
          </a:p>
          <a:p>
            <a:pPr>
              <a:spcBef>
                <a:spcPts val="500"/>
              </a:spcBef>
            </a:pPr>
            <a:r>
              <a:rPr sz="1600">
                <a:solidFill>
                  <a:srgbClr val="1F2937"/>
                </a:solidFill>
              </a:rPr>
              <a:t>•  "title": "11.1. Monetairy policy implicaion",</a:t>
            </a:r>
          </a:p>
          <a:p>
            <a:pPr>
              <a:spcBef>
                <a:spcPts val="500"/>
              </a:spcBef>
            </a:pPr>
            <a:r>
              <a:rPr sz="1600">
                <a:solidFill>
                  <a:srgbClr val="1F2937"/>
                </a:solidFill>
              </a:rPr>
              <a:t>•  "subsections": [</a:t>
            </a:r>
          </a:p>
          <a:p>
            <a:pPr>
              <a:spcBef>
                <a:spcPts val="500"/>
              </a:spcBef>
            </a:pPr>
            <a:r>
              <a:rPr sz="1600">
                <a:solidFill>
                  <a:srgbClr val="1F2937"/>
                </a:solidFill>
              </a:rPr>
              <a:t>•  {</a:t>
            </a:r>
          </a:p>
          <a:p>
            <a:pPr>
              <a:spcBef>
                <a:spcPts val="500"/>
              </a:spcBef>
            </a:pPr>
            <a:r>
              <a:rPr sz="1600">
                <a:solidFill>
                  <a:srgbClr val="1F2937"/>
                </a:solidFill>
              </a:rPr>
              <a:t>•  "title": "AI driven asset inflation can complicate monetairy policy by loosing financial conditions even when inflation is not yet durably at target",</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INKEDPICTURESLINKREMOVED" val="True"/>
  <p:tag name="ISLIDE.GUIDESSETTING" val="{&quot;Id&quot;:&quot;GuidesStyle_Normal&quot;,&quot;Name&quot;:&quot;GuidesStyle_Normal&quot;,&quot;Kind&quot;:0,&quot;OldGuidesSetting&quot;:{&quot;HeaderHeight&quot;:15.0,&quot;FooterHeight&quot;:9.0,&quot;SideMargin&quot;:5.5,&quot;TopMargin&quot;:0.0,&quot;BottomMargin&quot;:0.0,&quot;IntervalMargin&quot;:1.5}}"/>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ffice Theme">
  <a:themeElements>
    <a:clrScheme name="Custom 26">
      <a:dk1>
        <a:sysClr val="windowText" lastClr="000000"/>
      </a:dk1>
      <a:lt1>
        <a:sysClr val="window" lastClr="FFFFFF"/>
      </a:lt1>
      <a:dk2>
        <a:srgbClr val="2C2C2C"/>
      </a:dk2>
      <a:lt2>
        <a:srgbClr val="E8E8E8"/>
      </a:lt2>
      <a:accent1>
        <a:srgbClr val="EF4444"/>
      </a:accent1>
      <a:accent2>
        <a:srgbClr val="DCDEF3"/>
      </a:accent2>
      <a:accent3>
        <a:srgbClr val="196B24"/>
      </a:accent3>
      <a:accent4>
        <a:srgbClr val="0F9ED5"/>
      </a:accent4>
      <a:accent5>
        <a:srgbClr val="A02B93"/>
      </a:accent5>
      <a:accent6>
        <a:srgbClr val="4EA72E"/>
      </a:accent6>
      <a:hlink>
        <a:srgbClr val="467886"/>
      </a:hlink>
      <a:folHlink>
        <a:srgbClr val="96607D"/>
      </a:folHlink>
    </a:clrScheme>
    <a:fontScheme name="Ghost Research">
      <a:majorFont>
        <a:latin typeface="Oranienbaum"/>
        <a:ea typeface="inter"/>
        <a:cs typeface="Oranienbaum"/>
      </a:majorFont>
      <a:minorFont>
        <a:latin typeface="Manrope"/>
        <a:ea typeface="inter"/>
        <a:cs typeface="Manrop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1013</TotalTime>
  <Words>1</Words>
  <Application>Microsoft Office PowerPoint</Application>
  <PresentationFormat>Widescreen</PresentationFormat>
  <Paragraphs>1</Paragraphs>
  <Slides>5</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5</vt:i4>
      </vt:variant>
    </vt:vector>
  </HeadingPairs>
  <TitlesOfParts>
    <vt:vector size="11" baseType="lpstr">
      <vt:lpstr>Arial</vt:lpstr>
      <vt:lpstr>inter</vt:lpstr>
      <vt:lpstr>Manrope</vt:lpstr>
      <vt:lpstr>Oranienbaum</vt:lpstr>
      <vt:lpstr>1_Office Theme</vt:lpstr>
      <vt:lpstr>think-cell Slide</vt:lpstr>
      <vt:lpstr>PowerPoint Presentation</vt:lpstr>
      <vt:lpstr>PowerPoint Presentation</vt:lpstr>
      <vt:lpstr>PowerPoint Presentation</vt:lpstr>
      <vt:lpstr>PowerPoint Presentation</vt:lpstr>
      <vt:lpstr>PowerPoint Presentation</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rohit</cp:lastModifiedBy>
  <cp:revision>19</cp:revision>
  <dcterms:created xsi:type="dcterms:W3CDTF">2026-03-25T00:46:51Z</dcterms:created>
  <dcterms:modified xsi:type="dcterms:W3CDTF">2026-03-31T19:15:00Z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3303d7c-e5a3-4cc8-90eb-69bfd7570ac4_Enabled">
    <vt:lpwstr>true</vt:lpwstr>
  </property>
  <property fmtid="{D5CDD505-2E9C-101B-9397-08002B2CF9AE}" pid="3" name="MSIP_Label_83303d7c-e5a3-4cc8-90eb-69bfd7570ac4_SetDate">
    <vt:lpwstr>2026-03-25T01:04:45Z</vt:lpwstr>
  </property>
  <property fmtid="{D5CDD505-2E9C-101B-9397-08002B2CF9AE}" pid="4" name="MSIP_Label_83303d7c-e5a3-4cc8-90eb-69bfd7570ac4_Method">
    <vt:lpwstr>Standard</vt:lpwstr>
  </property>
  <property fmtid="{D5CDD505-2E9C-101B-9397-08002B2CF9AE}" pid="5" name="MSIP_Label_83303d7c-e5a3-4cc8-90eb-69bfd7570ac4_Name">
    <vt:lpwstr>Client Confidential Information-SLV1</vt:lpwstr>
  </property>
  <property fmtid="{D5CDD505-2E9C-101B-9397-08002B2CF9AE}" pid="6" name="MSIP_Label_83303d7c-e5a3-4cc8-90eb-69bfd7570ac4_SiteId">
    <vt:lpwstr>cc8936bc-9382-4fff-87cb-6f55999549e7</vt:lpwstr>
  </property>
  <property fmtid="{D5CDD505-2E9C-101B-9397-08002B2CF9AE}" pid="7" name="MSIP_Label_83303d7c-e5a3-4cc8-90eb-69bfd7570ac4_ActionId">
    <vt:lpwstr>d47d3141-aa57-42b2-bb53-fece967408d3</vt:lpwstr>
  </property>
  <property fmtid="{D5CDD505-2E9C-101B-9397-08002B2CF9AE}" pid="8" name="MSIP_Label_83303d7c-e5a3-4cc8-90eb-69bfd7570ac4_ContentBits">
    <vt:lpwstr>0</vt:lpwstr>
  </property>
  <property fmtid="{D5CDD505-2E9C-101B-9397-08002B2CF9AE}" pid="9" name="MSIP_Label_83303d7c-e5a3-4cc8-90eb-69bfd7570ac4_Tag">
    <vt:lpwstr>10, 3, 0, 1</vt:lpwstr>
  </property>
</Properties>
</file>