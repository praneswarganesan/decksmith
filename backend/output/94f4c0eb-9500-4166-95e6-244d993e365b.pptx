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AI-Generated Presentation  |  DeckSmith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"slide_title": "Competitive Analysis",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"bullet_points": [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"Overview: A comprehensive analysis of the market, competitors, and industry trends.",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"Key Facts: The key factors that drive the market's growth.",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Designing early warning systems for ai market overheating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2745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916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Designing Early Warning Systems for AI Market Overheating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Each bullet: "Regulatory mandate requires full compliance by Q4 2025"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Strong verb or key number/statistic: "Mandates"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One insight per bullet: "Q4 2025"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Specific data/numbers from the source when present: "Regulatory mandate requires full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No vague phrase or repeating the same idea twice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Monetaire policy implicaion of Ai-driven asset inflation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Wealth effect and cost of capital channel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Increase in risk taking, financial conditions abruptly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Financial conditions can ease endogenously through equity repricing and easier credit availability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Financial conditions can ease endogenously through equity repricing and easier credit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Analyze stress tests for AI infrastructure and 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Policy objective: Develop repeatable, comparable stress tests that capture AI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Scope: Apply to large data centre developers, cloud and platform firms,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3. Core AI stress scenarios: 1. Compute price and availability shock;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4. Metrics and outputs: Require standardised outputs to enable cross-firm comparison 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Preferred standard (APA 7th edition) for all in-text citations and 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3. In-text citations used consistently with author or organization and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4. For institutional reports with frequent reuse, define an abbreviation 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5. For web pages that update over time, include publication date shown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"Preventive mechanism for AI marketing fraud prevention",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[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"Registration and licensing verification by default, prominent registration status and regulatory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"Marketing controls for AI claims, marketing language, social media posts, and influence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"detect_and_monitor": [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Annualized growth in outstanding residential mortgage loans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[81](https://www.sec.gov/newsroom/press-releases/2024-58)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Customer notification deadline after awareness of certain incidents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basis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Countercyclical capital buffer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Raises bank capital requirements in periods of excess credit growth and can be released in downturns.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Increase resilience during credit booms.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CCyB framework [104](https://www.bis.org/bcbs/ccyb/).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Supervisory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Standardized scenarios applied to banks and systemically important intermediaries with AI linked exposures.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Identify vulnerabilities before repricing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guidance on CCyB and macro financial environment linkages [104](https://www.bis.org/bcbs/ccyb/).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