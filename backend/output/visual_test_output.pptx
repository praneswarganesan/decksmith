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DeckSmith Visual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Fraud Costs Industry $6B Annually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Digital payment fraud exceeds $6B annually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Real-time monitoring cuts losses 62 percent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65836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Three-layer auth reduces breach risk by half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42632" y="1143000"/>
            <a:ext cx="4389120" cy="5349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Three Pillars of Our Defense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Detect anomalies in under 50ms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Block 99.8 percent of known attack vectors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11274552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E37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18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108630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Alert human operators for edge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Implementation Roadmap —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95194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95194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69519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251231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Audit current auth infrastructure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2394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6986" y="1280160"/>
            <a:ext cx="2695194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6986" y="1280160"/>
            <a:ext cx="2695194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6986" y="1353312"/>
            <a:ext cx="269519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8426" y="1920240"/>
            <a:ext cx="251231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Deploy real-time anomaly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2180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6772" y="1280160"/>
            <a:ext cx="2695194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1280160"/>
            <a:ext cx="2695194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6772" y="1353312"/>
            <a:ext cx="269519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8212" y="1920240"/>
            <a:ext cx="251231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Integrate compliance reporting module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1966" y="3849624"/>
            <a:ext cx="16459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280160"/>
            <a:ext cx="2695194" cy="52120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36558" y="1280160"/>
            <a:ext cx="2695194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6558" y="1353312"/>
            <a:ext cx="269519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7998" y="1920240"/>
            <a:ext cx="2512314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Train staff on new alert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Old vs New: System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Legacy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New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Fraud detected in 4 hours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False-positive rate: 34 percent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3677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Fraud detected in under 50ms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34056"/>
            <a:ext cx="5500116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False-positive rate: 8 percent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Thank you for your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Contact us for a live demo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