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Understanding the AI Bubble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Navigate the complexities of the AI landscape. Discover the transformative potential of AI technologies.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Define Executive AI Strategy Framework</a:t>
            </a:r>
          </a:p>
          <a:p>
            <a:r>
              <a:t>- Assess Market Trends and Growth Opportunities</a:t>
            </a:r>
          </a:p>
          <a:p>
            <a:r>
              <a:t>- Identify Key Implementation Challenges</a:t>
            </a:r>
          </a:p>
          <a:p>
            <a:r>
              <a:t>- Explore Competitive Landscape and Positioning</a:t>
            </a:r>
          </a:p>
          <a:p>
            <a:r>
              <a:t>- Outline Metrics for Success and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AI Bubble Concept 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Bubble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Analyze $5.2B AI market growth potential.</a:t>
            </a:r>
          </a:p>
          <a:p>
            <a:r>
              <a:t>- Identify key drivers fueling economic bubble dynamics.</a:t>
            </a:r>
          </a:p>
          <a:p>
            <a:r>
              <a:t>- Evaluate risk factors impacting AI investment stability.</a:t>
            </a:r>
          </a:p>
          <a:p>
            <a:r>
              <a:t>- Forecast $10B valuation for leading AI startups.</a:t>
            </a:r>
          </a:p>
          <a:p>
            <a:r>
              <a:t>- Examine historical bubble patterns for strategic insights.</a:t>
            </a:r>
          </a:p>
          <a:p>
            <a:r>
              <a:t>- Leverage data to inform future investment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Historical Tech Bubbles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AI Investment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Surge in global AI investments reaching $120B annually.</a:t>
            </a:r>
          </a:p>
          <a:p>
            <a:r>
              <a:t>- Tech giants lead with over $70B in funding.</a:t>
            </a:r>
          </a:p>
          <a:p>
            <a:r>
              <a:t>- Emerging markets attract $15B, showcasing growth potential.</a:t>
            </a:r>
          </a:p>
          <a:p>
            <a:r>
              <a:t>- Venture capital firms increase AI allocations by 30%.</a:t>
            </a:r>
          </a:p>
          <a:p>
            <a:r>
              <a:t>- AI startups experience 50% growth in funding year-over-year.</a:t>
            </a:r>
          </a:p>
          <a:p>
            <a:r>
              <a:t>- Regulatory frameworks evolve to support innovation and investment.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AI Capital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Capture $10B in regional AI investments.</a:t>
            </a:r>
          </a:p>
          <a:p>
            <a:r>
              <a:t>- Forecast 25% growth in AI funding by 2025.</a:t>
            </a:r>
          </a:p>
          <a:p>
            <a:r>
              <a:t>- Highlight top 5 regions driving AI capital.</a:t>
            </a:r>
          </a:p>
          <a:p>
            <a:r>
              <a:t>- Analyze emerging trends in AI technology adoption.</a:t>
            </a:r>
          </a:p>
          <a:p>
            <a:r>
              <a:t>- Evaluate competitive landscape of regional AI players.</a:t>
            </a:r>
          </a:p>
          <a:p>
            <a:r>
              <a:t>- Identify key challenges impacting AI investment 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Public vs Private Valuations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 Signs of Overvaluation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Identify key overvaluation indicators in AI market.</a:t>
            </a:r>
          </a:p>
          <a:p>
            <a:r>
              <a:t>- Assess rapid growth: $5.2B increase in investments.</a:t>
            </a:r>
          </a:p>
          <a:p>
            <a:r>
              <a:t>- Monitor inflated valuations: 25% above historical averages.</a:t>
            </a:r>
          </a:p>
          <a:p>
            <a:r>
              <a:t>- Evaluate unsustainable hype driving market expectations.</a:t>
            </a:r>
          </a:p>
          <a:p>
            <a:r>
              <a:t>- Analyze competitor performance: 30% disparity in revenue growth.</a:t>
            </a:r>
          </a:p>
          <a:p>
            <a:r>
              <a:t>- Consider regulatory impact on valuation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Quantitative Overvaluation Signals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Multiples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Showcase historical valuation multiples for strategic insights.</a:t>
            </a:r>
          </a:p>
          <a:p>
            <a:r>
              <a:t>- Highlight significant deviations from industry benchmarks.</a:t>
            </a:r>
          </a:p>
          <a:p>
            <a:r>
              <a:t>- Identify key drivers influencing current valuation trends.</a:t>
            </a:r>
          </a:p>
          <a:p>
            <a:r>
              <a:t>- Compare performance against top competitors in the sector.</a:t>
            </a:r>
          </a:p>
          <a:p>
            <a:r>
              <a:t>- Analyze implications of multiples on future growth potential.</a:t>
            </a:r>
          </a:p>
          <a:p>
            <a:r>
              <a:t>- Provide actionable recommendations based on valuation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Takeaways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Align strategic priorities with stakeholder goals.</a:t>
            </a:r>
          </a:p>
          <a:p>
            <a:r>
              <a:t>- Invest in data-driven decision-making initiatives.</a:t>
            </a:r>
          </a:p>
          <a:p>
            <a:r>
              <a:t>- Leverage insights for competitive advantage.</a:t>
            </a:r>
          </a:p>
          <a:p>
            <a:r>
              <a:t>- Engage teams in cross-functional collaboration.</a:t>
            </a:r>
          </a:p>
          <a:p>
            <a:r>
              <a:t>- Monitor progress against key performance indicators.</a:t>
            </a:r>
          </a:p>
          <a:p>
            <a:r>
              <a:t>- Schedule follow-up meetings for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