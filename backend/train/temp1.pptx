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C7AC-ED82-46C2-B7DA-3A4A7DEFB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6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0C1F-1FC9-4AC2-A863-CFD786FCE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7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A29D-60CA-4877-838C-0AA8E591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F8B76-862E-469E-A1D9-66D5467C7C7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E6187-6A7A-4B3C-B9AB-DBB7DB8687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6CD02-F241-4EB9-8D6A-2FD42FDC58C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033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6449EB-AEB4-4380-B541-AB74071D4B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DAC629-4E10-4F85-8E0B-3CBA86B7D6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502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B68180-B075-44B2-8228-2DF8A7712BD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3830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